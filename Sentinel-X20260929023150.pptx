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4954"/>
            <a:ext cx="6423025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88304"/>
            <a:ext cx="528955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7825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1597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63625" y="520700"/>
            <a:ext cx="410461" cy="9652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825" y="427736"/>
            <a:ext cx="6800850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2459482"/>
            <a:ext cx="6800850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9210" y="9944862"/>
            <a:ext cx="2418080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825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0680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Relationship Id="rId14" Type="http://schemas.openxmlformats.org/officeDocument/2006/relationships/image" Target="../media/image16.png"/><Relationship Id="rId15" Type="http://schemas.openxmlformats.org/officeDocument/2006/relationships/image" Target="../media/image17.png"/><Relationship Id="rId16" Type="http://schemas.openxmlformats.org/officeDocument/2006/relationships/image" Target="../media/image18.png"/><Relationship Id="rId17" Type="http://schemas.openxmlformats.org/officeDocument/2006/relationships/image" Target="../media/image19.jpg"/><Relationship Id="rId18" Type="http://schemas.openxmlformats.org/officeDocument/2006/relationships/image" Target="../media/image20.jpg"/><Relationship Id="rId19" Type="http://schemas.openxmlformats.org/officeDocument/2006/relationships/image" Target="../media/image21.png"/><Relationship Id="rId20" Type="http://schemas.openxmlformats.org/officeDocument/2006/relationships/image" Target="../media/image22.png"/><Relationship Id="rId21" Type="http://schemas.openxmlformats.org/officeDocument/2006/relationships/image" Target="../media/image23.png"/><Relationship Id="rId22" Type="http://schemas.openxmlformats.org/officeDocument/2006/relationships/image" Target="../media/image24.png"/><Relationship Id="rId23" Type="http://schemas.openxmlformats.org/officeDocument/2006/relationships/image" Target="../media/image25.png"/><Relationship Id="rId24" Type="http://schemas.openxmlformats.org/officeDocument/2006/relationships/image" Target="../media/image26.png"/><Relationship Id="rId25" Type="http://schemas.openxmlformats.org/officeDocument/2006/relationships/image" Target="../media/image27.png"/><Relationship Id="rId26" Type="http://schemas.openxmlformats.org/officeDocument/2006/relationships/image" Target="../media/image28.png"/><Relationship Id="rId27" Type="http://schemas.openxmlformats.org/officeDocument/2006/relationships/image" Target="../media/image29.png"/><Relationship Id="rId28" Type="http://schemas.openxmlformats.org/officeDocument/2006/relationships/image" Target="../media/image30.png"/><Relationship Id="rId29" Type="http://schemas.openxmlformats.org/officeDocument/2006/relationships/image" Target="../media/image31.png"/><Relationship Id="rId30" Type="http://schemas.openxmlformats.org/officeDocument/2006/relationships/image" Target="../media/image32.png"/><Relationship Id="rId31" Type="http://schemas.openxmlformats.org/officeDocument/2006/relationships/image" Target="../media/image33.png"/><Relationship Id="rId32" Type="http://schemas.openxmlformats.org/officeDocument/2006/relationships/image" Target="../media/image34.png"/><Relationship Id="rId33" Type="http://schemas.openxmlformats.org/officeDocument/2006/relationships/image" Target="../media/image35.png"/><Relationship Id="rId34" Type="http://schemas.openxmlformats.org/officeDocument/2006/relationships/image" Target="../media/image36.png"/><Relationship Id="rId35" Type="http://schemas.openxmlformats.org/officeDocument/2006/relationships/image" Target="../media/image37.png"/><Relationship Id="rId36" Type="http://schemas.openxmlformats.org/officeDocument/2006/relationships/image" Target="../media/image38.png"/><Relationship Id="rId37" Type="http://schemas.openxmlformats.org/officeDocument/2006/relationships/image" Target="../media/image39.png"/><Relationship Id="rId38" Type="http://schemas.openxmlformats.org/officeDocument/2006/relationships/image" Target="../media/image40.png"/><Relationship Id="rId39" Type="http://schemas.openxmlformats.org/officeDocument/2006/relationships/image" Target="../media/image41.png"/><Relationship Id="rId40" Type="http://schemas.openxmlformats.org/officeDocument/2006/relationships/image" Target="../media/image42.png"/><Relationship Id="rId41" Type="http://schemas.openxmlformats.org/officeDocument/2006/relationships/image" Target="../media/image43.png"/><Relationship Id="rId42" Type="http://schemas.openxmlformats.org/officeDocument/2006/relationships/image" Target="../media/image44.png"/><Relationship Id="rId43" Type="http://schemas.openxmlformats.org/officeDocument/2006/relationships/image" Target="../media/image45.jpg"/><Relationship Id="rId44" Type="http://schemas.openxmlformats.org/officeDocument/2006/relationships/image" Target="../media/image46.png"/><Relationship Id="rId45" Type="http://schemas.openxmlformats.org/officeDocument/2006/relationships/image" Target="../media/image47.jpg"/><Relationship Id="rId46" Type="http://schemas.openxmlformats.org/officeDocument/2006/relationships/image" Target="../media/image48.png"/><Relationship Id="rId47" Type="http://schemas.openxmlformats.org/officeDocument/2006/relationships/image" Target="../media/image49.jpg"/><Relationship Id="rId48" Type="http://schemas.openxmlformats.org/officeDocument/2006/relationships/image" Target="../media/image50.jpg"/><Relationship Id="rId49" Type="http://schemas.openxmlformats.org/officeDocument/2006/relationships/image" Target="../media/image51.png"/><Relationship Id="rId50" Type="http://schemas.openxmlformats.org/officeDocument/2006/relationships/image" Target="../media/image52.png"/><Relationship Id="rId51" Type="http://schemas.openxmlformats.org/officeDocument/2006/relationships/image" Target="../media/image53.jpg"/><Relationship Id="rId52" Type="http://schemas.openxmlformats.org/officeDocument/2006/relationships/image" Target="../media/image54.png"/><Relationship Id="rId53" Type="http://schemas.openxmlformats.org/officeDocument/2006/relationships/image" Target="../media/image55.jpg"/><Relationship Id="rId54" Type="http://schemas.openxmlformats.org/officeDocument/2006/relationships/image" Target="../media/image56.png"/><Relationship Id="rId55" Type="http://schemas.openxmlformats.org/officeDocument/2006/relationships/image" Target="../media/image57.jpg"/><Relationship Id="rId56" Type="http://schemas.openxmlformats.org/officeDocument/2006/relationships/image" Target="../media/image58.png"/><Relationship Id="rId57" Type="http://schemas.openxmlformats.org/officeDocument/2006/relationships/image" Target="../media/image59.jpg"/><Relationship Id="rId58" Type="http://schemas.openxmlformats.org/officeDocument/2006/relationships/image" Target="../media/image60.png"/><Relationship Id="rId59" Type="http://schemas.openxmlformats.org/officeDocument/2006/relationships/image" Target="../media/image61.png"/><Relationship Id="rId60" Type="http://schemas.openxmlformats.org/officeDocument/2006/relationships/image" Target="../media/image62.jpg"/><Relationship Id="rId61" Type="http://schemas.openxmlformats.org/officeDocument/2006/relationships/image" Target="../media/image63.jpg"/><Relationship Id="rId62" Type="http://schemas.openxmlformats.org/officeDocument/2006/relationships/image" Target="../media/image64.png"/><Relationship Id="rId63" Type="http://schemas.openxmlformats.org/officeDocument/2006/relationships/image" Target="../media/image65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image" Target="../media/image69.png"/><Relationship Id="rId7" Type="http://schemas.openxmlformats.org/officeDocument/2006/relationships/image" Target="../media/image70.png"/><Relationship Id="rId8" Type="http://schemas.openxmlformats.org/officeDocument/2006/relationships/image" Target="../media/image71.png"/><Relationship Id="rId9" Type="http://schemas.openxmlformats.org/officeDocument/2006/relationships/image" Target="../media/image72.png"/><Relationship Id="rId10" Type="http://schemas.openxmlformats.org/officeDocument/2006/relationships/image" Target="../media/image73.png"/><Relationship Id="rId11" Type="http://schemas.openxmlformats.org/officeDocument/2006/relationships/image" Target="../media/image74.png"/><Relationship Id="rId12" Type="http://schemas.openxmlformats.org/officeDocument/2006/relationships/image" Target="../media/image75.png"/><Relationship Id="rId13" Type="http://schemas.openxmlformats.org/officeDocument/2006/relationships/image" Target="../media/image76.png"/><Relationship Id="rId14" Type="http://schemas.openxmlformats.org/officeDocument/2006/relationships/image" Target="../media/image77.png"/><Relationship Id="rId15" Type="http://schemas.openxmlformats.org/officeDocument/2006/relationships/image" Target="../media/image78.png"/><Relationship Id="rId16" Type="http://schemas.openxmlformats.org/officeDocument/2006/relationships/image" Target="../media/image79.png"/><Relationship Id="rId17" Type="http://schemas.openxmlformats.org/officeDocument/2006/relationships/image" Target="../media/image80.png"/><Relationship Id="rId18" Type="http://schemas.openxmlformats.org/officeDocument/2006/relationships/image" Target="../media/image81.png"/><Relationship Id="rId19" Type="http://schemas.openxmlformats.org/officeDocument/2006/relationships/image" Target="../media/image82.png"/><Relationship Id="rId20" Type="http://schemas.openxmlformats.org/officeDocument/2006/relationships/image" Target="../media/image83.png"/><Relationship Id="rId21" Type="http://schemas.openxmlformats.org/officeDocument/2006/relationships/image" Target="../media/image84.png"/><Relationship Id="rId22" Type="http://schemas.openxmlformats.org/officeDocument/2006/relationships/image" Target="../media/image85.png"/><Relationship Id="rId23" Type="http://schemas.openxmlformats.org/officeDocument/2006/relationships/image" Target="../media/image86.png"/><Relationship Id="rId24" Type="http://schemas.openxmlformats.org/officeDocument/2006/relationships/image" Target="../media/image87.png"/><Relationship Id="rId25" Type="http://schemas.openxmlformats.org/officeDocument/2006/relationships/image" Target="../media/image88.png"/><Relationship Id="rId26" Type="http://schemas.openxmlformats.org/officeDocument/2006/relationships/image" Target="../media/image89.png"/><Relationship Id="rId27" Type="http://schemas.openxmlformats.org/officeDocument/2006/relationships/image" Target="../media/image90.png"/><Relationship Id="rId28" Type="http://schemas.openxmlformats.org/officeDocument/2006/relationships/image" Target="../media/image91.png"/><Relationship Id="rId29" Type="http://schemas.openxmlformats.org/officeDocument/2006/relationships/image" Target="../media/image92.png"/><Relationship Id="rId30" Type="http://schemas.openxmlformats.org/officeDocument/2006/relationships/image" Target="../media/image93.png"/><Relationship Id="rId31" Type="http://schemas.openxmlformats.org/officeDocument/2006/relationships/image" Target="../media/image94.png"/><Relationship Id="rId32" Type="http://schemas.openxmlformats.org/officeDocument/2006/relationships/image" Target="../media/image95.png"/><Relationship Id="rId33" Type="http://schemas.openxmlformats.org/officeDocument/2006/relationships/image" Target="../media/image96.png"/><Relationship Id="rId34" Type="http://schemas.openxmlformats.org/officeDocument/2006/relationships/image" Target="../media/image97.png"/><Relationship Id="rId35" Type="http://schemas.openxmlformats.org/officeDocument/2006/relationships/image" Target="../media/image98.png"/><Relationship Id="rId36" Type="http://schemas.openxmlformats.org/officeDocument/2006/relationships/image" Target="../media/image99.png"/><Relationship Id="rId37" Type="http://schemas.openxmlformats.org/officeDocument/2006/relationships/image" Target="../media/image100.png"/><Relationship Id="rId38" Type="http://schemas.openxmlformats.org/officeDocument/2006/relationships/image" Target="../media/image101.png"/><Relationship Id="rId39" Type="http://schemas.openxmlformats.org/officeDocument/2006/relationships/image" Target="../media/image102.png"/><Relationship Id="rId40" Type="http://schemas.openxmlformats.org/officeDocument/2006/relationships/image" Target="../media/image103.png"/><Relationship Id="rId41" Type="http://schemas.openxmlformats.org/officeDocument/2006/relationships/image" Target="../media/image104.png"/><Relationship Id="rId42" Type="http://schemas.openxmlformats.org/officeDocument/2006/relationships/image" Target="../media/image105.png"/><Relationship Id="rId43" Type="http://schemas.openxmlformats.org/officeDocument/2006/relationships/image" Target="../media/image106.png"/><Relationship Id="rId44" Type="http://schemas.openxmlformats.org/officeDocument/2006/relationships/image" Target="../media/image107.png"/><Relationship Id="rId45" Type="http://schemas.openxmlformats.org/officeDocument/2006/relationships/image" Target="../media/image108.png"/><Relationship Id="rId46" Type="http://schemas.openxmlformats.org/officeDocument/2006/relationships/image" Target="../media/image109.png"/><Relationship Id="rId47" Type="http://schemas.openxmlformats.org/officeDocument/2006/relationships/image" Target="../media/image110.png"/><Relationship Id="rId48" Type="http://schemas.openxmlformats.org/officeDocument/2006/relationships/image" Target="../media/image111.png"/><Relationship Id="rId49" Type="http://schemas.openxmlformats.org/officeDocument/2006/relationships/image" Target="../media/image112.png"/><Relationship Id="rId50" Type="http://schemas.openxmlformats.org/officeDocument/2006/relationships/image" Target="../media/image113.png"/><Relationship Id="rId51" Type="http://schemas.openxmlformats.org/officeDocument/2006/relationships/image" Target="../media/image114.png"/><Relationship Id="rId52" Type="http://schemas.openxmlformats.org/officeDocument/2006/relationships/image" Target="../media/image115.png"/><Relationship Id="rId53" Type="http://schemas.openxmlformats.org/officeDocument/2006/relationships/image" Target="../media/image116.png"/><Relationship Id="rId54" Type="http://schemas.openxmlformats.org/officeDocument/2006/relationships/image" Target="../media/image117.png"/><Relationship Id="rId55" Type="http://schemas.openxmlformats.org/officeDocument/2006/relationships/image" Target="../media/image118.png"/><Relationship Id="rId56" Type="http://schemas.openxmlformats.org/officeDocument/2006/relationships/image" Target="../media/image119.png"/><Relationship Id="rId57" Type="http://schemas.openxmlformats.org/officeDocument/2006/relationships/image" Target="../media/image120.png"/><Relationship Id="rId58" Type="http://schemas.openxmlformats.org/officeDocument/2006/relationships/image" Target="../media/image121.png"/><Relationship Id="rId59" Type="http://schemas.openxmlformats.org/officeDocument/2006/relationships/image" Target="../media/image122.png"/><Relationship Id="rId60" Type="http://schemas.openxmlformats.org/officeDocument/2006/relationships/image" Target="../media/image123.png"/><Relationship Id="rId61" Type="http://schemas.openxmlformats.org/officeDocument/2006/relationships/image" Target="../media/image124.png"/><Relationship Id="rId62" Type="http://schemas.openxmlformats.org/officeDocument/2006/relationships/image" Target="../media/image125.png"/><Relationship Id="rId63" Type="http://schemas.openxmlformats.org/officeDocument/2006/relationships/image" Target="../media/image126.png"/><Relationship Id="rId64" Type="http://schemas.openxmlformats.org/officeDocument/2006/relationships/image" Target="../media/image127.png"/><Relationship Id="rId65" Type="http://schemas.openxmlformats.org/officeDocument/2006/relationships/image" Target="../media/image128.png"/><Relationship Id="rId66" Type="http://schemas.openxmlformats.org/officeDocument/2006/relationships/image" Target="../media/image129.png"/><Relationship Id="rId67" Type="http://schemas.openxmlformats.org/officeDocument/2006/relationships/image" Target="../media/image130.png"/><Relationship Id="rId68" Type="http://schemas.openxmlformats.org/officeDocument/2006/relationships/image" Target="../media/image131.png"/><Relationship Id="rId69" Type="http://schemas.openxmlformats.org/officeDocument/2006/relationships/image" Target="../media/image132.png"/><Relationship Id="rId70" Type="http://schemas.openxmlformats.org/officeDocument/2006/relationships/image" Target="../media/image133.png"/><Relationship Id="rId71" Type="http://schemas.openxmlformats.org/officeDocument/2006/relationships/image" Target="../media/image134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5.png"/><Relationship Id="rId3" Type="http://schemas.openxmlformats.org/officeDocument/2006/relationships/image" Target="../media/image136.png"/><Relationship Id="rId4" Type="http://schemas.openxmlformats.org/officeDocument/2006/relationships/image" Target="../media/image3.png"/><Relationship Id="rId5" Type="http://schemas.openxmlformats.org/officeDocument/2006/relationships/image" Target="../media/image137.png"/><Relationship Id="rId6" Type="http://schemas.openxmlformats.org/officeDocument/2006/relationships/image" Target="../media/image138.png"/><Relationship Id="rId7" Type="http://schemas.openxmlformats.org/officeDocument/2006/relationships/image" Target="../media/image139.png"/><Relationship Id="rId8" Type="http://schemas.openxmlformats.org/officeDocument/2006/relationships/image" Target="../media/image140.png"/><Relationship Id="rId9" Type="http://schemas.openxmlformats.org/officeDocument/2006/relationships/image" Target="../media/image141.jpg"/><Relationship Id="rId10" Type="http://schemas.openxmlformats.org/officeDocument/2006/relationships/image" Target="../media/image142.jpg"/><Relationship Id="rId11" Type="http://schemas.openxmlformats.org/officeDocument/2006/relationships/image" Target="../media/image143.jpg"/><Relationship Id="rId12" Type="http://schemas.openxmlformats.org/officeDocument/2006/relationships/image" Target="../media/image144.jpg"/><Relationship Id="rId13" Type="http://schemas.openxmlformats.org/officeDocument/2006/relationships/image" Target="../media/image145.jpg"/><Relationship Id="rId14" Type="http://schemas.openxmlformats.org/officeDocument/2006/relationships/image" Target="../media/image146.jpg"/><Relationship Id="rId15" Type="http://schemas.openxmlformats.org/officeDocument/2006/relationships/image" Target="../media/image147.png"/><Relationship Id="rId16" Type="http://schemas.openxmlformats.org/officeDocument/2006/relationships/image" Target="../media/image148.jpg"/><Relationship Id="rId17" Type="http://schemas.openxmlformats.org/officeDocument/2006/relationships/image" Target="../media/image149.jpg"/><Relationship Id="rId18" Type="http://schemas.openxmlformats.org/officeDocument/2006/relationships/image" Target="../media/image150.png"/><Relationship Id="rId19" Type="http://schemas.openxmlformats.org/officeDocument/2006/relationships/image" Target="../media/image151.png"/><Relationship Id="rId20" Type="http://schemas.openxmlformats.org/officeDocument/2006/relationships/image" Target="../media/image152.png"/><Relationship Id="rId21" Type="http://schemas.openxmlformats.org/officeDocument/2006/relationships/image" Target="../media/image153.png"/><Relationship Id="rId22" Type="http://schemas.openxmlformats.org/officeDocument/2006/relationships/image" Target="../media/image154.jpg"/><Relationship Id="rId23" Type="http://schemas.openxmlformats.org/officeDocument/2006/relationships/image" Target="../media/image155.png"/><Relationship Id="rId24" Type="http://schemas.openxmlformats.org/officeDocument/2006/relationships/image" Target="../media/image156.png"/><Relationship Id="rId25" Type="http://schemas.openxmlformats.org/officeDocument/2006/relationships/image" Target="../media/image157.png"/><Relationship Id="rId26" Type="http://schemas.openxmlformats.org/officeDocument/2006/relationships/image" Target="../media/image158.png"/><Relationship Id="rId27" Type="http://schemas.openxmlformats.org/officeDocument/2006/relationships/image" Target="../media/image159.png"/><Relationship Id="rId28" Type="http://schemas.openxmlformats.org/officeDocument/2006/relationships/image" Target="../media/image160.png"/><Relationship Id="rId29" Type="http://schemas.openxmlformats.org/officeDocument/2006/relationships/image" Target="../media/image161.jpg"/><Relationship Id="rId30" Type="http://schemas.openxmlformats.org/officeDocument/2006/relationships/image" Target="../media/image162.png"/><Relationship Id="rId31" Type="http://schemas.openxmlformats.org/officeDocument/2006/relationships/image" Target="../media/image163.png"/><Relationship Id="rId32" Type="http://schemas.openxmlformats.org/officeDocument/2006/relationships/image" Target="../media/image164.jpg"/><Relationship Id="rId33" Type="http://schemas.openxmlformats.org/officeDocument/2006/relationships/image" Target="../media/image165.png"/><Relationship Id="rId34" Type="http://schemas.openxmlformats.org/officeDocument/2006/relationships/image" Target="../media/image166.png"/><Relationship Id="rId35" Type="http://schemas.openxmlformats.org/officeDocument/2006/relationships/image" Target="../media/image167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168.png"/><Relationship Id="rId4" Type="http://schemas.openxmlformats.org/officeDocument/2006/relationships/image" Target="../media/image169.png"/><Relationship Id="rId5" Type="http://schemas.openxmlformats.org/officeDocument/2006/relationships/image" Target="../media/image170.png"/><Relationship Id="rId6" Type="http://schemas.openxmlformats.org/officeDocument/2006/relationships/image" Target="../media/image171.png"/><Relationship Id="rId7" Type="http://schemas.openxmlformats.org/officeDocument/2006/relationships/image" Target="../media/image172.png"/><Relationship Id="rId8" Type="http://schemas.openxmlformats.org/officeDocument/2006/relationships/image" Target="../media/image173.png"/><Relationship Id="rId9" Type="http://schemas.openxmlformats.org/officeDocument/2006/relationships/image" Target="../media/image174.png"/><Relationship Id="rId10" Type="http://schemas.openxmlformats.org/officeDocument/2006/relationships/image" Target="../media/image175.png"/><Relationship Id="rId11" Type="http://schemas.openxmlformats.org/officeDocument/2006/relationships/image" Target="../media/image176.png"/><Relationship Id="rId12" Type="http://schemas.openxmlformats.org/officeDocument/2006/relationships/image" Target="../media/image177.png"/><Relationship Id="rId13" Type="http://schemas.openxmlformats.org/officeDocument/2006/relationships/image" Target="../media/image178.png"/><Relationship Id="rId14" Type="http://schemas.openxmlformats.org/officeDocument/2006/relationships/image" Target="../media/image179.png"/><Relationship Id="rId15" Type="http://schemas.openxmlformats.org/officeDocument/2006/relationships/image" Target="../media/image180.png"/><Relationship Id="rId16" Type="http://schemas.openxmlformats.org/officeDocument/2006/relationships/image" Target="../media/image181.png"/><Relationship Id="rId17" Type="http://schemas.openxmlformats.org/officeDocument/2006/relationships/image" Target="../media/image182.png"/><Relationship Id="rId18" Type="http://schemas.openxmlformats.org/officeDocument/2006/relationships/image" Target="../media/image183.png"/><Relationship Id="rId19" Type="http://schemas.openxmlformats.org/officeDocument/2006/relationships/image" Target="../media/image184.png"/><Relationship Id="rId20" Type="http://schemas.openxmlformats.org/officeDocument/2006/relationships/image" Target="../media/image185.png"/><Relationship Id="rId21" Type="http://schemas.openxmlformats.org/officeDocument/2006/relationships/image" Target="../media/image186.png"/><Relationship Id="rId22" Type="http://schemas.openxmlformats.org/officeDocument/2006/relationships/image" Target="../media/image187.png"/><Relationship Id="rId23" Type="http://schemas.openxmlformats.org/officeDocument/2006/relationships/image" Target="../media/image188.png"/><Relationship Id="rId24" Type="http://schemas.openxmlformats.org/officeDocument/2006/relationships/image" Target="../media/image189.png"/><Relationship Id="rId25" Type="http://schemas.openxmlformats.org/officeDocument/2006/relationships/image" Target="../media/image190.png"/><Relationship Id="rId26" Type="http://schemas.openxmlformats.org/officeDocument/2006/relationships/image" Target="../media/image191.png"/><Relationship Id="rId27" Type="http://schemas.openxmlformats.org/officeDocument/2006/relationships/image" Target="../media/image192.png"/><Relationship Id="rId28" Type="http://schemas.openxmlformats.org/officeDocument/2006/relationships/image" Target="../media/image193.jpg"/><Relationship Id="rId29" Type="http://schemas.openxmlformats.org/officeDocument/2006/relationships/image" Target="../media/image194.jpg"/><Relationship Id="rId30" Type="http://schemas.openxmlformats.org/officeDocument/2006/relationships/image" Target="../media/image195.jpg"/><Relationship Id="rId31" Type="http://schemas.openxmlformats.org/officeDocument/2006/relationships/image" Target="../media/image196.jpg"/><Relationship Id="rId32" Type="http://schemas.openxmlformats.org/officeDocument/2006/relationships/image" Target="../media/image197.jpg"/><Relationship Id="rId33" Type="http://schemas.openxmlformats.org/officeDocument/2006/relationships/image" Target="../media/image198.png"/><Relationship Id="rId34" Type="http://schemas.openxmlformats.org/officeDocument/2006/relationships/image" Target="../media/image199.png"/><Relationship Id="rId35" Type="http://schemas.openxmlformats.org/officeDocument/2006/relationships/image" Target="../media/image200.png"/><Relationship Id="rId36" Type="http://schemas.openxmlformats.org/officeDocument/2006/relationships/image" Target="../media/image201.png"/><Relationship Id="rId37" Type="http://schemas.openxmlformats.org/officeDocument/2006/relationships/image" Target="../media/image202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203.jpg"/><Relationship Id="rId4" Type="http://schemas.openxmlformats.org/officeDocument/2006/relationships/image" Target="../media/image204.jpg"/><Relationship Id="rId5" Type="http://schemas.openxmlformats.org/officeDocument/2006/relationships/image" Target="../media/image205.png"/><Relationship Id="rId6" Type="http://schemas.openxmlformats.org/officeDocument/2006/relationships/image" Target="../media/image206.png"/><Relationship Id="rId7" Type="http://schemas.openxmlformats.org/officeDocument/2006/relationships/image" Target="../media/image207.png"/><Relationship Id="rId8" Type="http://schemas.openxmlformats.org/officeDocument/2006/relationships/image" Target="../media/image208.png"/><Relationship Id="rId9" Type="http://schemas.openxmlformats.org/officeDocument/2006/relationships/image" Target="../media/image209.png"/><Relationship Id="rId10" Type="http://schemas.openxmlformats.org/officeDocument/2006/relationships/image" Target="../media/image210.png"/><Relationship Id="rId11" Type="http://schemas.openxmlformats.org/officeDocument/2006/relationships/image" Target="../media/image211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37737" y="4998986"/>
            <a:ext cx="4081145" cy="3672840"/>
            <a:chOff x="1737737" y="4998986"/>
            <a:chExt cx="4081145" cy="3672840"/>
          </a:xfrm>
        </p:grpSpPr>
        <p:sp>
          <p:nvSpPr>
            <p:cNvPr id="3" name="object 3"/>
            <p:cNvSpPr/>
            <p:nvPr/>
          </p:nvSpPr>
          <p:spPr>
            <a:xfrm>
              <a:off x="1737737" y="4998986"/>
              <a:ext cx="4081145" cy="3672840"/>
            </a:xfrm>
            <a:custGeom>
              <a:avLst/>
              <a:gdLst/>
              <a:ahLst/>
              <a:cxnLst/>
              <a:rect l="l" t="t" r="r" b="b"/>
              <a:pathLst>
                <a:path w="4081145" h="3672840">
                  <a:moveTo>
                    <a:pt x="1814870" y="591232"/>
                  </a:moveTo>
                  <a:lnTo>
                    <a:pt x="1761679" y="594760"/>
                  </a:lnTo>
                  <a:lnTo>
                    <a:pt x="1709946" y="605345"/>
                  </a:lnTo>
                  <a:lnTo>
                    <a:pt x="1661129" y="622986"/>
                  </a:lnTo>
                  <a:lnTo>
                    <a:pt x="157487" y="1275029"/>
                  </a:lnTo>
                  <a:lnTo>
                    <a:pt x="111969" y="1298907"/>
                  </a:lnTo>
                  <a:lnTo>
                    <a:pt x="73326" y="1327724"/>
                  </a:lnTo>
                  <a:lnTo>
                    <a:pt x="42183" y="1360774"/>
                  </a:lnTo>
                  <a:lnTo>
                    <a:pt x="19164" y="1397353"/>
                  </a:lnTo>
                  <a:lnTo>
                    <a:pt x="4895" y="1436754"/>
                  </a:lnTo>
                  <a:lnTo>
                    <a:pt x="0" y="1478273"/>
                  </a:lnTo>
                  <a:lnTo>
                    <a:pt x="0" y="2785185"/>
                  </a:lnTo>
                  <a:lnTo>
                    <a:pt x="4895" y="2825710"/>
                  </a:lnTo>
                  <a:lnTo>
                    <a:pt x="19164" y="2864746"/>
                  </a:lnTo>
                  <a:lnTo>
                    <a:pt x="42183" y="2901272"/>
                  </a:lnTo>
                  <a:lnTo>
                    <a:pt x="73326" y="2934270"/>
                  </a:lnTo>
                  <a:lnTo>
                    <a:pt x="111969" y="2962721"/>
                  </a:lnTo>
                  <a:lnTo>
                    <a:pt x="157487" y="2985605"/>
                  </a:lnTo>
                  <a:lnTo>
                    <a:pt x="1661129" y="3640473"/>
                  </a:lnTo>
                  <a:lnTo>
                    <a:pt x="1709946" y="3658113"/>
                  </a:lnTo>
                  <a:lnTo>
                    <a:pt x="1761679" y="3668698"/>
                  </a:lnTo>
                  <a:lnTo>
                    <a:pt x="1814870" y="3672226"/>
                  </a:lnTo>
                  <a:lnTo>
                    <a:pt x="1868061" y="3668698"/>
                  </a:lnTo>
                  <a:lnTo>
                    <a:pt x="1919792" y="3658113"/>
                  </a:lnTo>
                  <a:lnTo>
                    <a:pt x="1968605" y="3640473"/>
                  </a:lnTo>
                  <a:lnTo>
                    <a:pt x="3472246" y="2985605"/>
                  </a:lnTo>
                  <a:lnTo>
                    <a:pt x="3517764" y="2962721"/>
                  </a:lnTo>
                  <a:lnTo>
                    <a:pt x="3556407" y="2934270"/>
                  </a:lnTo>
                  <a:lnTo>
                    <a:pt x="3587551" y="2901272"/>
                  </a:lnTo>
                  <a:lnTo>
                    <a:pt x="3610570" y="2864746"/>
                  </a:lnTo>
                  <a:lnTo>
                    <a:pt x="3624839" y="2825710"/>
                  </a:lnTo>
                  <a:lnTo>
                    <a:pt x="3629734" y="2785185"/>
                  </a:lnTo>
                  <a:lnTo>
                    <a:pt x="3629734" y="1853181"/>
                  </a:lnTo>
                  <a:lnTo>
                    <a:pt x="3326228" y="1853181"/>
                  </a:lnTo>
                  <a:lnTo>
                    <a:pt x="3292912" y="1849847"/>
                  </a:lnTo>
                  <a:lnTo>
                    <a:pt x="2630189" y="1564820"/>
                  </a:lnTo>
                  <a:lnTo>
                    <a:pt x="2581765" y="1529409"/>
                  </a:lnTo>
                  <a:lnTo>
                    <a:pt x="2564053" y="1480657"/>
                  </a:lnTo>
                  <a:lnTo>
                    <a:pt x="2564053" y="931800"/>
                  </a:lnTo>
                  <a:lnTo>
                    <a:pt x="2577164" y="890689"/>
                  </a:lnTo>
                  <a:lnTo>
                    <a:pt x="2699607" y="890689"/>
                  </a:lnTo>
                  <a:lnTo>
                    <a:pt x="2701775" y="889603"/>
                  </a:lnTo>
                  <a:lnTo>
                    <a:pt x="2711234" y="885501"/>
                  </a:lnTo>
                  <a:lnTo>
                    <a:pt x="2573976" y="885501"/>
                  </a:lnTo>
                  <a:lnTo>
                    <a:pt x="1968605" y="622986"/>
                  </a:lnTo>
                  <a:lnTo>
                    <a:pt x="1919792" y="605345"/>
                  </a:lnTo>
                  <a:lnTo>
                    <a:pt x="1868061" y="594760"/>
                  </a:lnTo>
                  <a:lnTo>
                    <a:pt x="1814870" y="591232"/>
                  </a:lnTo>
                  <a:close/>
                </a:path>
                <a:path w="4081145" h="3672840">
                  <a:moveTo>
                    <a:pt x="3629734" y="1735781"/>
                  </a:moveTo>
                  <a:lnTo>
                    <a:pt x="3390786" y="1839842"/>
                  </a:lnTo>
                  <a:lnTo>
                    <a:pt x="3359542" y="1849847"/>
                  </a:lnTo>
                  <a:lnTo>
                    <a:pt x="3326228" y="1853181"/>
                  </a:lnTo>
                  <a:lnTo>
                    <a:pt x="3629734" y="1853181"/>
                  </a:lnTo>
                  <a:lnTo>
                    <a:pt x="3629734" y="1735781"/>
                  </a:lnTo>
                  <a:close/>
                </a:path>
                <a:path w="4081145" h="3672840">
                  <a:moveTo>
                    <a:pt x="2663398" y="924279"/>
                  </a:moveTo>
                  <a:lnTo>
                    <a:pt x="2654590" y="940035"/>
                  </a:lnTo>
                  <a:lnTo>
                    <a:pt x="2651926" y="947374"/>
                  </a:lnTo>
                  <a:lnTo>
                    <a:pt x="2650529" y="955055"/>
                  </a:lnTo>
                  <a:lnTo>
                    <a:pt x="2650529" y="1449519"/>
                  </a:lnTo>
                  <a:lnTo>
                    <a:pt x="2666236" y="1492737"/>
                  </a:lnTo>
                  <a:lnTo>
                    <a:pt x="2709165" y="1524131"/>
                  </a:lnTo>
                  <a:lnTo>
                    <a:pt x="3268991" y="1767945"/>
                  </a:lnTo>
                  <a:lnTo>
                    <a:pt x="3326225" y="1779769"/>
                  </a:lnTo>
                  <a:lnTo>
                    <a:pt x="3355761" y="1776813"/>
                  </a:lnTo>
                  <a:lnTo>
                    <a:pt x="3383467" y="1767945"/>
                  </a:lnTo>
                  <a:lnTo>
                    <a:pt x="3629734" y="1660687"/>
                  </a:lnTo>
                  <a:lnTo>
                    <a:pt x="3629734" y="1478273"/>
                  </a:lnTo>
                  <a:lnTo>
                    <a:pt x="3624839" y="1436754"/>
                  </a:lnTo>
                  <a:lnTo>
                    <a:pt x="3610570" y="1397353"/>
                  </a:lnTo>
                  <a:lnTo>
                    <a:pt x="3587551" y="1360774"/>
                  </a:lnTo>
                  <a:lnTo>
                    <a:pt x="3556407" y="1327724"/>
                  </a:lnTo>
                  <a:lnTo>
                    <a:pt x="3517764" y="1298907"/>
                  </a:lnTo>
                  <a:lnTo>
                    <a:pt x="3472246" y="1275029"/>
                  </a:lnTo>
                  <a:lnTo>
                    <a:pt x="2663398" y="924279"/>
                  </a:lnTo>
                  <a:close/>
                </a:path>
                <a:path w="4081145" h="3672840">
                  <a:moveTo>
                    <a:pt x="3521937" y="635011"/>
                  </a:moveTo>
                  <a:lnTo>
                    <a:pt x="3318839" y="635011"/>
                  </a:lnTo>
                  <a:lnTo>
                    <a:pt x="3348375" y="637967"/>
                  </a:lnTo>
                  <a:lnTo>
                    <a:pt x="3376077" y="646835"/>
                  </a:lnTo>
                  <a:lnTo>
                    <a:pt x="3935893" y="889603"/>
                  </a:lnTo>
                  <a:lnTo>
                    <a:pt x="3978829" y="921525"/>
                  </a:lnTo>
                  <a:lnTo>
                    <a:pt x="3994529" y="965260"/>
                  </a:lnTo>
                  <a:lnTo>
                    <a:pt x="3994529" y="1451841"/>
                  </a:lnTo>
                  <a:lnTo>
                    <a:pt x="3978826" y="1495061"/>
                  </a:lnTo>
                  <a:lnTo>
                    <a:pt x="3935893" y="1526464"/>
                  </a:lnTo>
                  <a:lnTo>
                    <a:pt x="3637908" y="1656242"/>
                  </a:lnTo>
                  <a:lnTo>
                    <a:pt x="3637908" y="1731327"/>
                  </a:lnTo>
                  <a:lnTo>
                    <a:pt x="4014880" y="1567153"/>
                  </a:lnTo>
                  <a:lnTo>
                    <a:pt x="4063300" y="1531735"/>
                  </a:lnTo>
                  <a:lnTo>
                    <a:pt x="4081015" y="1482979"/>
                  </a:lnTo>
                  <a:lnTo>
                    <a:pt x="4081015" y="934123"/>
                  </a:lnTo>
                  <a:lnTo>
                    <a:pt x="4076438" y="908285"/>
                  </a:lnTo>
                  <a:lnTo>
                    <a:pt x="4063302" y="884786"/>
                  </a:lnTo>
                  <a:lnTo>
                    <a:pt x="4042485" y="864611"/>
                  </a:lnTo>
                  <a:lnTo>
                    <a:pt x="4014880" y="848773"/>
                  </a:lnTo>
                  <a:lnTo>
                    <a:pt x="3521937" y="635011"/>
                  </a:lnTo>
                  <a:close/>
                </a:path>
                <a:path w="4081145" h="3672840">
                  <a:moveTo>
                    <a:pt x="2699607" y="890689"/>
                  </a:moveTo>
                  <a:lnTo>
                    <a:pt x="2577164" y="890689"/>
                  </a:lnTo>
                  <a:lnTo>
                    <a:pt x="2656782" y="925214"/>
                  </a:lnTo>
                  <a:lnTo>
                    <a:pt x="2658854" y="921525"/>
                  </a:lnTo>
                  <a:lnTo>
                    <a:pt x="2667197" y="912243"/>
                  </a:lnTo>
                  <a:lnTo>
                    <a:pt x="2677302" y="903641"/>
                  </a:lnTo>
                  <a:lnTo>
                    <a:pt x="2688835" y="896086"/>
                  </a:lnTo>
                  <a:lnTo>
                    <a:pt x="2699607" y="890689"/>
                  </a:lnTo>
                  <a:close/>
                </a:path>
                <a:path w="4081145" h="3672840">
                  <a:moveTo>
                    <a:pt x="3318839" y="561598"/>
                  </a:moveTo>
                  <a:lnTo>
                    <a:pt x="3254272" y="574938"/>
                  </a:lnTo>
                  <a:lnTo>
                    <a:pt x="2622800" y="848773"/>
                  </a:lnTo>
                  <a:lnTo>
                    <a:pt x="2583879" y="874216"/>
                  </a:lnTo>
                  <a:lnTo>
                    <a:pt x="2573976" y="885501"/>
                  </a:lnTo>
                  <a:lnTo>
                    <a:pt x="2711234" y="885501"/>
                  </a:lnTo>
                  <a:lnTo>
                    <a:pt x="3261601" y="646835"/>
                  </a:lnTo>
                  <a:lnTo>
                    <a:pt x="3289303" y="637967"/>
                  </a:lnTo>
                  <a:lnTo>
                    <a:pt x="3318839" y="635011"/>
                  </a:lnTo>
                  <a:lnTo>
                    <a:pt x="3521937" y="635011"/>
                  </a:lnTo>
                  <a:lnTo>
                    <a:pt x="3383407" y="574938"/>
                  </a:lnTo>
                  <a:lnTo>
                    <a:pt x="3352156" y="564933"/>
                  </a:lnTo>
                  <a:lnTo>
                    <a:pt x="3318839" y="561598"/>
                  </a:lnTo>
                  <a:close/>
                </a:path>
                <a:path w="4081145" h="3672840">
                  <a:moveTo>
                    <a:pt x="1165715" y="0"/>
                  </a:moveTo>
                  <a:lnTo>
                    <a:pt x="1128337" y="7721"/>
                  </a:lnTo>
                  <a:lnTo>
                    <a:pt x="762808" y="166225"/>
                  </a:lnTo>
                  <a:lnTo>
                    <a:pt x="727172" y="200677"/>
                  </a:lnTo>
                  <a:lnTo>
                    <a:pt x="724522" y="215632"/>
                  </a:lnTo>
                  <a:lnTo>
                    <a:pt x="724522" y="533343"/>
                  </a:lnTo>
                  <a:lnTo>
                    <a:pt x="746829" y="573196"/>
                  </a:lnTo>
                  <a:lnTo>
                    <a:pt x="1128337" y="741263"/>
                  </a:lnTo>
                  <a:lnTo>
                    <a:pt x="1165715" y="748985"/>
                  </a:lnTo>
                  <a:lnTo>
                    <a:pt x="1185000" y="747055"/>
                  </a:lnTo>
                  <a:lnTo>
                    <a:pt x="1568620" y="582066"/>
                  </a:lnTo>
                  <a:lnTo>
                    <a:pt x="1604257" y="547998"/>
                  </a:lnTo>
                  <a:lnTo>
                    <a:pt x="1606906" y="533343"/>
                  </a:lnTo>
                  <a:lnTo>
                    <a:pt x="1606906" y="215632"/>
                  </a:lnTo>
                  <a:lnTo>
                    <a:pt x="1584600" y="175394"/>
                  </a:lnTo>
                  <a:lnTo>
                    <a:pt x="1203091" y="7721"/>
                  </a:lnTo>
                  <a:lnTo>
                    <a:pt x="1165715" y="0"/>
                  </a:lnTo>
                  <a:close/>
                </a:path>
              </a:pathLst>
            </a:custGeom>
            <a:solidFill>
              <a:srgbClr val="808080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2143" y="5947536"/>
              <a:ext cx="2712211" cy="2536063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5848902" y="1681683"/>
            <a:ext cx="477520" cy="640651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3454"/>
              </a:lnSpc>
            </a:pPr>
            <a:r>
              <a:rPr dirty="0" sz="3150" spc="-60" b="1">
                <a:solidFill>
                  <a:srgbClr val="1F497D"/>
                </a:solidFill>
                <a:latin typeface="Arial"/>
                <a:cs typeface="Arial"/>
              </a:rPr>
              <a:t>SMART</a:t>
            </a:r>
            <a:r>
              <a:rPr dirty="0" sz="3150" spc="-85" b="1">
                <a:solidFill>
                  <a:srgbClr val="1F497D"/>
                </a:solidFill>
                <a:latin typeface="Arial"/>
                <a:cs typeface="Arial"/>
              </a:rPr>
              <a:t> </a:t>
            </a:r>
            <a:r>
              <a:rPr dirty="0" sz="3150" spc="220" b="1">
                <a:solidFill>
                  <a:srgbClr val="1F497D"/>
                </a:solidFill>
                <a:latin typeface="Arial"/>
                <a:cs typeface="Arial"/>
              </a:rPr>
              <a:t>INDIA</a:t>
            </a:r>
            <a:r>
              <a:rPr dirty="0" sz="3150" spc="-85" b="1">
                <a:solidFill>
                  <a:srgbClr val="1F497D"/>
                </a:solidFill>
                <a:latin typeface="Arial"/>
                <a:cs typeface="Arial"/>
              </a:rPr>
              <a:t> </a:t>
            </a:r>
            <a:r>
              <a:rPr dirty="0" sz="3150" spc="95" b="1">
                <a:solidFill>
                  <a:srgbClr val="1F497D"/>
                </a:solidFill>
                <a:latin typeface="Arial"/>
                <a:cs typeface="Arial"/>
              </a:rPr>
              <a:t>HACKATHON</a:t>
            </a:r>
            <a:r>
              <a:rPr dirty="0" sz="3150" spc="-80" b="1">
                <a:solidFill>
                  <a:srgbClr val="1F497D"/>
                </a:solidFill>
                <a:latin typeface="Arial"/>
                <a:cs typeface="Arial"/>
              </a:rPr>
              <a:t> </a:t>
            </a:r>
            <a:r>
              <a:rPr dirty="0" sz="3150" spc="-300" b="1">
                <a:solidFill>
                  <a:srgbClr val="1F497D"/>
                </a:solidFill>
                <a:latin typeface="Arial"/>
                <a:cs typeface="Arial"/>
              </a:rPr>
              <a:t>2026</a:t>
            </a:r>
            <a:endParaRPr sz="31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47210" y="1000040"/>
            <a:ext cx="831215" cy="462216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algn="r" marR="5080">
              <a:lnSpc>
                <a:spcPts val="2860"/>
              </a:lnSpc>
            </a:pPr>
            <a:r>
              <a:rPr dirty="0" sz="2500" spc="-130" b="1">
                <a:latin typeface="Arial"/>
                <a:cs typeface="Arial"/>
              </a:rPr>
              <a:t>Sentinel-</a:t>
            </a:r>
            <a:r>
              <a:rPr dirty="0" sz="2500" spc="114" b="1">
                <a:latin typeface="Arial"/>
                <a:cs typeface="Arial"/>
              </a:rPr>
              <a:t>X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dirty="0" sz="1900" b="1">
                <a:latin typeface="Arial"/>
                <a:cs typeface="Arial"/>
              </a:rPr>
              <a:t>Problem</a:t>
            </a:r>
            <a:r>
              <a:rPr dirty="0" sz="1900" spc="-45" b="1">
                <a:latin typeface="Arial"/>
                <a:cs typeface="Arial"/>
              </a:rPr>
              <a:t> </a:t>
            </a:r>
            <a:r>
              <a:rPr dirty="0" sz="1900" b="1">
                <a:latin typeface="Arial"/>
                <a:cs typeface="Arial"/>
              </a:rPr>
              <a:t>Statement</a:t>
            </a:r>
            <a:r>
              <a:rPr dirty="0" sz="1900" spc="-45" b="1">
                <a:latin typeface="Arial"/>
                <a:cs typeface="Arial"/>
              </a:rPr>
              <a:t> </a:t>
            </a:r>
            <a:r>
              <a:rPr dirty="0" sz="1900" b="1">
                <a:latin typeface="Arial"/>
                <a:cs typeface="Arial"/>
              </a:rPr>
              <a:t>ID</a:t>
            </a:r>
            <a:r>
              <a:rPr dirty="0" sz="1900" spc="-40" b="1">
                <a:latin typeface="Arial"/>
                <a:cs typeface="Arial"/>
              </a:rPr>
              <a:t> </a:t>
            </a:r>
            <a:r>
              <a:rPr dirty="0" sz="1900" b="1">
                <a:latin typeface="Arial"/>
                <a:cs typeface="Arial"/>
              </a:rPr>
              <a:t>–</a:t>
            </a:r>
            <a:r>
              <a:rPr dirty="0" sz="1900" spc="-45" b="1">
                <a:latin typeface="Arial"/>
                <a:cs typeface="Arial"/>
              </a:rPr>
              <a:t> </a:t>
            </a:r>
            <a:r>
              <a:rPr dirty="0" sz="1900" spc="-10" b="1">
                <a:latin typeface="Arial"/>
                <a:cs typeface="Arial"/>
              </a:rPr>
              <a:t>26163</a:t>
            </a:r>
            <a:endParaRPr sz="1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47210" y="773822"/>
            <a:ext cx="295275" cy="110489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2200"/>
              </a:lnSpc>
            </a:pPr>
            <a:r>
              <a:rPr dirty="0" sz="1900" spc="-50">
                <a:latin typeface="Arial"/>
                <a:cs typeface="Arial"/>
              </a:rPr>
              <a:t>•</a:t>
            </a:r>
            <a:endParaRPr sz="1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68090" y="773822"/>
            <a:ext cx="295275" cy="110489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2200"/>
              </a:lnSpc>
            </a:pPr>
            <a:r>
              <a:rPr dirty="0" sz="1900" spc="-50">
                <a:latin typeface="Arial"/>
                <a:cs typeface="Arial"/>
              </a:rPr>
              <a:t>•</a:t>
            </a:r>
            <a:endParaRPr sz="1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68090" y="1000040"/>
            <a:ext cx="295275" cy="529526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2200"/>
              </a:lnSpc>
            </a:pPr>
            <a:r>
              <a:rPr dirty="0" sz="1900" b="1">
                <a:latin typeface="Arial"/>
                <a:cs typeface="Arial"/>
              </a:rPr>
              <a:t>Problem</a:t>
            </a:r>
            <a:r>
              <a:rPr dirty="0" sz="1900" spc="-35" b="1">
                <a:latin typeface="Arial"/>
                <a:cs typeface="Arial"/>
              </a:rPr>
              <a:t> </a:t>
            </a:r>
            <a:r>
              <a:rPr dirty="0" sz="1900" b="1">
                <a:latin typeface="Arial"/>
                <a:cs typeface="Arial"/>
              </a:rPr>
              <a:t>Statement</a:t>
            </a:r>
            <a:r>
              <a:rPr dirty="0" sz="1900" spc="-30" b="1">
                <a:latin typeface="Arial"/>
                <a:cs typeface="Arial"/>
              </a:rPr>
              <a:t> </a:t>
            </a:r>
            <a:r>
              <a:rPr dirty="0" sz="1900" spc="-20" b="1">
                <a:latin typeface="Arial"/>
                <a:cs typeface="Arial"/>
              </a:rPr>
              <a:t>Title-</a:t>
            </a:r>
            <a:r>
              <a:rPr dirty="0" sz="1900" spc="-10" b="1">
                <a:latin typeface="Arial"/>
                <a:cs typeface="Arial"/>
              </a:rPr>
              <a:t>Security</a:t>
            </a:r>
            <a:r>
              <a:rPr dirty="0" sz="1900" spc="-100" b="1">
                <a:latin typeface="Arial"/>
                <a:cs typeface="Arial"/>
              </a:rPr>
              <a:t> </a:t>
            </a:r>
            <a:r>
              <a:rPr dirty="0" sz="1900" spc="-10" b="1">
                <a:latin typeface="Arial"/>
                <a:cs typeface="Arial"/>
              </a:rPr>
              <a:t>Assessment</a:t>
            </a:r>
            <a:endParaRPr sz="1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88970" y="974402"/>
            <a:ext cx="295275" cy="372745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2200"/>
              </a:lnSpc>
            </a:pPr>
            <a:r>
              <a:rPr dirty="0" sz="1900" b="1">
                <a:latin typeface="Arial"/>
                <a:cs typeface="Arial"/>
              </a:rPr>
              <a:t>of</a:t>
            </a:r>
            <a:r>
              <a:rPr dirty="0" sz="1900" spc="-30" b="1">
                <a:latin typeface="Arial"/>
                <a:cs typeface="Arial"/>
              </a:rPr>
              <a:t> </a:t>
            </a:r>
            <a:r>
              <a:rPr dirty="0" sz="1900" b="1">
                <a:latin typeface="Arial"/>
                <a:cs typeface="Arial"/>
              </a:rPr>
              <a:t>the</a:t>
            </a:r>
            <a:r>
              <a:rPr dirty="0" sz="1900" spc="-25" b="1">
                <a:latin typeface="Arial"/>
                <a:cs typeface="Arial"/>
              </a:rPr>
              <a:t> </a:t>
            </a:r>
            <a:r>
              <a:rPr dirty="0" sz="1900" b="1">
                <a:latin typeface="Arial"/>
                <a:cs typeface="Arial"/>
              </a:rPr>
              <a:t>world</a:t>
            </a:r>
            <a:r>
              <a:rPr dirty="0" sz="1900" spc="-30" b="1">
                <a:latin typeface="Arial"/>
                <a:cs typeface="Arial"/>
              </a:rPr>
              <a:t> </a:t>
            </a:r>
            <a:r>
              <a:rPr dirty="0" sz="1900" spc="-10" b="1">
                <a:latin typeface="Arial"/>
                <a:cs typeface="Arial"/>
              </a:rPr>
              <a:t>monitor</a:t>
            </a:r>
            <a:r>
              <a:rPr dirty="0" sz="1900" spc="-95" b="1">
                <a:latin typeface="Arial"/>
                <a:cs typeface="Arial"/>
              </a:rPr>
              <a:t> </a:t>
            </a:r>
            <a:r>
              <a:rPr dirty="0" sz="1900" spc="-10" b="1">
                <a:latin typeface="Arial"/>
                <a:cs typeface="Arial"/>
              </a:rPr>
              <a:t>Application</a:t>
            </a:r>
            <a:endParaRPr sz="19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09850" y="773822"/>
            <a:ext cx="295275" cy="110489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2200"/>
              </a:lnSpc>
            </a:pPr>
            <a:r>
              <a:rPr dirty="0" sz="1900" spc="-50">
                <a:latin typeface="Arial"/>
                <a:cs typeface="Arial"/>
              </a:rPr>
              <a:t>•</a:t>
            </a:r>
            <a:endParaRPr sz="19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09850" y="1000040"/>
            <a:ext cx="295275" cy="303276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2200"/>
              </a:lnSpc>
            </a:pPr>
            <a:r>
              <a:rPr dirty="0" sz="1900" b="1">
                <a:latin typeface="Arial"/>
                <a:cs typeface="Arial"/>
              </a:rPr>
              <a:t>Theme-</a:t>
            </a:r>
            <a:r>
              <a:rPr dirty="0" sz="1900" spc="-50" b="1">
                <a:latin typeface="Arial"/>
                <a:cs typeface="Arial"/>
              </a:rPr>
              <a:t> </a:t>
            </a:r>
            <a:r>
              <a:rPr dirty="0" sz="1900" b="1">
                <a:latin typeface="Arial"/>
                <a:cs typeface="Arial"/>
              </a:rPr>
              <a:t>Smart</a:t>
            </a:r>
            <a:r>
              <a:rPr dirty="0" sz="1900" spc="-114" b="1">
                <a:latin typeface="Arial"/>
                <a:cs typeface="Arial"/>
              </a:rPr>
              <a:t> </a:t>
            </a:r>
            <a:r>
              <a:rPr dirty="0" sz="1900" spc="-10" b="1">
                <a:latin typeface="Arial"/>
                <a:cs typeface="Arial"/>
              </a:rPr>
              <a:t>Automation</a:t>
            </a:r>
            <a:endParaRPr sz="19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30730" y="773822"/>
            <a:ext cx="295275" cy="110489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2200"/>
              </a:lnSpc>
            </a:pPr>
            <a:r>
              <a:rPr dirty="0" sz="1900" spc="-50">
                <a:latin typeface="Arial"/>
                <a:cs typeface="Arial"/>
              </a:rPr>
              <a:t>•</a:t>
            </a:r>
            <a:endParaRPr sz="19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30730" y="1000040"/>
            <a:ext cx="295275" cy="262699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2200"/>
              </a:lnSpc>
            </a:pPr>
            <a:r>
              <a:rPr dirty="0" sz="1900" b="1">
                <a:latin typeface="Arial"/>
                <a:cs typeface="Arial"/>
              </a:rPr>
              <a:t>PS</a:t>
            </a:r>
            <a:r>
              <a:rPr dirty="0" sz="1900" spc="-55" b="1">
                <a:latin typeface="Arial"/>
                <a:cs typeface="Arial"/>
              </a:rPr>
              <a:t> </a:t>
            </a:r>
            <a:r>
              <a:rPr dirty="0" sz="1900" b="1">
                <a:latin typeface="Arial"/>
                <a:cs typeface="Arial"/>
              </a:rPr>
              <a:t>Category-</a:t>
            </a:r>
            <a:r>
              <a:rPr dirty="0" sz="1900" spc="-55" b="1">
                <a:latin typeface="Arial"/>
                <a:cs typeface="Arial"/>
              </a:rPr>
              <a:t> </a:t>
            </a:r>
            <a:r>
              <a:rPr dirty="0" sz="1900" spc="-10" b="1">
                <a:latin typeface="Arial"/>
                <a:cs typeface="Arial"/>
              </a:rPr>
              <a:t>Software</a:t>
            </a:r>
            <a:endParaRPr sz="19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51610" y="773822"/>
            <a:ext cx="295275" cy="110489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2200"/>
              </a:lnSpc>
            </a:pPr>
            <a:r>
              <a:rPr dirty="0" sz="1900" spc="-50">
                <a:latin typeface="Arial"/>
                <a:cs typeface="Arial"/>
              </a:rPr>
              <a:t>•</a:t>
            </a:r>
            <a:endParaRPr sz="19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51610" y="1000040"/>
            <a:ext cx="295275" cy="189865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2200"/>
              </a:lnSpc>
            </a:pPr>
            <a:r>
              <a:rPr dirty="0" sz="1900" spc="-20" b="1">
                <a:latin typeface="Arial"/>
                <a:cs typeface="Arial"/>
              </a:rPr>
              <a:t>Team</a:t>
            </a:r>
            <a:r>
              <a:rPr dirty="0" sz="1900" spc="-70" b="1">
                <a:latin typeface="Arial"/>
                <a:cs typeface="Arial"/>
              </a:rPr>
              <a:t> </a:t>
            </a:r>
            <a:r>
              <a:rPr dirty="0" sz="1900" b="1">
                <a:latin typeface="Arial"/>
                <a:cs typeface="Arial"/>
              </a:rPr>
              <a:t>ID-</a:t>
            </a:r>
            <a:r>
              <a:rPr dirty="0" sz="1900" spc="-65" b="1">
                <a:latin typeface="Arial"/>
                <a:cs typeface="Arial"/>
              </a:rPr>
              <a:t> </a:t>
            </a:r>
            <a:r>
              <a:rPr dirty="0" sz="1900" spc="-10" b="1">
                <a:latin typeface="Arial"/>
                <a:cs typeface="Arial"/>
              </a:rPr>
              <a:t>165122</a:t>
            </a:r>
            <a:endParaRPr sz="19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72490" y="773822"/>
            <a:ext cx="295275" cy="110489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2200"/>
              </a:lnSpc>
            </a:pPr>
            <a:r>
              <a:rPr dirty="0" sz="1900" spc="-50">
                <a:latin typeface="Arial"/>
                <a:cs typeface="Arial"/>
              </a:rPr>
              <a:t>•</a:t>
            </a:r>
            <a:endParaRPr sz="19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72490" y="1000040"/>
            <a:ext cx="295275" cy="549148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2200"/>
              </a:lnSpc>
            </a:pPr>
            <a:r>
              <a:rPr dirty="0" sz="1900" spc="-20" b="1">
                <a:latin typeface="Arial"/>
                <a:cs typeface="Arial"/>
              </a:rPr>
              <a:t>Team</a:t>
            </a:r>
            <a:r>
              <a:rPr dirty="0" sz="1900" spc="-75" b="1">
                <a:latin typeface="Arial"/>
                <a:cs typeface="Arial"/>
              </a:rPr>
              <a:t> </a:t>
            </a:r>
            <a:r>
              <a:rPr dirty="0" sz="1900" b="1">
                <a:latin typeface="Arial"/>
                <a:cs typeface="Arial"/>
              </a:rPr>
              <a:t>Name</a:t>
            </a:r>
            <a:r>
              <a:rPr dirty="0" sz="1900" spc="-70" b="1">
                <a:latin typeface="Arial"/>
                <a:cs typeface="Arial"/>
              </a:rPr>
              <a:t> </a:t>
            </a:r>
            <a:r>
              <a:rPr dirty="0" sz="1900" b="1">
                <a:latin typeface="Arial"/>
                <a:cs typeface="Arial"/>
              </a:rPr>
              <a:t>(Registered</a:t>
            </a:r>
            <a:r>
              <a:rPr dirty="0" sz="1900" spc="-70" b="1">
                <a:latin typeface="Arial"/>
                <a:cs typeface="Arial"/>
              </a:rPr>
              <a:t> </a:t>
            </a:r>
            <a:r>
              <a:rPr dirty="0" sz="1900" b="1">
                <a:latin typeface="Arial"/>
                <a:cs typeface="Arial"/>
              </a:rPr>
              <a:t>on</a:t>
            </a:r>
            <a:r>
              <a:rPr dirty="0" sz="1900" spc="-75" b="1">
                <a:latin typeface="Arial"/>
                <a:cs typeface="Arial"/>
              </a:rPr>
              <a:t> </a:t>
            </a:r>
            <a:r>
              <a:rPr dirty="0" sz="1900" b="1">
                <a:latin typeface="Arial"/>
                <a:cs typeface="Arial"/>
              </a:rPr>
              <a:t>portal)-</a:t>
            </a:r>
            <a:r>
              <a:rPr dirty="0" sz="1900" spc="-70" b="1">
                <a:latin typeface="Arial"/>
                <a:cs typeface="Arial"/>
              </a:rPr>
              <a:t> </a:t>
            </a:r>
            <a:r>
              <a:rPr dirty="0" sz="1900" spc="-10" b="1">
                <a:latin typeface="Arial"/>
                <a:cs typeface="Arial"/>
              </a:rPr>
              <a:t>Impactverse</a:t>
            </a:r>
            <a:endParaRPr sz="19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516364" y="8262810"/>
            <a:ext cx="4975860" cy="1781175"/>
            <a:chOff x="1516364" y="8262810"/>
            <a:chExt cx="4975860" cy="1781175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50738" y="8262810"/>
              <a:ext cx="840930" cy="178079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524266" y="9377093"/>
              <a:ext cx="389890" cy="348615"/>
            </a:xfrm>
            <a:custGeom>
              <a:avLst/>
              <a:gdLst/>
              <a:ahLst/>
              <a:cxnLst/>
              <a:rect l="l" t="t" r="r" b="b"/>
              <a:pathLst>
                <a:path w="389889" h="348615">
                  <a:moveTo>
                    <a:pt x="217970" y="309276"/>
                  </a:moveTo>
                  <a:lnTo>
                    <a:pt x="154562" y="309276"/>
                  </a:lnTo>
                  <a:lnTo>
                    <a:pt x="153896" y="309430"/>
                  </a:lnTo>
                  <a:lnTo>
                    <a:pt x="153325" y="309628"/>
                  </a:lnTo>
                  <a:lnTo>
                    <a:pt x="153041" y="309628"/>
                  </a:lnTo>
                  <a:lnTo>
                    <a:pt x="120016" y="317269"/>
                  </a:lnTo>
                  <a:lnTo>
                    <a:pt x="119630" y="317269"/>
                  </a:lnTo>
                  <a:lnTo>
                    <a:pt x="83419" y="322186"/>
                  </a:lnTo>
                  <a:lnTo>
                    <a:pt x="82729" y="322186"/>
                  </a:lnTo>
                  <a:lnTo>
                    <a:pt x="43524" y="324327"/>
                  </a:lnTo>
                  <a:lnTo>
                    <a:pt x="341" y="324327"/>
                  </a:lnTo>
                  <a:lnTo>
                    <a:pt x="223" y="332431"/>
                  </a:lnTo>
                  <a:lnTo>
                    <a:pt x="102" y="340786"/>
                  </a:lnTo>
                  <a:lnTo>
                    <a:pt x="0" y="347784"/>
                  </a:lnTo>
                  <a:lnTo>
                    <a:pt x="44006" y="348437"/>
                  </a:lnTo>
                  <a:lnTo>
                    <a:pt x="44473" y="348437"/>
                  </a:lnTo>
                  <a:lnTo>
                    <a:pt x="85691" y="346185"/>
                  </a:lnTo>
                  <a:lnTo>
                    <a:pt x="85988" y="346185"/>
                  </a:lnTo>
                  <a:lnTo>
                    <a:pt x="124359" y="340987"/>
                  </a:lnTo>
                  <a:lnTo>
                    <a:pt x="184596" y="324327"/>
                  </a:lnTo>
                  <a:lnTo>
                    <a:pt x="45718" y="324327"/>
                  </a:lnTo>
                  <a:lnTo>
                    <a:pt x="351" y="323654"/>
                  </a:lnTo>
                  <a:lnTo>
                    <a:pt x="186539" y="323654"/>
                  </a:lnTo>
                  <a:lnTo>
                    <a:pt x="192627" y="321542"/>
                  </a:lnTo>
                  <a:lnTo>
                    <a:pt x="193954" y="320989"/>
                  </a:lnTo>
                  <a:lnTo>
                    <a:pt x="217249" y="309628"/>
                  </a:lnTo>
                  <a:lnTo>
                    <a:pt x="153325" y="309628"/>
                  </a:lnTo>
                  <a:lnTo>
                    <a:pt x="154020" y="309430"/>
                  </a:lnTo>
                  <a:lnTo>
                    <a:pt x="217654" y="309430"/>
                  </a:lnTo>
                  <a:lnTo>
                    <a:pt x="217970" y="309276"/>
                  </a:lnTo>
                  <a:close/>
                </a:path>
                <a:path w="389889" h="348615">
                  <a:moveTo>
                    <a:pt x="235146" y="298749"/>
                  </a:moveTo>
                  <a:lnTo>
                    <a:pt x="184715" y="298749"/>
                  </a:lnTo>
                  <a:lnTo>
                    <a:pt x="184046" y="298981"/>
                  </a:lnTo>
                  <a:lnTo>
                    <a:pt x="183388" y="299302"/>
                  </a:lnTo>
                  <a:lnTo>
                    <a:pt x="183119" y="299302"/>
                  </a:lnTo>
                  <a:lnTo>
                    <a:pt x="153896" y="309430"/>
                  </a:lnTo>
                  <a:lnTo>
                    <a:pt x="154562" y="309276"/>
                  </a:lnTo>
                  <a:lnTo>
                    <a:pt x="217970" y="309276"/>
                  </a:lnTo>
                  <a:lnTo>
                    <a:pt x="222196" y="307215"/>
                  </a:lnTo>
                  <a:lnTo>
                    <a:pt x="223584" y="306431"/>
                  </a:lnTo>
                  <a:lnTo>
                    <a:pt x="234313" y="299302"/>
                  </a:lnTo>
                  <a:lnTo>
                    <a:pt x="183388" y="299302"/>
                  </a:lnTo>
                  <a:lnTo>
                    <a:pt x="184158" y="298981"/>
                  </a:lnTo>
                  <a:lnTo>
                    <a:pt x="234797" y="298981"/>
                  </a:lnTo>
                  <a:lnTo>
                    <a:pt x="235146" y="298749"/>
                  </a:lnTo>
                  <a:close/>
                </a:path>
                <a:path w="389889" h="348615">
                  <a:moveTo>
                    <a:pt x="253606" y="285528"/>
                  </a:moveTo>
                  <a:lnTo>
                    <a:pt x="211620" y="285528"/>
                  </a:lnTo>
                  <a:lnTo>
                    <a:pt x="210898" y="285880"/>
                  </a:lnTo>
                  <a:lnTo>
                    <a:pt x="210231" y="286323"/>
                  </a:lnTo>
                  <a:lnTo>
                    <a:pt x="209991" y="286323"/>
                  </a:lnTo>
                  <a:lnTo>
                    <a:pt x="184046" y="298981"/>
                  </a:lnTo>
                  <a:lnTo>
                    <a:pt x="184715" y="298749"/>
                  </a:lnTo>
                  <a:lnTo>
                    <a:pt x="235146" y="298749"/>
                  </a:lnTo>
                  <a:lnTo>
                    <a:pt x="248659" y="289771"/>
                  </a:lnTo>
                  <a:lnTo>
                    <a:pt x="250017" y="288725"/>
                  </a:lnTo>
                  <a:lnTo>
                    <a:pt x="252714" y="286323"/>
                  </a:lnTo>
                  <a:lnTo>
                    <a:pt x="210231" y="286323"/>
                  </a:lnTo>
                  <a:lnTo>
                    <a:pt x="211004" y="285880"/>
                  </a:lnTo>
                  <a:lnTo>
                    <a:pt x="253210" y="285880"/>
                  </a:lnTo>
                  <a:lnTo>
                    <a:pt x="253606" y="285528"/>
                  </a:lnTo>
                  <a:close/>
                </a:path>
                <a:path w="389889" h="348615">
                  <a:moveTo>
                    <a:pt x="271403" y="269673"/>
                  </a:moveTo>
                  <a:lnTo>
                    <a:pt x="235318" y="269673"/>
                  </a:lnTo>
                  <a:lnTo>
                    <a:pt x="234552" y="270181"/>
                  </a:lnTo>
                  <a:lnTo>
                    <a:pt x="233960" y="270708"/>
                  </a:lnTo>
                  <a:lnTo>
                    <a:pt x="233758" y="270708"/>
                  </a:lnTo>
                  <a:lnTo>
                    <a:pt x="210898" y="285880"/>
                  </a:lnTo>
                  <a:lnTo>
                    <a:pt x="211620" y="285528"/>
                  </a:lnTo>
                  <a:lnTo>
                    <a:pt x="253606" y="285528"/>
                  </a:lnTo>
                  <a:lnTo>
                    <a:pt x="270240" y="270708"/>
                  </a:lnTo>
                  <a:lnTo>
                    <a:pt x="233960" y="270708"/>
                  </a:lnTo>
                  <a:lnTo>
                    <a:pt x="234652" y="270181"/>
                  </a:lnTo>
                  <a:lnTo>
                    <a:pt x="270833" y="270181"/>
                  </a:lnTo>
                  <a:lnTo>
                    <a:pt x="271403" y="269673"/>
                  </a:lnTo>
                  <a:close/>
                </a:path>
                <a:path w="389889" h="348615">
                  <a:moveTo>
                    <a:pt x="287195" y="251173"/>
                  </a:moveTo>
                  <a:lnTo>
                    <a:pt x="255888" y="251173"/>
                  </a:lnTo>
                  <a:lnTo>
                    <a:pt x="255234" y="251756"/>
                  </a:lnTo>
                  <a:lnTo>
                    <a:pt x="254661" y="252440"/>
                  </a:lnTo>
                  <a:lnTo>
                    <a:pt x="254466" y="252440"/>
                  </a:lnTo>
                  <a:lnTo>
                    <a:pt x="234552" y="270181"/>
                  </a:lnTo>
                  <a:lnTo>
                    <a:pt x="235318" y="269673"/>
                  </a:lnTo>
                  <a:lnTo>
                    <a:pt x="271403" y="269673"/>
                  </a:lnTo>
                  <a:lnTo>
                    <a:pt x="271945" y="269190"/>
                  </a:lnTo>
                  <a:lnTo>
                    <a:pt x="273171" y="267923"/>
                  </a:lnTo>
                  <a:lnTo>
                    <a:pt x="286134" y="252440"/>
                  </a:lnTo>
                  <a:lnTo>
                    <a:pt x="254661" y="252440"/>
                  </a:lnTo>
                  <a:lnTo>
                    <a:pt x="255324" y="251756"/>
                  </a:lnTo>
                  <a:lnTo>
                    <a:pt x="286707" y="251756"/>
                  </a:lnTo>
                  <a:lnTo>
                    <a:pt x="287195" y="251173"/>
                  </a:lnTo>
                  <a:close/>
                </a:path>
                <a:path w="389889" h="348615">
                  <a:moveTo>
                    <a:pt x="301645" y="230009"/>
                  </a:moveTo>
                  <a:lnTo>
                    <a:pt x="273443" y="230009"/>
                  </a:lnTo>
                  <a:lnTo>
                    <a:pt x="272845" y="230724"/>
                  </a:lnTo>
                  <a:lnTo>
                    <a:pt x="272417" y="231417"/>
                  </a:lnTo>
                  <a:lnTo>
                    <a:pt x="272265" y="231417"/>
                  </a:lnTo>
                  <a:lnTo>
                    <a:pt x="255234" y="251756"/>
                  </a:lnTo>
                  <a:lnTo>
                    <a:pt x="255888" y="251173"/>
                  </a:lnTo>
                  <a:lnTo>
                    <a:pt x="287195" y="251173"/>
                  </a:lnTo>
                  <a:lnTo>
                    <a:pt x="291942" y="245503"/>
                  </a:lnTo>
                  <a:lnTo>
                    <a:pt x="292958" y="244095"/>
                  </a:lnTo>
                  <a:lnTo>
                    <a:pt x="300777" y="231417"/>
                  </a:lnTo>
                  <a:lnTo>
                    <a:pt x="272417" y="231417"/>
                  </a:lnTo>
                  <a:lnTo>
                    <a:pt x="272922" y="230724"/>
                  </a:lnTo>
                  <a:lnTo>
                    <a:pt x="301205" y="230724"/>
                  </a:lnTo>
                  <a:lnTo>
                    <a:pt x="301645" y="230009"/>
                  </a:lnTo>
                  <a:close/>
                </a:path>
                <a:path w="389889" h="348615">
                  <a:moveTo>
                    <a:pt x="340938" y="71759"/>
                  </a:moveTo>
                  <a:lnTo>
                    <a:pt x="316828" y="72900"/>
                  </a:lnTo>
                  <a:lnTo>
                    <a:pt x="316908" y="75165"/>
                  </a:lnTo>
                  <a:lnTo>
                    <a:pt x="317219" y="81378"/>
                  </a:lnTo>
                  <a:lnTo>
                    <a:pt x="314363" y="117051"/>
                  </a:lnTo>
                  <a:lnTo>
                    <a:pt x="308522" y="149706"/>
                  </a:lnTo>
                  <a:lnTo>
                    <a:pt x="306447" y="156634"/>
                  </a:lnTo>
                  <a:lnTo>
                    <a:pt x="299735" y="179376"/>
                  </a:lnTo>
                  <a:lnTo>
                    <a:pt x="295425" y="189129"/>
                  </a:lnTo>
                  <a:lnTo>
                    <a:pt x="288042" y="206110"/>
                  </a:lnTo>
                  <a:lnTo>
                    <a:pt x="287619" y="206796"/>
                  </a:lnTo>
                  <a:lnTo>
                    <a:pt x="287277" y="207568"/>
                  </a:lnTo>
                  <a:lnTo>
                    <a:pt x="287142" y="207568"/>
                  </a:lnTo>
                  <a:lnTo>
                    <a:pt x="272845" y="230724"/>
                  </a:lnTo>
                  <a:lnTo>
                    <a:pt x="273443" y="230009"/>
                  </a:lnTo>
                  <a:lnTo>
                    <a:pt x="301645" y="230009"/>
                  </a:lnTo>
                  <a:lnTo>
                    <a:pt x="308571" y="218779"/>
                  </a:lnTo>
                  <a:lnTo>
                    <a:pt x="309346" y="217321"/>
                  </a:lnTo>
                  <a:lnTo>
                    <a:pt x="313656" y="207568"/>
                  </a:lnTo>
                  <a:lnTo>
                    <a:pt x="287277" y="207568"/>
                  </a:lnTo>
                  <a:lnTo>
                    <a:pt x="287682" y="206796"/>
                  </a:lnTo>
                  <a:lnTo>
                    <a:pt x="313997" y="206796"/>
                  </a:lnTo>
                  <a:lnTo>
                    <a:pt x="321804" y="189129"/>
                  </a:lnTo>
                  <a:lnTo>
                    <a:pt x="338112" y="121354"/>
                  </a:lnTo>
                  <a:lnTo>
                    <a:pt x="341268" y="83339"/>
                  </a:lnTo>
                  <a:lnTo>
                    <a:pt x="341278" y="81378"/>
                  </a:lnTo>
                  <a:lnTo>
                    <a:pt x="341058" y="75165"/>
                  </a:lnTo>
                  <a:lnTo>
                    <a:pt x="340938" y="71759"/>
                  </a:lnTo>
                  <a:close/>
                </a:path>
                <a:path w="389889" h="348615">
                  <a:moveTo>
                    <a:pt x="325785" y="0"/>
                  </a:moveTo>
                  <a:lnTo>
                    <a:pt x="268949" y="75165"/>
                  </a:lnTo>
                  <a:lnTo>
                    <a:pt x="316828" y="72900"/>
                  </a:lnTo>
                  <a:lnTo>
                    <a:pt x="315861" y="45626"/>
                  </a:lnTo>
                  <a:lnTo>
                    <a:pt x="339981" y="44771"/>
                  </a:lnTo>
                  <a:lnTo>
                    <a:pt x="366823" y="44771"/>
                  </a:lnTo>
                  <a:lnTo>
                    <a:pt x="325785" y="0"/>
                  </a:lnTo>
                  <a:close/>
                </a:path>
                <a:path w="389889" h="348615">
                  <a:moveTo>
                    <a:pt x="339981" y="44771"/>
                  </a:moveTo>
                  <a:lnTo>
                    <a:pt x="315861" y="45626"/>
                  </a:lnTo>
                  <a:lnTo>
                    <a:pt x="316706" y="69464"/>
                  </a:lnTo>
                  <a:lnTo>
                    <a:pt x="316828" y="72900"/>
                  </a:lnTo>
                  <a:lnTo>
                    <a:pt x="340938" y="71759"/>
                  </a:lnTo>
                  <a:lnTo>
                    <a:pt x="340011" y="45626"/>
                  </a:lnTo>
                  <a:lnTo>
                    <a:pt x="339981" y="44771"/>
                  </a:lnTo>
                  <a:close/>
                </a:path>
                <a:path w="389889" h="348615">
                  <a:moveTo>
                    <a:pt x="366823" y="44771"/>
                  </a:moveTo>
                  <a:lnTo>
                    <a:pt x="339981" y="44771"/>
                  </a:lnTo>
                  <a:lnTo>
                    <a:pt x="340856" y="69464"/>
                  </a:lnTo>
                  <a:lnTo>
                    <a:pt x="340938" y="71759"/>
                  </a:lnTo>
                  <a:lnTo>
                    <a:pt x="389458" y="69464"/>
                  </a:lnTo>
                  <a:lnTo>
                    <a:pt x="366823" y="44771"/>
                  </a:lnTo>
                  <a:close/>
                </a:path>
              </a:pathLst>
            </a:custGeom>
            <a:solidFill>
              <a:srgbClr val="0B1B3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16364" y="8629013"/>
              <a:ext cx="691967" cy="790619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792243" y="8860187"/>
            <a:ext cx="154940" cy="32829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065"/>
              </a:lnSpc>
            </a:pPr>
            <a:r>
              <a:rPr dirty="0" u="sng" sz="1000" spc="-3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Segoe UI Symbol"/>
                <a:cs typeface="Segoe UI Symbol"/>
              </a:rPr>
              <a:t>Video</a:t>
            </a:r>
            <a:endParaRPr sz="1000">
              <a:latin typeface="Segoe UI Symbol"/>
              <a:cs typeface="Segoe UI 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45823" y="8817377"/>
            <a:ext cx="146050" cy="128333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000"/>
              </a:lnSpc>
            </a:pPr>
            <a:r>
              <a:rPr dirty="0" sz="950" spc="-35">
                <a:latin typeface="Segoe UI Symbol"/>
                <a:cs typeface="Segoe UI Symbol"/>
              </a:rPr>
              <a:t>Please</a:t>
            </a:r>
            <a:r>
              <a:rPr dirty="0" sz="950" spc="-40">
                <a:latin typeface="Segoe UI Symbol"/>
                <a:cs typeface="Segoe UI Symbol"/>
              </a:rPr>
              <a:t> </a:t>
            </a:r>
            <a:r>
              <a:rPr dirty="0" sz="950" spc="-50">
                <a:latin typeface="Segoe UI Symbol"/>
                <a:cs typeface="Segoe UI Symbol"/>
              </a:rPr>
              <a:t>look</a:t>
            </a:r>
            <a:r>
              <a:rPr dirty="0" sz="950" spc="-40">
                <a:latin typeface="Segoe UI Symbol"/>
                <a:cs typeface="Segoe UI Symbol"/>
              </a:rPr>
              <a:t> into</a:t>
            </a:r>
            <a:r>
              <a:rPr dirty="0" sz="950" spc="-35">
                <a:latin typeface="Segoe UI Symbol"/>
                <a:cs typeface="Segoe UI Symbol"/>
              </a:rPr>
              <a:t> the</a:t>
            </a:r>
            <a:r>
              <a:rPr dirty="0" sz="950" spc="-40">
                <a:latin typeface="Segoe UI Symbol"/>
                <a:cs typeface="Segoe UI Symbol"/>
              </a:rPr>
              <a:t> </a:t>
            </a:r>
            <a:r>
              <a:rPr dirty="0" sz="950" spc="-20">
                <a:latin typeface="Segoe UI Symbol"/>
                <a:cs typeface="Segoe UI Symbol"/>
              </a:rPr>
              <a:t>video</a:t>
            </a:r>
            <a:endParaRPr sz="95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4880" y="9532620"/>
            <a:ext cx="162560" cy="9842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080"/>
              </a:lnSpc>
            </a:pPr>
            <a:r>
              <a:rPr dirty="0" sz="950" spc="5" b="1">
                <a:solidFill>
                  <a:srgbClr val="FFFFFF"/>
                </a:solidFill>
                <a:latin typeface="Segoe UI Symbol"/>
                <a:cs typeface="Segoe UI Symbol"/>
              </a:rPr>
              <a:t>2</a:t>
            </a:r>
            <a:endParaRPr sz="950">
              <a:latin typeface="Segoe UI Symbol"/>
              <a:cs typeface="Segoe UI Symbo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34880" y="4369805"/>
            <a:ext cx="162560" cy="67754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080"/>
              </a:lnSpc>
            </a:pPr>
            <a:r>
              <a:rPr dirty="0" sz="950">
                <a:solidFill>
                  <a:srgbClr val="FFFFFF"/>
                </a:solidFill>
                <a:latin typeface="Segoe UI Symbol"/>
                <a:cs typeface="Segoe UI Symbol"/>
              </a:rPr>
              <a:t>@SIH</a:t>
            </a:r>
            <a:r>
              <a:rPr dirty="0" sz="950" spc="22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950" spc="90">
                <a:solidFill>
                  <a:srgbClr val="FFFFFF"/>
                </a:solidFill>
                <a:latin typeface="Segoe UI Symbol"/>
                <a:cs typeface="Segoe UI Symbol"/>
              </a:rPr>
              <a:t>Idea</a:t>
            </a:r>
            <a:endParaRPr sz="950">
              <a:latin typeface="Segoe UI Symbol"/>
              <a:cs typeface="Segoe UI 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34880" y="5093705"/>
            <a:ext cx="162560" cy="147383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080"/>
              </a:lnSpc>
            </a:pPr>
            <a:r>
              <a:rPr dirty="0" sz="950" spc="105">
                <a:solidFill>
                  <a:srgbClr val="FFFFFF"/>
                </a:solidFill>
                <a:latin typeface="Segoe UI Symbol"/>
                <a:cs typeface="Segoe UI Symbol"/>
              </a:rPr>
              <a:t>submission-</a:t>
            </a:r>
            <a:r>
              <a:rPr dirty="0" sz="950" spc="31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950" spc="65">
                <a:solidFill>
                  <a:srgbClr val="FFFFFF"/>
                </a:solidFill>
                <a:latin typeface="Segoe UI Symbol"/>
                <a:cs typeface="Segoe UI Symbol"/>
              </a:rPr>
              <a:t>Template</a:t>
            </a:r>
            <a:endParaRPr sz="950">
              <a:latin typeface="Segoe UI Symbol"/>
              <a:cs typeface="Segoe UI Symbo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789033" y="772003"/>
            <a:ext cx="514350" cy="1524000"/>
          </a:xfrm>
          <a:custGeom>
            <a:avLst/>
            <a:gdLst/>
            <a:ahLst/>
            <a:cxnLst/>
            <a:rect l="l" t="t" r="r" b="b"/>
            <a:pathLst>
              <a:path w="514350" h="1524000">
                <a:moveTo>
                  <a:pt x="305324" y="1511300"/>
                </a:moveTo>
                <a:lnTo>
                  <a:pt x="208794" y="1511300"/>
                </a:lnTo>
                <a:lnTo>
                  <a:pt x="214906" y="1524000"/>
                </a:lnTo>
                <a:lnTo>
                  <a:pt x="299222" y="1524000"/>
                </a:lnTo>
                <a:lnTo>
                  <a:pt x="305324" y="1511300"/>
                </a:lnTo>
                <a:close/>
              </a:path>
              <a:path w="514350" h="1524000">
                <a:moveTo>
                  <a:pt x="223372" y="1498600"/>
                </a:moveTo>
                <a:lnTo>
                  <a:pt x="188917" y="1498600"/>
                </a:lnTo>
                <a:lnTo>
                  <a:pt x="195261" y="1511300"/>
                </a:lnTo>
                <a:lnTo>
                  <a:pt x="229535" y="1511300"/>
                </a:lnTo>
                <a:lnTo>
                  <a:pt x="223372" y="1498600"/>
                </a:lnTo>
                <a:close/>
              </a:path>
              <a:path w="514350" h="1524000">
                <a:moveTo>
                  <a:pt x="228893" y="1498600"/>
                </a:moveTo>
                <a:lnTo>
                  <a:pt x="229535" y="1511300"/>
                </a:lnTo>
                <a:lnTo>
                  <a:pt x="235106" y="1511300"/>
                </a:lnTo>
                <a:lnTo>
                  <a:pt x="228893" y="1498600"/>
                </a:lnTo>
                <a:close/>
              </a:path>
              <a:path w="514350" h="1524000">
                <a:moveTo>
                  <a:pt x="285226" y="1498600"/>
                </a:moveTo>
                <a:lnTo>
                  <a:pt x="279022" y="1511300"/>
                </a:lnTo>
                <a:lnTo>
                  <a:pt x="284593" y="1511300"/>
                </a:lnTo>
                <a:lnTo>
                  <a:pt x="285226" y="1498600"/>
                </a:lnTo>
                <a:close/>
              </a:path>
              <a:path w="514350" h="1524000">
                <a:moveTo>
                  <a:pt x="324810" y="1498600"/>
                </a:moveTo>
                <a:lnTo>
                  <a:pt x="290746" y="1498600"/>
                </a:lnTo>
                <a:lnTo>
                  <a:pt x="284593" y="1511300"/>
                </a:lnTo>
                <a:lnTo>
                  <a:pt x="318415" y="1511300"/>
                </a:lnTo>
                <a:lnTo>
                  <a:pt x="324810" y="1498600"/>
                </a:lnTo>
                <a:close/>
              </a:path>
              <a:path w="514350" h="1524000">
                <a:moveTo>
                  <a:pt x="201303" y="1485900"/>
                </a:moveTo>
                <a:lnTo>
                  <a:pt x="170458" y="1485900"/>
                </a:lnTo>
                <a:lnTo>
                  <a:pt x="176521" y="1498600"/>
                </a:lnTo>
                <a:lnTo>
                  <a:pt x="207256" y="1498600"/>
                </a:lnTo>
                <a:lnTo>
                  <a:pt x="201303" y="1485900"/>
                </a:lnTo>
                <a:close/>
              </a:path>
              <a:path w="514350" h="1524000">
                <a:moveTo>
                  <a:pt x="343380" y="1485900"/>
                </a:moveTo>
                <a:lnTo>
                  <a:pt x="312814" y="1485900"/>
                </a:lnTo>
                <a:lnTo>
                  <a:pt x="306862" y="1498600"/>
                </a:lnTo>
                <a:lnTo>
                  <a:pt x="337286" y="1498600"/>
                </a:lnTo>
                <a:lnTo>
                  <a:pt x="343380" y="1485900"/>
                </a:lnTo>
                <a:close/>
              </a:path>
              <a:path w="514350" h="1524000">
                <a:moveTo>
                  <a:pt x="190334" y="1473200"/>
                </a:moveTo>
                <a:lnTo>
                  <a:pt x="158624" y="1473200"/>
                </a:lnTo>
                <a:lnTo>
                  <a:pt x="164495" y="1485900"/>
                </a:lnTo>
                <a:lnTo>
                  <a:pt x="196166" y="1485900"/>
                </a:lnTo>
                <a:lnTo>
                  <a:pt x="190334" y="1473200"/>
                </a:lnTo>
                <a:close/>
              </a:path>
              <a:path w="514350" h="1524000">
                <a:moveTo>
                  <a:pt x="355273" y="1473200"/>
                </a:moveTo>
                <a:lnTo>
                  <a:pt x="323783" y="1473200"/>
                </a:lnTo>
                <a:lnTo>
                  <a:pt x="317952" y="1485900"/>
                </a:lnTo>
                <a:lnTo>
                  <a:pt x="349371" y="1485900"/>
                </a:lnTo>
                <a:lnTo>
                  <a:pt x="355273" y="1473200"/>
                </a:lnTo>
                <a:close/>
              </a:path>
              <a:path w="514350" h="1524000">
                <a:moveTo>
                  <a:pt x="163419" y="1447800"/>
                </a:moveTo>
                <a:lnTo>
                  <a:pt x="141551" y="1447800"/>
                </a:lnTo>
                <a:lnTo>
                  <a:pt x="147152" y="1460500"/>
                </a:lnTo>
                <a:lnTo>
                  <a:pt x="152843" y="1473200"/>
                </a:lnTo>
                <a:lnTo>
                  <a:pt x="179717" y="1473200"/>
                </a:lnTo>
                <a:lnTo>
                  <a:pt x="174067" y="1460500"/>
                </a:lnTo>
                <a:lnTo>
                  <a:pt x="168930" y="1460500"/>
                </a:lnTo>
                <a:lnTo>
                  <a:pt x="163419" y="1447800"/>
                </a:lnTo>
                <a:close/>
              </a:path>
              <a:path w="514350" h="1524000">
                <a:moveTo>
                  <a:pt x="372405" y="1447800"/>
                </a:moveTo>
                <a:lnTo>
                  <a:pt x="350709" y="1447800"/>
                </a:lnTo>
                <a:lnTo>
                  <a:pt x="345199" y="1460500"/>
                </a:lnTo>
                <a:lnTo>
                  <a:pt x="340051" y="1460500"/>
                </a:lnTo>
                <a:lnTo>
                  <a:pt x="334411" y="1473200"/>
                </a:lnTo>
                <a:lnTo>
                  <a:pt x="361074" y="1473200"/>
                </a:lnTo>
                <a:lnTo>
                  <a:pt x="366786" y="1460500"/>
                </a:lnTo>
                <a:lnTo>
                  <a:pt x="372405" y="1447800"/>
                </a:lnTo>
                <a:close/>
              </a:path>
              <a:path w="514350" h="1524000">
                <a:moveTo>
                  <a:pt x="147825" y="1422400"/>
                </a:moveTo>
                <a:lnTo>
                  <a:pt x="125404" y="1422400"/>
                </a:lnTo>
                <a:lnTo>
                  <a:pt x="130613" y="1435100"/>
                </a:lnTo>
                <a:lnTo>
                  <a:pt x="136042" y="1447800"/>
                </a:lnTo>
                <a:lnTo>
                  <a:pt x="163601" y="1447800"/>
                </a:lnTo>
                <a:lnTo>
                  <a:pt x="158161" y="1435100"/>
                </a:lnTo>
                <a:lnTo>
                  <a:pt x="153115" y="1435100"/>
                </a:lnTo>
                <a:lnTo>
                  <a:pt x="147825" y="1422400"/>
                </a:lnTo>
                <a:close/>
              </a:path>
              <a:path w="514350" h="1524000">
                <a:moveTo>
                  <a:pt x="393971" y="114300"/>
                </a:moveTo>
                <a:lnTo>
                  <a:pt x="371260" y="114300"/>
                </a:lnTo>
                <a:lnTo>
                  <a:pt x="376397" y="127000"/>
                </a:lnTo>
                <a:lnTo>
                  <a:pt x="381344" y="139700"/>
                </a:lnTo>
                <a:lnTo>
                  <a:pt x="386210" y="152400"/>
                </a:lnTo>
                <a:lnTo>
                  <a:pt x="391006" y="165100"/>
                </a:lnTo>
                <a:lnTo>
                  <a:pt x="395731" y="165100"/>
                </a:lnTo>
                <a:lnTo>
                  <a:pt x="409385" y="203200"/>
                </a:lnTo>
                <a:lnTo>
                  <a:pt x="422244" y="241300"/>
                </a:lnTo>
                <a:lnTo>
                  <a:pt x="434209" y="279400"/>
                </a:lnTo>
                <a:lnTo>
                  <a:pt x="445278" y="317500"/>
                </a:lnTo>
                <a:lnTo>
                  <a:pt x="452125" y="355600"/>
                </a:lnTo>
                <a:lnTo>
                  <a:pt x="455372" y="368300"/>
                </a:lnTo>
                <a:lnTo>
                  <a:pt x="458509" y="381000"/>
                </a:lnTo>
                <a:lnTo>
                  <a:pt x="461525" y="393700"/>
                </a:lnTo>
                <a:lnTo>
                  <a:pt x="464421" y="406400"/>
                </a:lnTo>
                <a:lnTo>
                  <a:pt x="467196" y="431800"/>
                </a:lnTo>
                <a:lnTo>
                  <a:pt x="469840" y="444500"/>
                </a:lnTo>
                <a:lnTo>
                  <a:pt x="472365" y="457200"/>
                </a:lnTo>
                <a:lnTo>
                  <a:pt x="474767" y="482600"/>
                </a:lnTo>
                <a:lnTo>
                  <a:pt x="477029" y="495300"/>
                </a:lnTo>
                <a:lnTo>
                  <a:pt x="479170" y="508000"/>
                </a:lnTo>
                <a:lnTo>
                  <a:pt x="481172" y="533400"/>
                </a:lnTo>
                <a:lnTo>
                  <a:pt x="483031" y="546100"/>
                </a:lnTo>
                <a:lnTo>
                  <a:pt x="484761" y="558800"/>
                </a:lnTo>
                <a:lnTo>
                  <a:pt x="486350" y="584200"/>
                </a:lnTo>
                <a:lnTo>
                  <a:pt x="487787" y="596900"/>
                </a:lnTo>
                <a:lnTo>
                  <a:pt x="489094" y="622300"/>
                </a:lnTo>
                <a:lnTo>
                  <a:pt x="490250" y="635000"/>
                </a:lnTo>
                <a:lnTo>
                  <a:pt x="491256" y="660400"/>
                </a:lnTo>
                <a:lnTo>
                  <a:pt x="492111" y="673100"/>
                </a:lnTo>
                <a:lnTo>
                  <a:pt x="492824" y="685800"/>
                </a:lnTo>
                <a:lnTo>
                  <a:pt x="493377" y="711200"/>
                </a:lnTo>
                <a:lnTo>
                  <a:pt x="493769" y="723900"/>
                </a:lnTo>
                <a:lnTo>
                  <a:pt x="494010" y="749300"/>
                </a:lnTo>
                <a:lnTo>
                  <a:pt x="494010" y="787400"/>
                </a:lnTo>
                <a:lnTo>
                  <a:pt x="493769" y="812800"/>
                </a:lnTo>
                <a:lnTo>
                  <a:pt x="493377" y="825500"/>
                </a:lnTo>
                <a:lnTo>
                  <a:pt x="492824" y="850900"/>
                </a:lnTo>
                <a:lnTo>
                  <a:pt x="492121" y="863600"/>
                </a:lnTo>
                <a:lnTo>
                  <a:pt x="491256" y="876300"/>
                </a:lnTo>
                <a:lnTo>
                  <a:pt x="490250" y="901700"/>
                </a:lnTo>
                <a:lnTo>
                  <a:pt x="489094" y="914400"/>
                </a:lnTo>
                <a:lnTo>
                  <a:pt x="487798" y="939800"/>
                </a:lnTo>
                <a:lnTo>
                  <a:pt x="486350" y="952500"/>
                </a:lnTo>
                <a:lnTo>
                  <a:pt x="484771" y="977900"/>
                </a:lnTo>
                <a:lnTo>
                  <a:pt x="483041" y="990600"/>
                </a:lnTo>
                <a:lnTo>
                  <a:pt x="481172" y="1003300"/>
                </a:lnTo>
                <a:lnTo>
                  <a:pt x="479181" y="1028700"/>
                </a:lnTo>
                <a:lnTo>
                  <a:pt x="477039" y="1041400"/>
                </a:lnTo>
                <a:lnTo>
                  <a:pt x="474778" y="1054100"/>
                </a:lnTo>
                <a:lnTo>
                  <a:pt x="472384" y="1079500"/>
                </a:lnTo>
                <a:lnTo>
                  <a:pt x="469860" y="1092200"/>
                </a:lnTo>
                <a:lnTo>
                  <a:pt x="467206" y="1104900"/>
                </a:lnTo>
                <a:lnTo>
                  <a:pt x="464431" y="1130300"/>
                </a:lnTo>
                <a:lnTo>
                  <a:pt x="461535" y="1143000"/>
                </a:lnTo>
                <a:lnTo>
                  <a:pt x="458529" y="1155700"/>
                </a:lnTo>
                <a:lnTo>
                  <a:pt x="455392" y="1168400"/>
                </a:lnTo>
                <a:lnTo>
                  <a:pt x="452145" y="1181100"/>
                </a:lnTo>
                <a:lnTo>
                  <a:pt x="448787" y="1206500"/>
                </a:lnTo>
                <a:lnTo>
                  <a:pt x="438039" y="1244600"/>
                </a:lnTo>
                <a:lnTo>
                  <a:pt x="426305" y="1282700"/>
                </a:lnTo>
                <a:lnTo>
                  <a:pt x="413719" y="1320800"/>
                </a:lnTo>
                <a:lnTo>
                  <a:pt x="395650" y="1371600"/>
                </a:lnTo>
                <a:lnTo>
                  <a:pt x="390926" y="1371600"/>
                </a:lnTo>
                <a:lnTo>
                  <a:pt x="386119" y="1384300"/>
                </a:lnTo>
                <a:lnTo>
                  <a:pt x="376287" y="1409700"/>
                </a:lnTo>
                <a:lnTo>
                  <a:pt x="371260" y="1409700"/>
                </a:lnTo>
                <a:lnTo>
                  <a:pt x="362876" y="1430627"/>
                </a:lnTo>
                <a:lnTo>
                  <a:pt x="361014" y="1435100"/>
                </a:lnTo>
                <a:lnTo>
                  <a:pt x="355956" y="1435100"/>
                </a:lnTo>
                <a:lnTo>
                  <a:pt x="350527" y="1447800"/>
                </a:lnTo>
                <a:lnTo>
                  <a:pt x="377935" y="1447800"/>
                </a:lnTo>
                <a:lnTo>
                  <a:pt x="388834" y="1422400"/>
                </a:lnTo>
                <a:lnTo>
                  <a:pt x="394082" y="1422400"/>
                </a:lnTo>
                <a:lnTo>
                  <a:pt x="409265" y="1384300"/>
                </a:lnTo>
                <a:lnTo>
                  <a:pt x="423602" y="1346200"/>
                </a:lnTo>
                <a:lnTo>
                  <a:pt x="428186" y="1346200"/>
                </a:lnTo>
                <a:lnTo>
                  <a:pt x="441347" y="1308100"/>
                </a:lnTo>
                <a:lnTo>
                  <a:pt x="453583" y="1257300"/>
                </a:lnTo>
                <a:lnTo>
                  <a:pt x="457443" y="1244600"/>
                </a:lnTo>
                <a:lnTo>
                  <a:pt x="468363" y="1206500"/>
                </a:lnTo>
                <a:lnTo>
                  <a:pt x="478246" y="1155700"/>
                </a:lnTo>
                <a:lnTo>
                  <a:pt x="481302" y="1143000"/>
                </a:lnTo>
                <a:lnTo>
                  <a:pt x="484228" y="1130300"/>
                </a:lnTo>
                <a:lnTo>
                  <a:pt x="487043" y="1117600"/>
                </a:lnTo>
                <a:lnTo>
                  <a:pt x="489718" y="1092200"/>
                </a:lnTo>
                <a:lnTo>
                  <a:pt x="492272" y="1079500"/>
                </a:lnTo>
                <a:lnTo>
                  <a:pt x="494694" y="1066800"/>
                </a:lnTo>
                <a:lnTo>
                  <a:pt x="496986" y="1041400"/>
                </a:lnTo>
                <a:lnTo>
                  <a:pt x="499139" y="1028700"/>
                </a:lnTo>
                <a:lnTo>
                  <a:pt x="501159" y="1016000"/>
                </a:lnTo>
                <a:lnTo>
                  <a:pt x="503049" y="990600"/>
                </a:lnTo>
                <a:lnTo>
                  <a:pt x="504789" y="977900"/>
                </a:lnTo>
                <a:lnTo>
                  <a:pt x="506388" y="952500"/>
                </a:lnTo>
                <a:lnTo>
                  <a:pt x="507845" y="939800"/>
                </a:lnTo>
                <a:lnTo>
                  <a:pt x="509163" y="914400"/>
                </a:lnTo>
                <a:lnTo>
                  <a:pt x="510329" y="901700"/>
                </a:lnTo>
                <a:lnTo>
                  <a:pt x="511343" y="889000"/>
                </a:lnTo>
                <a:lnTo>
                  <a:pt x="512208" y="863600"/>
                </a:lnTo>
                <a:lnTo>
                  <a:pt x="512922" y="850900"/>
                </a:lnTo>
                <a:lnTo>
                  <a:pt x="513476" y="825500"/>
                </a:lnTo>
                <a:lnTo>
                  <a:pt x="513877" y="812800"/>
                </a:lnTo>
                <a:lnTo>
                  <a:pt x="514118" y="787400"/>
                </a:lnTo>
                <a:lnTo>
                  <a:pt x="514118" y="749300"/>
                </a:lnTo>
                <a:lnTo>
                  <a:pt x="513877" y="723900"/>
                </a:lnTo>
                <a:lnTo>
                  <a:pt x="513476" y="711200"/>
                </a:lnTo>
                <a:lnTo>
                  <a:pt x="512922" y="685800"/>
                </a:lnTo>
                <a:lnTo>
                  <a:pt x="512208" y="673100"/>
                </a:lnTo>
                <a:lnTo>
                  <a:pt x="511335" y="647700"/>
                </a:lnTo>
                <a:lnTo>
                  <a:pt x="510319" y="635000"/>
                </a:lnTo>
                <a:lnTo>
                  <a:pt x="509153" y="622300"/>
                </a:lnTo>
                <a:lnTo>
                  <a:pt x="507845" y="596900"/>
                </a:lnTo>
                <a:lnTo>
                  <a:pt x="506378" y="584200"/>
                </a:lnTo>
                <a:lnTo>
                  <a:pt x="504779" y="558800"/>
                </a:lnTo>
                <a:lnTo>
                  <a:pt x="503039" y="546100"/>
                </a:lnTo>
                <a:lnTo>
                  <a:pt x="501149" y="520700"/>
                </a:lnTo>
                <a:lnTo>
                  <a:pt x="499129" y="508000"/>
                </a:lnTo>
                <a:lnTo>
                  <a:pt x="496977" y="495300"/>
                </a:lnTo>
                <a:lnTo>
                  <a:pt x="494685" y="469900"/>
                </a:lnTo>
                <a:lnTo>
                  <a:pt x="492262" y="457200"/>
                </a:lnTo>
                <a:lnTo>
                  <a:pt x="489708" y="444500"/>
                </a:lnTo>
                <a:lnTo>
                  <a:pt x="487023" y="419100"/>
                </a:lnTo>
                <a:lnTo>
                  <a:pt x="484217" y="406400"/>
                </a:lnTo>
                <a:lnTo>
                  <a:pt x="481283" y="393700"/>
                </a:lnTo>
                <a:lnTo>
                  <a:pt x="478226" y="381000"/>
                </a:lnTo>
                <a:lnTo>
                  <a:pt x="475048" y="355600"/>
                </a:lnTo>
                <a:lnTo>
                  <a:pt x="464813" y="317500"/>
                </a:lnTo>
                <a:lnTo>
                  <a:pt x="453543" y="279400"/>
                </a:lnTo>
                <a:lnTo>
                  <a:pt x="449571" y="254000"/>
                </a:lnTo>
                <a:lnTo>
                  <a:pt x="437014" y="215900"/>
                </a:lnTo>
                <a:lnTo>
                  <a:pt x="423541" y="177800"/>
                </a:lnTo>
                <a:lnTo>
                  <a:pt x="418845" y="177800"/>
                </a:lnTo>
                <a:lnTo>
                  <a:pt x="414060" y="165100"/>
                </a:lnTo>
                <a:lnTo>
                  <a:pt x="409183" y="152400"/>
                </a:lnTo>
                <a:lnTo>
                  <a:pt x="404206" y="139700"/>
                </a:lnTo>
                <a:lnTo>
                  <a:pt x="399139" y="127000"/>
                </a:lnTo>
                <a:lnTo>
                  <a:pt x="393971" y="114300"/>
                </a:lnTo>
                <a:close/>
              </a:path>
              <a:path w="514350" h="1524000">
                <a:moveTo>
                  <a:pt x="142859" y="114300"/>
                </a:moveTo>
                <a:lnTo>
                  <a:pt x="120046" y="114300"/>
                </a:lnTo>
                <a:lnTo>
                  <a:pt x="114888" y="127000"/>
                </a:lnTo>
                <a:lnTo>
                  <a:pt x="99988" y="165100"/>
                </a:lnTo>
                <a:lnTo>
                  <a:pt x="90516" y="190500"/>
                </a:lnTo>
                <a:lnTo>
                  <a:pt x="85932" y="190500"/>
                </a:lnTo>
                <a:lnTo>
                  <a:pt x="72772" y="228600"/>
                </a:lnTo>
                <a:lnTo>
                  <a:pt x="60545" y="279400"/>
                </a:lnTo>
                <a:lnTo>
                  <a:pt x="56675" y="292100"/>
                </a:lnTo>
                <a:lnTo>
                  <a:pt x="45755" y="330200"/>
                </a:lnTo>
                <a:lnTo>
                  <a:pt x="35882" y="381000"/>
                </a:lnTo>
                <a:lnTo>
                  <a:pt x="32826" y="393700"/>
                </a:lnTo>
                <a:lnTo>
                  <a:pt x="29890" y="406400"/>
                </a:lnTo>
                <a:lnTo>
                  <a:pt x="27085" y="419100"/>
                </a:lnTo>
                <a:lnTo>
                  <a:pt x="24400" y="444500"/>
                </a:lnTo>
                <a:lnTo>
                  <a:pt x="21847" y="457200"/>
                </a:lnTo>
                <a:lnTo>
                  <a:pt x="19424" y="469900"/>
                </a:lnTo>
                <a:lnTo>
                  <a:pt x="17142" y="495300"/>
                </a:lnTo>
                <a:lnTo>
                  <a:pt x="14980" y="508000"/>
                </a:lnTo>
                <a:lnTo>
                  <a:pt x="12959" y="520700"/>
                </a:lnTo>
                <a:lnTo>
                  <a:pt x="11079" y="546100"/>
                </a:lnTo>
                <a:lnTo>
                  <a:pt x="9339" y="558800"/>
                </a:lnTo>
                <a:lnTo>
                  <a:pt x="7731" y="584200"/>
                </a:lnTo>
                <a:lnTo>
                  <a:pt x="6273" y="596900"/>
                </a:lnTo>
                <a:lnTo>
                  <a:pt x="4966" y="622300"/>
                </a:lnTo>
                <a:lnTo>
                  <a:pt x="3799" y="635000"/>
                </a:lnTo>
                <a:lnTo>
                  <a:pt x="2785" y="647700"/>
                </a:lnTo>
                <a:lnTo>
                  <a:pt x="1910" y="673100"/>
                </a:lnTo>
                <a:lnTo>
                  <a:pt x="1206" y="685800"/>
                </a:lnTo>
                <a:lnTo>
                  <a:pt x="642" y="711200"/>
                </a:lnTo>
                <a:lnTo>
                  <a:pt x="241" y="723900"/>
                </a:lnTo>
                <a:lnTo>
                  <a:pt x="0" y="749300"/>
                </a:lnTo>
                <a:lnTo>
                  <a:pt x="0" y="787400"/>
                </a:lnTo>
                <a:lnTo>
                  <a:pt x="251" y="812800"/>
                </a:lnTo>
                <a:lnTo>
                  <a:pt x="642" y="825500"/>
                </a:lnTo>
                <a:lnTo>
                  <a:pt x="1206" y="850900"/>
                </a:lnTo>
                <a:lnTo>
                  <a:pt x="1920" y="863600"/>
                </a:lnTo>
                <a:lnTo>
                  <a:pt x="2785" y="889000"/>
                </a:lnTo>
                <a:lnTo>
                  <a:pt x="3799" y="901700"/>
                </a:lnTo>
                <a:lnTo>
                  <a:pt x="4966" y="914400"/>
                </a:lnTo>
                <a:lnTo>
                  <a:pt x="6283" y="939800"/>
                </a:lnTo>
                <a:lnTo>
                  <a:pt x="7741" y="952500"/>
                </a:lnTo>
                <a:lnTo>
                  <a:pt x="9339" y="977900"/>
                </a:lnTo>
                <a:lnTo>
                  <a:pt x="11089" y="990600"/>
                </a:lnTo>
                <a:lnTo>
                  <a:pt x="12969" y="1016000"/>
                </a:lnTo>
                <a:lnTo>
                  <a:pt x="14989" y="1028700"/>
                </a:lnTo>
                <a:lnTo>
                  <a:pt x="17152" y="1041400"/>
                </a:lnTo>
                <a:lnTo>
                  <a:pt x="19444" y="1066800"/>
                </a:lnTo>
                <a:lnTo>
                  <a:pt x="21866" y="1079500"/>
                </a:lnTo>
                <a:lnTo>
                  <a:pt x="24420" y="1092200"/>
                </a:lnTo>
                <a:lnTo>
                  <a:pt x="27105" y="1117600"/>
                </a:lnTo>
                <a:lnTo>
                  <a:pt x="29911" y="1130300"/>
                </a:lnTo>
                <a:lnTo>
                  <a:pt x="32846" y="1143000"/>
                </a:lnTo>
                <a:lnTo>
                  <a:pt x="35902" y="1155700"/>
                </a:lnTo>
                <a:lnTo>
                  <a:pt x="39080" y="1181100"/>
                </a:lnTo>
                <a:lnTo>
                  <a:pt x="49315" y="1219200"/>
                </a:lnTo>
                <a:lnTo>
                  <a:pt x="60576" y="1257300"/>
                </a:lnTo>
                <a:lnTo>
                  <a:pt x="64547" y="1282700"/>
                </a:lnTo>
                <a:lnTo>
                  <a:pt x="77105" y="1320800"/>
                </a:lnTo>
                <a:lnTo>
                  <a:pt x="85992" y="1346200"/>
                </a:lnTo>
                <a:lnTo>
                  <a:pt x="90587" y="1346200"/>
                </a:lnTo>
                <a:lnTo>
                  <a:pt x="95272" y="1358900"/>
                </a:lnTo>
                <a:lnTo>
                  <a:pt x="109922" y="1397000"/>
                </a:lnTo>
                <a:lnTo>
                  <a:pt x="120147" y="1422400"/>
                </a:lnTo>
                <a:lnTo>
                  <a:pt x="147956" y="1422400"/>
                </a:lnTo>
                <a:lnTo>
                  <a:pt x="142739" y="1409700"/>
                </a:lnTo>
                <a:lnTo>
                  <a:pt x="137731" y="1409700"/>
                </a:lnTo>
                <a:lnTo>
                  <a:pt x="132784" y="1397000"/>
                </a:lnTo>
                <a:lnTo>
                  <a:pt x="127909" y="1384300"/>
                </a:lnTo>
                <a:lnTo>
                  <a:pt x="123112" y="1371600"/>
                </a:lnTo>
                <a:lnTo>
                  <a:pt x="118397" y="1371600"/>
                </a:lnTo>
                <a:lnTo>
                  <a:pt x="104734" y="1333500"/>
                </a:lnTo>
                <a:lnTo>
                  <a:pt x="91874" y="1295400"/>
                </a:lnTo>
                <a:lnTo>
                  <a:pt x="79919" y="1257300"/>
                </a:lnTo>
                <a:lnTo>
                  <a:pt x="68840" y="1219200"/>
                </a:lnTo>
                <a:lnTo>
                  <a:pt x="62003" y="1181100"/>
                </a:lnTo>
                <a:lnTo>
                  <a:pt x="58756" y="1168400"/>
                </a:lnTo>
                <a:lnTo>
                  <a:pt x="55619" y="1155700"/>
                </a:lnTo>
                <a:lnTo>
                  <a:pt x="52603" y="1143000"/>
                </a:lnTo>
                <a:lnTo>
                  <a:pt x="49707" y="1130300"/>
                </a:lnTo>
                <a:lnTo>
                  <a:pt x="46932" y="1104900"/>
                </a:lnTo>
                <a:lnTo>
                  <a:pt x="44278" y="1092200"/>
                </a:lnTo>
                <a:lnTo>
                  <a:pt x="41755" y="1079500"/>
                </a:lnTo>
                <a:lnTo>
                  <a:pt x="39361" y="1054100"/>
                </a:lnTo>
                <a:lnTo>
                  <a:pt x="37089" y="1041400"/>
                </a:lnTo>
                <a:lnTo>
                  <a:pt x="34958" y="1028700"/>
                </a:lnTo>
                <a:lnTo>
                  <a:pt x="32957" y="1003300"/>
                </a:lnTo>
                <a:lnTo>
                  <a:pt x="31087" y="990600"/>
                </a:lnTo>
                <a:lnTo>
                  <a:pt x="29367" y="977900"/>
                </a:lnTo>
                <a:lnTo>
                  <a:pt x="27778" y="952500"/>
                </a:lnTo>
                <a:lnTo>
                  <a:pt x="26330" y="939800"/>
                </a:lnTo>
                <a:lnTo>
                  <a:pt x="25034" y="914400"/>
                </a:lnTo>
                <a:lnTo>
                  <a:pt x="23878" y="901700"/>
                </a:lnTo>
                <a:lnTo>
                  <a:pt x="22862" y="876300"/>
                </a:lnTo>
                <a:lnTo>
                  <a:pt x="22007" y="863600"/>
                </a:lnTo>
                <a:lnTo>
                  <a:pt x="21304" y="850900"/>
                </a:lnTo>
                <a:lnTo>
                  <a:pt x="20751" y="825500"/>
                </a:lnTo>
                <a:lnTo>
                  <a:pt x="20349" y="812800"/>
                </a:lnTo>
                <a:lnTo>
                  <a:pt x="20107" y="787400"/>
                </a:lnTo>
                <a:lnTo>
                  <a:pt x="20107" y="749300"/>
                </a:lnTo>
                <a:lnTo>
                  <a:pt x="20349" y="723900"/>
                </a:lnTo>
                <a:lnTo>
                  <a:pt x="20751" y="711200"/>
                </a:lnTo>
                <a:lnTo>
                  <a:pt x="21304" y="685800"/>
                </a:lnTo>
                <a:lnTo>
                  <a:pt x="22007" y="673100"/>
                </a:lnTo>
                <a:lnTo>
                  <a:pt x="22862" y="660400"/>
                </a:lnTo>
                <a:lnTo>
                  <a:pt x="23868" y="635000"/>
                </a:lnTo>
                <a:lnTo>
                  <a:pt x="25024" y="622300"/>
                </a:lnTo>
                <a:lnTo>
                  <a:pt x="26322" y="596900"/>
                </a:lnTo>
                <a:lnTo>
                  <a:pt x="27769" y="584200"/>
                </a:lnTo>
                <a:lnTo>
                  <a:pt x="29357" y="558800"/>
                </a:lnTo>
                <a:lnTo>
                  <a:pt x="31087" y="546100"/>
                </a:lnTo>
                <a:lnTo>
                  <a:pt x="32947" y="533400"/>
                </a:lnTo>
                <a:lnTo>
                  <a:pt x="34947" y="508000"/>
                </a:lnTo>
                <a:lnTo>
                  <a:pt x="37078" y="495300"/>
                </a:lnTo>
                <a:lnTo>
                  <a:pt x="39342" y="482600"/>
                </a:lnTo>
                <a:lnTo>
                  <a:pt x="41744" y="457200"/>
                </a:lnTo>
                <a:lnTo>
                  <a:pt x="44268" y="444500"/>
                </a:lnTo>
                <a:lnTo>
                  <a:pt x="46912" y="431800"/>
                </a:lnTo>
                <a:lnTo>
                  <a:pt x="49687" y="406400"/>
                </a:lnTo>
                <a:lnTo>
                  <a:pt x="52583" y="393700"/>
                </a:lnTo>
                <a:lnTo>
                  <a:pt x="55599" y="381000"/>
                </a:lnTo>
                <a:lnTo>
                  <a:pt x="58726" y="368300"/>
                </a:lnTo>
                <a:lnTo>
                  <a:pt x="61973" y="355600"/>
                </a:lnTo>
                <a:lnTo>
                  <a:pt x="65341" y="330200"/>
                </a:lnTo>
                <a:lnTo>
                  <a:pt x="76089" y="292100"/>
                </a:lnTo>
                <a:lnTo>
                  <a:pt x="87823" y="254000"/>
                </a:lnTo>
                <a:lnTo>
                  <a:pt x="100410" y="215900"/>
                </a:lnTo>
                <a:lnTo>
                  <a:pt x="118468" y="165100"/>
                </a:lnTo>
                <a:lnTo>
                  <a:pt x="123193" y="165100"/>
                </a:lnTo>
                <a:lnTo>
                  <a:pt x="127999" y="152400"/>
                </a:lnTo>
                <a:lnTo>
                  <a:pt x="142859" y="114300"/>
                </a:lnTo>
                <a:close/>
              </a:path>
              <a:path w="514350" h="1524000">
                <a:moveTo>
                  <a:pt x="147956" y="114300"/>
                </a:moveTo>
                <a:lnTo>
                  <a:pt x="142859" y="114300"/>
                </a:lnTo>
                <a:lnTo>
                  <a:pt x="142739" y="127000"/>
                </a:lnTo>
                <a:lnTo>
                  <a:pt x="147956" y="114300"/>
                </a:lnTo>
                <a:close/>
              </a:path>
              <a:path w="514350" h="1524000">
                <a:moveTo>
                  <a:pt x="371260" y="114300"/>
                </a:moveTo>
                <a:lnTo>
                  <a:pt x="366172" y="114300"/>
                </a:lnTo>
                <a:lnTo>
                  <a:pt x="371381" y="127000"/>
                </a:lnTo>
                <a:lnTo>
                  <a:pt x="371260" y="114300"/>
                </a:lnTo>
                <a:close/>
              </a:path>
              <a:path w="514350" h="1524000">
                <a:moveTo>
                  <a:pt x="163601" y="88900"/>
                </a:moveTo>
                <a:lnTo>
                  <a:pt x="136193" y="88900"/>
                </a:lnTo>
                <a:lnTo>
                  <a:pt x="130754" y="101600"/>
                </a:lnTo>
                <a:lnTo>
                  <a:pt x="125284" y="114300"/>
                </a:lnTo>
                <a:lnTo>
                  <a:pt x="147825" y="114300"/>
                </a:lnTo>
                <a:lnTo>
                  <a:pt x="153115" y="101600"/>
                </a:lnTo>
                <a:lnTo>
                  <a:pt x="158161" y="101600"/>
                </a:lnTo>
                <a:lnTo>
                  <a:pt x="163601" y="88900"/>
                </a:lnTo>
                <a:close/>
              </a:path>
              <a:path w="514350" h="1524000">
                <a:moveTo>
                  <a:pt x="378086" y="88900"/>
                </a:moveTo>
                <a:lnTo>
                  <a:pt x="350527" y="88900"/>
                </a:lnTo>
                <a:lnTo>
                  <a:pt x="355956" y="101600"/>
                </a:lnTo>
                <a:lnTo>
                  <a:pt x="361014" y="101600"/>
                </a:lnTo>
                <a:lnTo>
                  <a:pt x="366303" y="114300"/>
                </a:lnTo>
                <a:lnTo>
                  <a:pt x="388713" y="114300"/>
                </a:lnTo>
                <a:lnTo>
                  <a:pt x="383505" y="101600"/>
                </a:lnTo>
                <a:lnTo>
                  <a:pt x="378086" y="88900"/>
                </a:lnTo>
                <a:close/>
              </a:path>
              <a:path w="514350" h="1524000">
                <a:moveTo>
                  <a:pt x="179717" y="63500"/>
                </a:moveTo>
                <a:lnTo>
                  <a:pt x="153054" y="63500"/>
                </a:lnTo>
                <a:lnTo>
                  <a:pt x="147333" y="76200"/>
                </a:lnTo>
                <a:lnTo>
                  <a:pt x="141712" y="88900"/>
                </a:lnTo>
                <a:lnTo>
                  <a:pt x="163419" y="88900"/>
                </a:lnTo>
                <a:lnTo>
                  <a:pt x="168930" y="76200"/>
                </a:lnTo>
                <a:lnTo>
                  <a:pt x="174067" y="76200"/>
                </a:lnTo>
                <a:lnTo>
                  <a:pt x="179717" y="63500"/>
                </a:lnTo>
                <a:close/>
              </a:path>
              <a:path w="514350" h="1524000">
                <a:moveTo>
                  <a:pt x="361275" y="63500"/>
                </a:moveTo>
                <a:lnTo>
                  <a:pt x="334411" y="63500"/>
                </a:lnTo>
                <a:lnTo>
                  <a:pt x="340051" y="76200"/>
                </a:lnTo>
                <a:lnTo>
                  <a:pt x="345199" y="76200"/>
                </a:lnTo>
                <a:lnTo>
                  <a:pt x="350709" y="88900"/>
                </a:lnTo>
                <a:lnTo>
                  <a:pt x="372567" y="88900"/>
                </a:lnTo>
                <a:lnTo>
                  <a:pt x="366966" y="76200"/>
                </a:lnTo>
                <a:lnTo>
                  <a:pt x="361275" y="63500"/>
                </a:lnTo>
                <a:close/>
              </a:path>
              <a:path w="514350" h="1524000">
                <a:moveTo>
                  <a:pt x="190656" y="50800"/>
                </a:moveTo>
                <a:lnTo>
                  <a:pt x="164495" y="50800"/>
                </a:lnTo>
                <a:lnTo>
                  <a:pt x="158855" y="63500"/>
                </a:lnTo>
                <a:lnTo>
                  <a:pt x="184885" y="63500"/>
                </a:lnTo>
                <a:lnTo>
                  <a:pt x="190656" y="50800"/>
                </a:lnTo>
                <a:close/>
              </a:path>
              <a:path w="514350" h="1524000">
                <a:moveTo>
                  <a:pt x="196166" y="50800"/>
                </a:moveTo>
                <a:lnTo>
                  <a:pt x="190656" y="50800"/>
                </a:lnTo>
                <a:lnTo>
                  <a:pt x="190334" y="63500"/>
                </a:lnTo>
                <a:lnTo>
                  <a:pt x="196166" y="50800"/>
                </a:lnTo>
                <a:close/>
              </a:path>
              <a:path w="514350" h="1524000">
                <a:moveTo>
                  <a:pt x="323472" y="50800"/>
                </a:moveTo>
                <a:lnTo>
                  <a:pt x="317952" y="50800"/>
                </a:lnTo>
                <a:lnTo>
                  <a:pt x="323783" y="63500"/>
                </a:lnTo>
                <a:lnTo>
                  <a:pt x="323472" y="50800"/>
                </a:lnTo>
                <a:close/>
              </a:path>
              <a:path w="514350" h="1524000">
                <a:moveTo>
                  <a:pt x="349623" y="50800"/>
                </a:moveTo>
                <a:lnTo>
                  <a:pt x="323472" y="50800"/>
                </a:lnTo>
                <a:lnTo>
                  <a:pt x="329243" y="63500"/>
                </a:lnTo>
                <a:lnTo>
                  <a:pt x="355273" y="63500"/>
                </a:lnTo>
                <a:lnTo>
                  <a:pt x="349623" y="50800"/>
                </a:lnTo>
                <a:close/>
              </a:path>
              <a:path w="514350" h="1524000">
                <a:moveTo>
                  <a:pt x="207256" y="38100"/>
                </a:moveTo>
                <a:lnTo>
                  <a:pt x="176842" y="38100"/>
                </a:lnTo>
                <a:lnTo>
                  <a:pt x="170458" y="50800"/>
                </a:lnTo>
                <a:lnTo>
                  <a:pt x="201303" y="50800"/>
                </a:lnTo>
                <a:lnTo>
                  <a:pt x="207256" y="38100"/>
                </a:lnTo>
                <a:close/>
              </a:path>
              <a:path w="514350" h="1524000">
                <a:moveTo>
                  <a:pt x="337607" y="38100"/>
                </a:moveTo>
                <a:lnTo>
                  <a:pt x="306862" y="38100"/>
                </a:lnTo>
                <a:lnTo>
                  <a:pt x="312814" y="50800"/>
                </a:lnTo>
                <a:lnTo>
                  <a:pt x="343660" y="50800"/>
                </a:lnTo>
                <a:lnTo>
                  <a:pt x="337607" y="38100"/>
                </a:lnTo>
                <a:close/>
              </a:path>
              <a:path w="514350" h="1524000">
                <a:moveTo>
                  <a:pt x="229535" y="25400"/>
                </a:moveTo>
                <a:lnTo>
                  <a:pt x="195261" y="25400"/>
                </a:lnTo>
                <a:lnTo>
                  <a:pt x="188917" y="38100"/>
                </a:lnTo>
                <a:lnTo>
                  <a:pt x="223372" y="38100"/>
                </a:lnTo>
                <a:lnTo>
                  <a:pt x="229535" y="25400"/>
                </a:lnTo>
                <a:close/>
              </a:path>
              <a:path w="514350" h="1524000">
                <a:moveTo>
                  <a:pt x="324810" y="25400"/>
                </a:moveTo>
                <a:lnTo>
                  <a:pt x="284593" y="25400"/>
                </a:lnTo>
                <a:lnTo>
                  <a:pt x="290746" y="38100"/>
                </a:lnTo>
                <a:lnTo>
                  <a:pt x="331454" y="38100"/>
                </a:lnTo>
                <a:lnTo>
                  <a:pt x="324810" y="25400"/>
                </a:lnTo>
                <a:close/>
              </a:path>
              <a:path w="514350" h="1524000">
                <a:moveTo>
                  <a:pt x="305324" y="12700"/>
                </a:moveTo>
                <a:lnTo>
                  <a:pt x="208794" y="12700"/>
                </a:lnTo>
                <a:lnTo>
                  <a:pt x="208262" y="25400"/>
                </a:lnTo>
                <a:lnTo>
                  <a:pt x="305868" y="25400"/>
                </a:lnTo>
                <a:lnTo>
                  <a:pt x="305324" y="12700"/>
                </a:lnTo>
                <a:close/>
              </a:path>
              <a:path w="514350" h="1524000">
                <a:moveTo>
                  <a:pt x="264021" y="0"/>
                </a:moveTo>
                <a:lnTo>
                  <a:pt x="249715" y="0"/>
                </a:lnTo>
                <a:lnTo>
                  <a:pt x="246165" y="12700"/>
                </a:lnTo>
                <a:lnTo>
                  <a:pt x="267581" y="12700"/>
                </a:lnTo>
                <a:lnTo>
                  <a:pt x="264021" y="0"/>
                </a:lnTo>
                <a:close/>
              </a:path>
            </a:pathLst>
          </a:custGeom>
          <a:solidFill>
            <a:srgbClr val="8064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927095" y="1070802"/>
            <a:ext cx="206375" cy="92583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 sz="1400" spc="-40">
                <a:latin typeface="Segoe UI Symbol"/>
                <a:cs typeface="Segoe UI Symbol"/>
              </a:rPr>
              <a:t>Impactverse</a:t>
            </a:r>
            <a:endParaRPr sz="1400">
              <a:latin typeface="Segoe UI Symbol"/>
              <a:cs typeface="Segoe UI Symbo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208746" y="7903177"/>
            <a:ext cx="1283335" cy="2140585"/>
            <a:chOff x="5208746" y="7903177"/>
            <a:chExt cx="1283335" cy="214058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50738" y="8262810"/>
              <a:ext cx="840930" cy="178079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218811" y="7911719"/>
              <a:ext cx="387350" cy="2038985"/>
            </a:xfrm>
            <a:custGeom>
              <a:avLst/>
              <a:gdLst/>
              <a:ahLst/>
              <a:cxnLst/>
              <a:rect l="l" t="t" r="r" b="b"/>
              <a:pathLst>
                <a:path w="387350" h="2038984">
                  <a:moveTo>
                    <a:pt x="302831" y="0"/>
                  </a:moveTo>
                  <a:lnTo>
                    <a:pt x="85661" y="0"/>
                  </a:lnTo>
                  <a:lnTo>
                    <a:pt x="52171" y="6425"/>
                  </a:lnTo>
                  <a:lnTo>
                    <a:pt x="24921" y="24525"/>
                  </a:lnTo>
                  <a:lnTo>
                    <a:pt x="6626" y="51477"/>
                  </a:lnTo>
                  <a:lnTo>
                    <a:pt x="0" y="84454"/>
                  </a:lnTo>
                  <a:lnTo>
                    <a:pt x="0" y="1953323"/>
                  </a:lnTo>
                  <a:lnTo>
                    <a:pt x="6626" y="1986710"/>
                  </a:lnTo>
                  <a:lnTo>
                    <a:pt x="24921" y="2013923"/>
                  </a:lnTo>
                  <a:lnTo>
                    <a:pt x="52171" y="2032252"/>
                  </a:lnTo>
                  <a:lnTo>
                    <a:pt x="85661" y="2038984"/>
                  </a:lnTo>
                  <a:lnTo>
                    <a:pt x="302831" y="2038984"/>
                  </a:lnTo>
                  <a:lnTo>
                    <a:pt x="335752" y="2032252"/>
                  </a:lnTo>
                  <a:lnTo>
                    <a:pt x="362685" y="2013923"/>
                  </a:lnTo>
                  <a:lnTo>
                    <a:pt x="380804" y="1986710"/>
                  </a:lnTo>
                  <a:lnTo>
                    <a:pt x="387286" y="1953323"/>
                  </a:lnTo>
                  <a:lnTo>
                    <a:pt x="387286" y="84454"/>
                  </a:lnTo>
                  <a:lnTo>
                    <a:pt x="380804" y="51477"/>
                  </a:lnTo>
                  <a:lnTo>
                    <a:pt x="362685" y="24525"/>
                  </a:lnTo>
                  <a:lnTo>
                    <a:pt x="335752" y="6425"/>
                  </a:lnTo>
                  <a:lnTo>
                    <a:pt x="302831" y="0"/>
                  </a:lnTo>
                  <a:close/>
                </a:path>
              </a:pathLst>
            </a:custGeom>
            <a:solidFill>
              <a:srgbClr val="F2F7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208746" y="7903177"/>
              <a:ext cx="407670" cy="2057400"/>
            </a:xfrm>
            <a:custGeom>
              <a:avLst/>
              <a:gdLst/>
              <a:ahLst/>
              <a:cxnLst/>
              <a:rect l="l" t="t" r="r" b="b"/>
              <a:pathLst>
                <a:path w="407670" h="2057400">
                  <a:moveTo>
                    <a:pt x="361659" y="2044700"/>
                  </a:moveTo>
                  <a:lnTo>
                    <a:pt x="45566" y="2044700"/>
                  </a:lnTo>
                  <a:lnTo>
                    <a:pt x="49557" y="2057400"/>
                  </a:lnTo>
                  <a:lnTo>
                    <a:pt x="357657" y="2057400"/>
                  </a:lnTo>
                  <a:lnTo>
                    <a:pt x="361659" y="2044700"/>
                  </a:lnTo>
                  <a:close/>
                </a:path>
                <a:path w="407670" h="2057400">
                  <a:moveTo>
                    <a:pt x="65714" y="2032000"/>
                  </a:moveTo>
                  <a:lnTo>
                    <a:pt x="27628" y="2032000"/>
                  </a:lnTo>
                  <a:lnTo>
                    <a:pt x="30927" y="2044700"/>
                  </a:lnTo>
                  <a:lnTo>
                    <a:pt x="69585" y="2044700"/>
                  </a:lnTo>
                  <a:lnTo>
                    <a:pt x="65714" y="2032000"/>
                  </a:lnTo>
                  <a:close/>
                </a:path>
                <a:path w="407670" h="2057400">
                  <a:moveTo>
                    <a:pt x="380008" y="2032000"/>
                  </a:moveTo>
                  <a:lnTo>
                    <a:pt x="341922" y="2032000"/>
                  </a:lnTo>
                  <a:lnTo>
                    <a:pt x="338051" y="2044700"/>
                  </a:lnTo>
                  <a:lnTo>
                    <a:pt x="376709" y="2044700"/>
                  </a:lnTo>
                  <a:lnTo>
                    <a:pt x="380008" y="2032000"/>
                  </a:lnTo>
                  <a:close/>
                </a:path>
                <a:path w="407670" h="2057400">
                  <a:moveTo>
                    <a:pt x="44450" y="2019300"/>
                  </a:moveTo>
                  <a:lnTo>
                    <a:pt x="18671" y="2019300"/>
                  </a:lnTo>
                  <a:lnTo>
                    <a:pt x="21798" y="2032000"/>
                  </a:lnTo>
                  <a:lnTo>
                    <a:pt x="47546" y="2032000"/>
                  </a:lnTo>
                  <a:lnTo>
                    <a:pt x="44450" y="2019300"/>
                  </a:lnTo>
                  <a:close/>
                </a:path>
                <a:path w="407670" h="2057400">
                  <a:moveTo>
                    <a:pt x="388965" y="2019300"/>
                  </a:moveTo>
                  <a:lnTo>
                    <a:pt x="363186" y="2019300"/>
                  </a:lnTo>
                  <a:lnTo>
                    <a:pt x="360090" y="2032000"/>
                  </a:lnTo>
                  <a:lnTo>
                    <a:pt x="385838" y="2032000"/>
                  </a:lnTo>
                  <a:lnTo>
                    <a:pt x="388965" y="2019300"/>
                  </a:lnTo>
                  <a:close/>
                </a:path>
                <a:path w="407670" h="2057400">
                  <a:moveTo>
                    <a:pt x="32687" y="2006600"/>
                  </a:moveTo>
                  <a:lnTo>
                    <a:pt x="9169" y="2006600"/>
                  </a:lnTo>
                  <a:lnTo>
                    <a:pt x="11261" y="2019300"/>
                  </a:lnTo>
                  <a:lnTo>
                    <a:pt x="35059" y="2019300"/>
                  </a:lnTo>
                  <a:lnTo>
                    <a:pt x="32687" y="2006600"/>
                  </a:lnTo>
                  <a:close/>
                </a:path>
                <a:path w="407670" h="2057400">
                  <a:moveTo>
                    <a:pt x="398255" y="2006600"/>
                  </a:moveTo>
                  <a:lnTo>
                    <a:pt x="374961" y="2006600"/>
                  </a:lnTo>
                  <a:lnTo>
                    <a:pt x="372577" y="2019300"/>
                  </a:lnTo>
                  <a:lnTo>
                    <a:pt x="396144" y="2019300"/>
                  </a:lnTo>
                  <a:lnTo>
                    <a:pt x="398255" y="2006600"/>
                  </a:lnTo>
                  <a:close/>
                </a:path>
                <a:path w="407670" h="2057400">
                  <a:moveTo>
                    <a:pt x="25779" y="1993900"/>
                  </a:moveTo>
                  <a:lnTo>
                    <a:pt x="4083" y="1993900"/>
                  </a:lnTo>
                  <a:lnTo>
                    <a:pt x="5570" y="2006600"/>
                  </a:lnTo>
                  <a:lnTo>
                    <a:pt x="27489" y="2006600"/>
                  </a:lnTo>
                  <a:lnTo>
                    <a:pt x="25779" y="1993900"/>
                  </a:lnTo>
                  <a:close/>
                </a:path>
                <a:path w="407670" h="2057400">
                  <a:moveTo>
                    <a:pt x="403414" y="1993900"/>
                  </a:moveTo>
                  <a:lnTo>
                    <a:pt x="381857" y="1993900"/>
                  </a:lnTo>
                  <a:lnTo>
                    <a:pt x="380149" y="2006600"/>
                  </a:lnTo>
                  <a:lnTo>
                    <a:pt x="401895" y="2006600"/>
                  </a:lnTo>
                  <a:lnTo>
                    <a:pt x="403414" y="1993900"/>
                  </a:lnTo>
                  <a:close/>
                </a:path>
                <a:path w="407670" h="2057400">
                  <a:moveTo>
                    <a:pt x="21446" y="1981200"/>
                  </a:moveTo>
                  <a:lnTo>
                    <a:pt x="925" y="1981200"/>
                  </a:lnTo>
                  <a:lnTo>
                    <a:pt x="1850" y="1993900"/>
                  </a:lnTo>
                  <a:lnTo>
                    <a:pt x="22401" y="1993900"/>
                  </a:lnTo>
                  <a:lnTo>
                    <a:pt x="21446" y="1981200"/>
                  </a:lnTo>
                  <a:close/>
                </a:path>
                <a:path w="407670" h="2057400">
                  <a:moveTo>
                    <a:pt x="22270" y="1981200"/>
                  </a:moveTo>
                  <a:lnTo>
                    <a:pt x="22401" y="1993900"/>
                  </a:lnTo>
                  <a:lnTo>
                    <a:pt x="23426" y="1993900"/>
                  </a:lnTo>
                  <a:lnTo>
                    <a:pt x="22270" y="1981200"/>
                  </a:lnTo>
                  <a:close/>
                </a:path>
                <a:path w="407670" h="2057400">
                  <a:moveTo>
                    <a:pt x="385366" y="1981200"/>
                  </a:moveTo>
                  <a:lnTo>
                    <a:pt x="384210" y="1993900"/>
                  </a:lnTo>
                  <a:lnTo>
                    <a:pt x="385235" y="1993900"/>
                  </a:lnTo>
                  <a:lnTo>
                    <a:pt x="385366" y="1981200"/>
                  </a:lnTo>
                  <a:close/>
                </a:path>
                <a:path w="407670" h="2057400">
                  <a:moveTo>
                    <a:pt x="405886" y="1981200"/>
                  </a:moveTo>
                  <a:lnTo>
                    <a:pt x="386090" y="1981200"/>
                  </a:lnTo>
                  <a:lnTo>
                    <a:pt x="385235" y="1993900"/>
                  </a:lnTo>
                  <a:lnTo>
                    <a:pt x="404710" y="1993900"/>
                  </a:lnTo>
                  <a:lnTo>
                    <a:pt x="405886" y="1981200"/>
                  </a:lnTo>
                  <a:close/>
                </a:path>
                <a:path w="407670" h="2057400">
                  <a:moveTo>
                    <a:pt x="20380" y="88900"/>
                  </a:moveTo>
                  <a:lnTo>
                    <a:pt x="0" y="88900"/>
                  </a:lnTo>
                  <a:lnTo>
                    <a:pt x="0" y="1968500"/>
                  </a:lnTo>
                  <a:lnTo>
                    <a:pt x="382" y="1981200"/>
                  </a:lnTo>
                  <a:lnTo>
                    <a:pt x="20330" y="1981200"/>
                  </a:lnTo>
                  <a:lnTo>
                    <a:pt x="20058" y="1968500"/>
                  </a:lnTo>
                  <a:lnTo>
                    <a:pt x="19968" y="101600"/>
                  </a:lnTo>
                  <a:lnTo>
                    <a:pt x="20380" y="88900"/>
                  </a:lnTo>
                  <a:close/>
                </a:path>
                <a:path w="407670" h="2057400">
                  <a:moveTo>
                    <a:pt x="407636" y="88900"/>
                  </a:moveTo>
                  <a:lnTo>
                    <a:pt x="387306" y="88900"/>
                  </a:lnTo>
                  <a:lnTo>
                    <a:pt x="387588" y="101600"/>
                  </a:lnTo>
                  <a:lnTo>
                    <a:pt x="387668" y="1968500"/>
                  </a:lnTo>
                  <a:lnTo>
                    <a:pt x="387257" y="1981200"/>
                  </a:lnTo>
                  <a:lnTo>
                    <a:pt x="407305" y="1981200"/>
                  </a:lnTo>
                  <a:lnTo>
                    <a:pt x="407636" y="1968500"/>
                  </a:lnTo>
                  <a:lnTo>
                    <a:pt x="407636" y="88900"/>
                  </a:lnTo>
                  <a:close/>
                </a:path>
                <a:path w="407670" h="2057400">
                  <a:moveTo>
                    <a:pt x="22401" y="76200"/>
                  </a:moveTo>
                  <a:lnTo>
                    <a:pt x="1850" y="76200"/>
                  </a:lnTo>
                  <a:lnTo>
                    <a:pt x="925" y="88900"/>
                  </a:lnTo>
                  <a:lnTo>
                    <a:pt x="21546" y="88900"/>
                  </a:lnTo>
                  <a:lnTo>
                    <a:pt x="22401" y="76200"/>
                  </a:lnTo>
                  <a:close/>
                </a:path>
                <a:path w="407670" h="2057400">
                  <a:moveTo>
                    <a:pt x="405786" y="76200"/>
                  </a:moveTo>
                  <a:lnTo>
                    <a:pt x="385235" y="76200"/>
                  </a:lnTo>
                  <a:lnTo>
                    <a:pt x="386190" y="88900"/>
                  </a:lnTo>
                  <a:lnTo>
                    <a:pt x="406711" y="88900"/>
                  </a:lnTo>
                  <a:lnTo>
                    <a:pt x="405786" y="76200"/>
                  </a:lnTo>
                  <a:close/>
                </a:path>
                <a:path w="407670" h="2057400">
                  <a:moveTo>
                    <a:pt x="27489" y="63500"/>
                  </a:moveTo>
                  <a:lnTo>
                    <a:pt x="5570" y="63500"/>
                  </a:lnTo>
                  <a:lnTo>
                    <a:pt x="4083" y="76200"/>
                  </a:lnTo>
                  <a:lnTo>
                    <a:pt x="25779" y="76200"/>
                  </a:lnTo>
                  <a:lnTo>
                    <a:pt x="27489" y="63500"/>
                  </a:lnTo>
                  <a:close/>
                </a:path>
                <a:path w="407670" h="2057400">
                  <a:moveTo>
                    <a:pt x="402066" y="63500"/>
                  </a:moveTo>
                  <a:lnTo>
                    <a:pt x="380149" y="63500"/>
                  </a:lnTo>
                  <a:lnTo>
                    <a:pt x="381857" y="76200"/>
                  </a:lnTo>
                  <a:lnTo>
                    <a:pt x="403414" y="76200"/>
                  </a:lnTo>
                  <a:lnTo>
                    <a:pt x="402066" y="63500"/>
                  </a:lnTo>
                  <a:close/>
                </a:path>
                <a:path w="407670" h="2057400">
                  <a:moveTo>
                    <a:pt x="35059" y="50800"/>
                  </a:moveTo>
                  <a:lnTo>
                    <a:pt x="11261" y="50800"/>
                  </a:lnTo>
                  <a:lnTo>
                    <a:pt x="9381" y="63500"/>
                  </a:lnTo>
                  <a:lnTo>
                    <a:pt x="32687" y="63500"/>
                  </a:lnTo>
                  <a:lnTo>
                    <a:pt x="35059" y="50800"/>
                  </a:lnTo>
                  <a:close/>
                </a:path>
                <a:path w="407670" h="2057400">
                  <a:moveTo>
                    <a:pt x="396144" y="50800"/>
                  </a:moveTo>
                  <a:lnTo>
                    <a:pt x="372577" y="50800"/>
                  </a:lnTo>
                  <a:lnTo>
                    <a:pt x="374961" y="63500"/>
                  </a:lnTo>
                  <a:lnTo>
                    <a:pt x="398467" y="63500"/>
                  </a:lnTo>
                  <a:lnTo>
                    <a:pt x="396144" y="50800"/>
                  </a:lnTo>
                  <a:close/>
                </a:path>
                <a:path w="407670" h="2057400">
                  <a:moveTo>
                    <a:pt x="44811" y="38100"/>
                  </a:moveTo>
                  <a:lnTo>
                    <a:pt x="18671" y="38100"/>
                  </a:lnTo>
                  <a:lnTo>
                    <a:pt x="16027" y="50800"/>
                  </a:lnTo>
                  <a:lnTo>
                    <a:pt x="41846" y="50800"/>
                  </a:lnTo>
                  <a:lnTo>
                    <a:pt x="44811" y="38100"/>
                  </a:lnTo>
                  <a:close/>
                </a:path>
                <a:path w="407670" h="2057400">
                  <a:moveTo>
                    <a:pt x="388965" y="38100"/>
                  </a:moveTo>
                  <a:lnTo>
                    <a:pt x="362835" y="38100"/>
                  </a:lnTo>
                  <a:lnTo>
                    <a:pt x="365791" y="50800"/>
                  </a:lnTo>
                  <a:lnTo>
                    <a:pt x="391349" y="50800"/>
                  </a:lnTo>
                  <a:lnTo>
                    <a:pt x="388965" y="38100"/>
                  </a:lnTo>
                  <a:close/>
                </a:path>
                <a:path w="407670" h="2057400">
                  <a:moveTo>
                    <a:pt x="66167" y="25400"/>
                  </a:moveTo>
                  <a:lnTo>
                    <a:pt x="30927" y="25400"/>
                  </a:lnTo>
                  <a:lnTo>
                    <a:pt x="27971" y="38100"/>
                  </a:lnTo>
                  <a:lnTo>
                    <a:pt x="62386" y="38100"/>
                  </a:lnTo>
                  <a:lnTo>
                    <a:pt x="66167" y="25400"/>
                  </a:lnTo>
                  <a:close/>
                </a:path>
                <a:path w="407670" h="2057400">
                  <a:moveTo>
                    <a:pt x="376709" y="25400"/>
                  </a:moveTo>
                  <a:lnTo>
                    <a:pt x="341469" y="25400"/>
                  </a:lnTo>
                  <a:lnTo>
                    <a:pt x="345250" y="38100"/>
                  </a:lnTo>
                  <a:lnTo>
                    <a:pt x="380008" y="38100"/>
                  </a:lnTo>
                  <a:lnTo>
                    <a:pt x="376709" y="25400"/>
                  </a:lnTo>
                  <a:close/>
                </a:path>
                <a:path w="407670" h="2057400">
                  <a:moveTo>
                    <a:pt x="361659" y="12700"/>
                  </a:moveTo>
                  <a:lnTo>
                    <a:pt x="45977" y="12700"/>
                  </a:lnTo>
                  <a:lnTo>
                    <a:pt x="42106" y="25400"/>
                  </a:lnTo>
                  <a:lnTo>
                    <a:pt x="365931" y="25400"/>
                  </a:lnTo>
                  <a:lnTo>
                    <a:pt x="361659" y="12700"/>
                  </a:lnTo>
                  <a:close/>
                </a:path>
                <a:path w="407670" h="2057400">
                  <a:moveTo>
                    <a:pt x="331365" y="0"/>
                  </a:moveTo>
                  <a:lnTo>
                    <a:pt x="80473" y="0"/>
                  </a:lnTo>
                  <a:lnTo>
                    <a:pt x="75778" y="12700"/>
                  </a:lnTo>
                  <a:lnTo>
                    <a:pt x="335991" y="12700"/>
                  </a:lnTo>
                  <a:lnTo>
                    <a:pt x="331365" y="0"/>
                  </a:lnTo>
                  <a:close/>
                </a:path>
              </a:pathLst>
            </a:custGeom>
            <a:solidFill>
              <a:srgbClr val="2F6FE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4597956" y="714548"/>
            <a:ext cx="854075" cy="2540000"/>
            <a:chOff x="4597956" y="714548"/>
            <a:chExt cx="854075" cy="2540000"/>
          </a:xfrm>
        </p:grpSpPr>
        <p:sp>
          <p:nvSpPr>
            <p:cNvPr id="12" name="object 12"/>
            <p:cNvSpPr/>
            <p:nvPr/>
          </p:nvSpPr>
          <p:spPr>
            <a:xfrm>
              <a:off x="4609528" y="717359"/>
              <a:ext cx="831850" cy="2526665"/>
            </a:xfrm>
            <a:custGeom>
              <a:avLst/>
              <a:gdLst/>
              <a:ahLst/>
              <a:cxnLst/>
              <a:rect l="l" t="t" r="r" b="b"/>
              <a:pathLst>
                <a:path w="831850" h="2526665">
                  <a:moveTo>
                    <a:pt x="714248" y="0"/>
                  </a:moveTo>
                  <a:lnTo>
                    <a:pt x="115824" y="0"/>
                  </a:lnTo>
                  <a:lnTo>
                    <a:pt x="70685" y="9072"/>
                  </a:lnTo>
                  <a:lnTo>
                    <a:pt x="33808" y="33929"/>
                  </a:lnTo>
                  <a:lnTo>
                    <a:pt x="8982" y="70776"/>
                  </a:lnTo>
                  <a:lnTo>
                    <a:pt x="0" y="115824"/>
                  </a:lnTo>
                  <a:lnTo>
                    <a:pt x="0" y="2409380"/>
                  </a:lnTo>
                  <a:lnTo>
                    <a:pt x="8982" y="2454767"/>
                  </a:lnTo>
                  <a:lnTo>
                    <a:pt x="33808" y="2491852"/>
                  </a:lnTo>
                  <a:lnTo>
                    <a:pt x="70685" y="2516958"/>
                  </a:lnTo>
                  <a:lnTo>
                    <a:pt x="115824" y="2526410"/>
                  </a:lnTo>
                  <a:lnTo>
                    <a:pt x="714248" y="2526410"/>
                  </a:lnTo>
                  <a:lnTo>
                    <a:pt x="759624" y="2516958"/>
                  </a:lnTo>
                  <a:lnTo>
                    <a:pt x="796708" y="2491852"/>
                  </a:lnTo>
                  <a:lnTo>
                    <a:pt x="821818" y="2454767"/>
                  </a:lnTo>
                  <a:lnTo>
                    <a:pt x="831278" y="2409380"/>
                  </a:lnTo>
                  <a:lnTo>
                    <a:pt x="831278" y="115824"/>
                  </a:lnTo>
                  <a:lnTo>
                    <a:pt x="821818" y="70776"/>
                  </a:lnTo>
                  <a:lnTo>
                    <a:pt x="796708" y="33929"/>
                  </a:lnTo>
                  <a:lnTo>
                    <a:pt x="759624" y="9072"/>
                  </a:lnTo>
                  <a:lnTo>
                    <a:pt x="714248" y="0"/>
                  </a:lnTo>
                  <a:close/>
                </a:path>
              </a:pathLst>
            </a:custGeom>
            <a:solidFill>
              <a:srgbClr val="EAF2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97956" y="714548"/>
              <a:ext cx="854075" cy="2540000"/>
            </a:xfrm>
            <a:custGeom>
              <a:avLst/>
              <a:gdLst/>
              <a:ahLst/>
              <a:cxnLst/>
              <a:rect l="l" t="t" r="r" b="b"/>
              <a:pathLst>
                <a:path w="854075" h="2540000">
                  <a:moveTo>
                    <a:pt x="781560" y="2527300"/>
                  </a:moveTo>
                  <a:lnTo>
                    <a:pt x="72048" y="2527300"/>
                  </a:lnTo>
                  <a:lnTo>
                    <a:pt x="78211" y="2540000"/>
                  </a:lnTo>
                  <a:lnTo>
                    <a:pt x="775397" y="2540000"/>
                  </a:lnTo>
                  <a:lnTo>
                    <a:pt x="781560" y="2527300"/>
                  </a:lnTo>
                  <a:close/>
                </a:path>
                <a:path w="854075" h="2540000">
                  <a:moveTo>
                    <a:pt x="101114" y="2514600"/>
                  </a:moveTo>
                  <a:lnTo>
                    <a:pt x="51045" y="2514600"/>
                  </a:lnTo>
                  <a:lnTo>
                    <a:pt x="56041" y="2527300"/>
                  </a:lnTo>
                  <a:lnTo>
                    <a:pt x="106744" y="2527300"/>
                  </a:lnTo>
                  <a:lnTo>
                    <a:pt x="101114" y="2514600"/>
                  </a:lnTo>
                  <a:close/>
                </a:path>
                <a:path w="854075" h="2540000">
                  <a:moveTo>
                    <a:pt x="806956" y="2514600"/>
                  </a:moveTo>
                  <a:lnTo>
                    <a:pt x="752504" y="2514600"/>
                  </a:lnTo>
                  <a:lnTo>
                    <a:pt x="746873" y="2527300"/>
                  </a:lnTo>
                  <a:lnTo>
                    <a:pt x="802130" y="2527300"/>
                  </a:lnTo>
                  <a:lnTo>
                    <a:pt x="806956" y="2514600"/>
                  </a:lnTo>
                  <a:close/>
                </a:path>
                <a:path w="854075" h="2540000">
                  <a:moveTo>
                    <a:pt x="68699" y="2501900"/>
                  </a:moveTo>
                  <a:lnTo>
                    <a:pt x="33340" y="2501900"/>
                  </a:lnTo>
                  <a:lnTo>
                    <a:pt x="37571" y="2514600"/>
                  </a:lnTo>
                  <a:lnTo>
                    <a:pt x="73425" y="2514600"/>
                  </a:lnTo>
                  <a:lnTo>
                    <a:pt x="68699" y="2501900"/>
                  </a:lnTo>
                  <a:close/>
                </a:path>
                <a:path w="854075" h="2540000">
                  <a:moveTo>
                    <a:pt x="820268" y="2501900"/>
                  </a:moveTo>
                  <a:lnTo>
                    <a:pt x="784908" y="2501900"/>
                  </a:lnTo>
                  <a:lnTo>
                    <a:pt x="780192" y="2514600"/>
                  </a:lnTo>
                  <a:lnTo>
                    <a:pt x="816035" y="2514600"/>
                  </a:lnTo>
                  <a:lnTo>
                    <a:pt x="820268" y="2501900"/>
                  </a:lnTo>
                  <a:close/>
                </a:path>
                <a:path w="854075" h="2540000">
                  <a:moveTo>
                    <a:pt x="53186" y="2489200"/>
                  </a:moveTo>
                  <a:lnTo>
                    <a:pt x="25516" y="2489200"/>
                  </a:lnTo>
                  <a:lnTo>
                    <a:pt x="29317" y="2501900"/>
                  </a:lnTo>
                  <a:lnTo>
                    <a:pt x="57228" y="2501900"/>
                  </a:lnTo>
                  <a:lnTo>
                    <a:pt x="53186" y="2489200"/>
                  </a:lnTo>
                  <a:close/>
                </a:path>
                <a:path w="854075" h="2540000">
                  <a:moveTo>
                    <a:pt x="828090" y="2489200"/>
                  </a:moveTo>
                  <a:lnTo>
                    <a:pt x="800432" y="2489200"/>
                  </a:lnTo>
                  <a:lnTo>
                    <a:pt x="796390" y="2501900"/>
                  </a:lnTo>
                  <a:lnTo>
                    <a:pt x="824290" y="2501900"/>
                  </a:lnTo>
                  <a:lnTo>
                    <a:pt x="828090" y="2489200"/>
                  </a:lnTo>
                  <a:close/>
                </a:path>
                <a:path w="854075" h="2540000">
                  <a:moveTo>
                    <a:pt x="43313" y="2476500"/>
                  </a:moveTo>
                  <a:lnTo>
                    <a:pt x="15271" y="2476500"/>
                  </a:lnTo>
                  <a:lnTo>
                    <a:pt x="18338" y="2489200"/>
                  </a:lnTo>
                  <a:lnTo>
                    <a:pt x="46761" y="2489200"/>
                  </a:lnTo>
                  <a:lnTo>
                    <a:pt x="43313" y="2476500"/>
                  </a:lnTo>
                  <a:close/>
                </a:path>
                <a:path w="854075" h="2540000">
                  <a:moveTo>
                    <a:pt x="838075" y="2476500"/>
                  </a:moveTo>
                  <a:lnTo>
                    <a:pt x="810305" y="2476500"/>
                  </a:lnTo>
                  <a:lnTo>
                    <a:pt x="806846" y="2489200"/>
                  </a:lnTo>
                  <a:lnTo>
                    <a:pt x="834988" y="2489200"/>
                  </a:lnTo>
                  <a:lnTo>
                    <a:pt x="838075" y="2476500"/>
                  </a:lnTo>
                  <a:close/>
                </a:path>
                <a:path w="854075" h="2540000">
                  <a:moveTo>
                    <a:pt x="35149" y="2463800"/>
                  </a:moveTo>
                  <a:lnTo>
                    <a:pt x="10134" y="2463800"/>
                  </a:lnTo>
                  <a:lnTo>
                    <a:pt x="12467" y="2476500"/>
                  </a:lnTo>
                  <a:lnTo>
                    <a:pt x="37953" y="2476500"/>
                  </a:lnTo>
                  <a:lnTo>
                    <a:pt x="35149" y="2463800"/>
                  </a:lnTo>
                  <a:close/>
                </a:path>
                <a:path w="854075" h="2540000">
                  <a:moveTo>
                    <a:pt x="843474" y="2463800"/>
                  </a:moveTo>
                  <a:lnTo>
                    <a:pt x="818459" y="2463800"/>
                  </a:lnTo>
                  <a:lnTo>
                    <a:pt x="815663" y="2476500"/>
                  </a:lnTo>
                  <a:lnTo>
                    <a:pt x="841141" y="2476500"/>
                  </a:lnTo>
                  <a:lnTo>
                    <a:pt x="843474" y="2463800"/>
                  </a:lnTo>
                  <a:close/>
                </a:path>
                <a:path w="854075" h="2540000">
                  <a:moveTo>
                    <a:pt x="28884" y="2451100"/>
                  </a:moveTo>
                  <a:lnTo>
                    <a:pt x="5650" y="2451100"/>
                  </a:lnTo>
                  <a:lnTo>
                    <a:pt x="7650" y="2463800"/>
                  </a:lnTo>
                  <a:lnTo>
                    <a:pt x="30966" y="2463800"/>
                  </a:lnTo>
                  <a:lnTo>
                    <a:pt x="28884" y="2451100"/>
                  </a:lnTo>
                  <a:close/>
                </a:path>
                <a:path w="854075" h="2540000">
                  <a:moveTo>
                    <a:pt x="847797" y="2451100"/>
                  </a:moveTo>
                  <a:lnTo>
                    <a:pt x="824722" y="2451100"/>
                  </a:lnTo>
                  <a:lnTo>
                    <a:pt x="822641" y="2463800"/>
                  </a:lnTo>
                  <a:lnTo>
                    <a:pt x="845776" y="2463800"/>
                  </a:lnTo>
                  <a:lnTo>
                    <a:pt x="847797" y="2451100"/>
                  </a:lnTo>
                  <a:close/>
                </a:path>
                <a:path w="854075" h="2540000">
                  <a:moveTo>
                    <a:pt x="24682" y="2438400"/>
                  </a:moveTo>
                  <a:lnTo>
                    <a:pt x="2644" y="2438400"/>
                  </a:lnTo>
                  <a:lnTo>
                    <a:pt x="3940" y="2451100"/>
                  </a:lnTo>
                  <a:lnTo>
                    <a:pt x="25989" y="2451100"/>
                  </a:lnTo>
                  <a:lnTo>
                    <a:pt x="24682" y="2438400"/>
                  </a:lnTo>
                  <a:close/>
                </a:path>
                <a:path w="854075" h="2540000">
                  <a:moveTo>
                    <a:pt x="25849" y="2438400"/>
                  </a:moveTo>
                  <a:lnTo>
                    <a:pt x="25989" y="2451100"/>
                  </a:lnTo>
                  <a:lnTo>
                    <a:pt x="27418" y="2451100"/>
                  </a:lnTo>
                  <a:lnTo>
                    <a:pt x="25849" y="2438400"/>
                  </a:lnTo>
                  <a:close/>
                </a:path>
                <a:path w="854075" h="2540000">
                  <a:moveTo>
                    <a:pt x="827769" y="2438400"/>
                  </a:moveTo>
                  <a:lnTo>
                    <a:pt x="826201" y="2451100"/>
                  </a:lnTo>
                  <a:lnTo>
                    <a:pt x="827628" y="2451100"/>
                  </a:lnTo>
                  <a:lnTo>
                    <a:pt x="827769" y="2438400"/>
                  </a:lnTo>
                  <a:close/>
                </a:path>
                <a:path w="854075" h="2540000">
                  <a:moveTo>
                    <a:pt x="851085" y="2438400"/>
                  </a:moveTo>
                  <a:lnTo>
                    <a:pt x="828814" y="2438400"/>
                  </a:lnTo>
                  <a:lnTo>
                    <a:pt x="827628" y="2451100"/>
                  </a:lnTo>
                  <a:lnTo>
                    <a:pt x="849666" y="2451100"/>
                  </a:lnTo>
                  <a:lnTo>
                    <a:pt x="851085" y="2438400"/>
                  </a:lnTo>
                  <a:close/>
                </a:path>
                <a:path w="854075" h="2540000">
                  <a:moveTo>
                    <a:pt x="23124" y="2425700"/>
                  </a:moveTo>
                  <a:lnTo>
                    <a:pt x="623" y="2425700"/>
                  </a:lnTo>
                  <a:lnTo>
                    <a:pt x="1417" y="2438400"/>
                  </a:lnTo>
                  <a:lnTo>
                    <a:pt x="23778" y="2438400"/>
                  </a:lnTo>
                  <a:lnTo>
                    <a:pt x="23124" y="2425700"/>
                  </a:lnTo>
                  <a:close/>
                </a:path>
                <a:path w="854075" h="2540000">
                  <a:moveTo>
                    <a:pt x="852985" y="2425700"/>
                  </a:moveTo>
                  <a:lnTo>
                    <a:pt x="830433" y="2425700"/>
                  </a:lnTo>
                  <a:lnTo>
                    <a:pt x="829750" y="2438400"/>
                  </a:lnTo>
                  <a:lnTo>
                    <a:pt x="852191" y="2438400"/>
                  </a:lnTo>
                  <a:lnTo>
                    <a:pt x="852985" y="2425700"/>
                  </a:lnTo>
                  <a:close/>
                </a:path>
                <a:path w="854075" h="2540000">
                  <a:moveTo>
                    <a:pt x="22762" y="114300"/>
                  </a:moveTo>
                  <a:lnTo>
                    <a:pt x="170" y="114300"/>
                  </a:lnTo>
                  <a:lnTo>
                    <a:pt x="0" y="127000"/>
                  </a:lnTo>
                  <a:lnTo>
                    <a:pt x="0" y="2413000"/>
                  </a:lnTo>
                  <a:lnTo>
                    <a:pt x="170" y="2425700"/>
                  </a:lnTo>
                  <a:lnTo>
                    <a:pt x="22731" y="2425700"/>
                  </a:lnTo>
                  <a:lnTo>
                    <a:pt x="22762" y="114300"/>
                  </a:lnTo>
                  <a:close/>
                </a:path>
                <a:path w="854075" h="2540000">
                  <a:moveTo>
                    <a:pt x="853467" y="114300"/>
                  </a:moveTo>
                  <a:lnTo>
                    <a:pt x="830875" y="114300"/>
                  </a:lnTo>
                  <a:lnTo>
                    <a:pt x="830996" y="2413000"/>
                  </a:lnTo>
                  <a:lnTo>
                    <a:pt x="830845" y="2425700"/>
                  </a:lnTo>
                  <a:lnTo>
                    <a:pt x="853467" y="2425700"/>
                  </a:lnTo>
                  <a:lnTo>
                    <a:pt x="853619" y="2413000"/>
                  </a:lnTo>
                  <a:lnTo>
                    <a:pt x="853619" y="127000"/>
                  </a:lnTo>
                  <a:lnTo>
                    <a:pt x="853467" y="114300"/>
                  </a:lnTo>
                  <a:close/>
                </a:path>
                <a:path w="854075" h="2540000">
                  <a:moveTo>
                    <a:pt x="24803" y="101600"/>
                  </a:moveTo>
                  <a:lnTo>
                    <a:pt x="1417" y="101600"/>
                  </a:lnTo>
                  <a:lnTo>
                    <a:pt x="623" y="114300"/>
                  </a:lnTo>
                  <a:lnTo>
                    <a:pt x="23868" y="114300"/>
                  </a:lnTo>
                  <a:lnTo>
                    <a:pt x="24803" y="101600"/>
                  </a:lnTo>
                  <a:close/>
                </a:path>
                <a:path w="854075" h="2540000">
                  <a:moveTo>
                    <a:pt x="852191" y="101600"/>
                  </a:moveTo>
                  <a:lnTo>
                    <a:pt x="828925" y="101600"/>
                  </a:lnTo>
                  <a:lnTo>
                    <a:pt x="829830" y="114300"/>
                  </a:lnTo>
                  <a:lnTo>
                    <a:pt x="852985" y="114300"/>
                  </a:lnTo>
                  <a:lnTo>
                    <a:pt x="852191" y="101600"/>
                  </a:lnTo>
                  <a:close/>
                </a:path>
                <a:path w="854075" h="2540000">
                  <a:moveTo>
                    <a:pt x="27418" y="88900"/>
                  </a:moveTo>
                  <a:lnTo>
                    <a:pt x="4081" y="88900"/>
                  </a:lnTo>
                  <a:lnTo>
                    <a:pt x="2644" y="101600"/>
                  </a:lnTo>
                  <a:lnTo>
                    <a:pt x="25849" y="101600"/>
                  </a:lnTo>
                  <a:lnTo>
                    <a:pt x="27418" y="88900"/>
                  </a:lnTo>
                  <a:close/>
                </a:path>
                <a:path w="854075" h="2540000">
                  <a:moveTo>
                    <a:pt x="849527" y="88900"/>
                  </a:moveTo>
                  <a:lnTo>
                    <a:pt x="826201" y="88900"/>
                  </a:lnTo>
                  <a:lnTo>
                    <a:pt x="827769" y="101600"/>
                  </a:lnTo>
                  <a:lnTo>
                    <a:pt x="851085" y="101600"/>
                  </a:lnTo>
                  <a:lnTo>
                    <a:pt x="849527" y="88900"/>
                  </a:lnTo>
                  <a:close/>
                </a:path>
                <a:path w="854075" h="2540000">
                  <a:moveTo>
                    <a:pt x="33078" y="76200"/>
                  </a:moveTo>
                  <a:lnTo>
                    <a:pt x="7650" y="76200"/>
                  </a:lnTo>
                  <a:lnTo>
                    <a:pt x="5650" y="88900"/>
                  </a:lnTo>
                  <a:lnTo>
                    <a:pt x="30755" y="88900"/>
                  </a:lnTo>
                  <a:lnTo>
                    <a:pt x="33078" y="76200"/>
                  </a:lnTo>
                  <a:close/>
                </a:path>
                <a:path w="854075" h="2540000">
                  <a:moveTo>
                    <a:pt x="845776" y="76200"/>
                  </a:moveTo>
                  <a:lnTo>
                    <a:pt x="820530" y="76200"/>
                  </a:lnTo>
                  <a:lnTo>
                    <a:pt x="822863" y="88900"/>
                  </a:lnTo>
                  <a:lnTo>
                    <a:pt x="847797" y="88900"/>
                  </a:lnTo>
                  <a:lnTo>
                    <a:pt x="845776" y="76200"/>
                  </a:lnTo>
                  <a:close/>
                </a:path>
                <a:path w="854075" h="2540000">
                  <a:moveTo>
                    <a:pt x="40689" y="63500"/>
                  </a:moveTo>
                  <a:lnTo>
                    <a:pt x="15271" y="63500"/>
                  </a:lnTo>
                  <a:lnTo>
                    <a:pt x="12467" y="76200"/>
                  </a:lnTo>
                  <a:lnTo>
                    <a:pt x="37663" y="76200"/>
                  </a:lnTo>
                  <a:lnTo>
                    <a:pt x="40689" y="63500"/>
                  </a:lnTo>
                  <a:close/>
                </a:path>
                <a:path w="854075" h="2540000">
                  <a:moveTo>
                    <a:pt x="838075" y="63500"/>
                  </a:moveTo>
                  <a:lnTo>
                    <a:pt x="812919" y="63500"/>
                  </a:lnTo>
                  <a:lnTo>
                    <a:pt x="815945" y="76200"/>
                  </a:lnTo>
                  <a:lnTo>
                    <a:pt x="841141" y="76200"/>
                  </a:lnTo>
                  <a:lnTo>
                    <a:pt x="838075" y="63500"/>
                  </a:lnTo>
                  <a:close/>
                </a:path>
                <a:path w="854075" h="2540000">
                  <a:moveTo>
                    <a:pt x="50079" y="50800"/>
                  </a:moveTo>
                  <a:lnTo>
                    <a:pt x="21645" y="50800"/>
                  </a:lnTo>
                  <a:lnTo>
                    <a:pt x="18620" y="63500"/>
                  </a:lnTo>
                  <a:lnTo>
                    <a:pt x="46419" y="63500"/>
                  </a:lnTo>
                  <a:lnTo>
                    <a:pt x="50079" y="50800"/>
                  </a:lnTo>
                  <a:close/>
                </a:path>
                <a:path w="854075" h="2540000">
                  <a:moveTo>
                    <a:pt x="831660" y="50800"/>
                  </a:moveTo>
                  <a:lnTo>
                    <a:pt x="803539" y="50800"/>
                  </a:lnTo>
                  <a:lnTo>
                    <a:pt x="807189" y="63500"/>
                  </a:lnTo>
                  <a:lnTo>
                    <a:pt x="834988" y="63500"/>
                  </a:lnTo>
                  <a:lnTo>
                    <a:pt x="831660" y="50800"/>
                  </a:lnTo>
                  <a:close/>
                </a:path>
                <a:path w="854075" h="2540000">
                  <a:moveTo>
                    <a:pt x="61048" y="38100"/>
                  </a:moveTo>
                  <a:lnTo>
                    <a:pt x="29317" y="38100"/>
                  </a:lnTo>
                  <a:lnTo>
                    <a:pt x="25516" y="50800"/>
                  </a:lnTo>
                  <a:lnTo>
                    <a:pt x="56826" y="50800"/>
                  </a:lnTo>
                  <a:lnTo>
                    <a:pt x="61048" y="38100"/>
                  </a:lnTo>
                  <a:close/>
                </a:path>
                <a:path w="854075" h="2540000">
                  <a:moveTo>
                    <a:pt x="65020" y="38100"/>
                  </a:moveTo>
                  <a:lnTo>
                    <a:pt x="61048" y="38100"/>
                  </a:lnTo>
                  <a:lnTo>
                    <a:pt x="60625" y="50800"/>
                  </a:lnTo>
                  <a:lnTo>
                    <a:pt x="65020" y="38100"/>
                  </a:lnTo>
                  <a:close/>
                </a:path>
                <a:path w="854075" h="2540000">
                  <a:moveTo>
                    <a:pt x="792570" y="38100"/>
                  </a:moveTo>
                  <a:lnTo>
                    <a:pt x="788588" y="38100"/>
                  </a:lnTo>
                  <a:lnTo>
                    <a:pt x="792981" y="50800"/>
                  </a:lnTo>
                  <a:lnTo>
                    <a:pt x="792570" y="38100"/>
                  </a:lnTo>
                  <a:close/>
                </a:path>
                <a:path w="854075" h="2540000">
                  <a:moveTo>
                    <a:pt x="824290" y="38100"/>
                  </a:moveTo>
                  <a:lnTo>
                    <a:pt x="792570" y="38100"/>
                  </a:lnTo>
                  <a:lnTo>
                    <a:pt x="796792" y="50800"/>
                  </a:lnTo>
                  <a:lnTo>
                    <a:pt x="828090" y="50800"/>
                  </a:lnTo>
                  <a:lnTo>
                    <a:pt x="824290" y="38100"/>
                  </a:lnTo>
                  <a:close/>
                </a:path>
                <a:path w="854075" h="2540000">
                  <a:moveTo>
                    <a:pt x="82363" y="25400"/>
                  </a:moveTo>
                  <a:lnTo>
                    <a:pt x="41614" y="25400"/>
                  </a:lnTo>
                  <a:lnTo>
                    <a:pt x="37571" y="38100"/>
                  </a:lnTo>
                  <a:lnTo>
                    <a:pt x="77346" y="38100"/>
                  </a:lnTo>
                  <a:lnTo>
                    <a:pt x="82363" y="25400"/>
                  </a:lnTo>
                  <a:close/>
                </a:path>
                <a:path w="854075" h="2540000">
                  <a:moveTo>
                    <a:pt x="811602" y="25400"/>
                  </a:moveTo>
                  <a:lnTo>
                    <a:pt x="771254" y="25400"/>
                  </a:lnTo>
                  <a:lnTo>
                    <a:pt x="776272" y="38100"/>
                  </a:lnTo>
                  <a:lnTo>
                    <a:pt x="816418" y="38100"/>
                  </a:lnTo>
                  <a:lnTo>
                    <a:pt x="811602" y="25400"/>
                  </a:lnTo>
                  <a:close/>
                </a:path>
                <a:path w="854075" h="2540000">
                  <a:moveTo>
                    <a:pt x="791936" y="12700"/>
                  </a:moveTo>
                  <a:lnTo>
                    <a:pt x="61210" y="12700"/>
                  </a:lnTo>
                  <a:lnTo>
                    <a:pt x="56041" y="25400"/>
                  </a:lnTo>
                  <a:lnTo>
                    <a:pt x="797124" y="25400"/>
                  </a:lnTo>
                  <a:lnTo>
                    <a:pt x="791936" y="12700"/>
                  </a:lnTo>
                  <a:close/>
                </a:path>
                <a:path w="854075" h="2540000">
                  <a:moveTo>
                    <a:pt x="769595" y="0"/>
                  </a:moveTo>
                  <a:lnTo>
                    <a:pt x="83489" y="0"/>
                  </a:lnTo>
                  <a:lnTo>
                    <a:pt x="77698" y="12700"/>
                  </a:lnTo>
                  <a:lnTo>
                    <a:pt x="775910" y="12700"/>
                  </a:lnTo>
                  <a:lnTo>
                    <a:pt x="769595" y="0"/>
                  </a:lnTo>
                  <a:close/>
                </a:path>
              </a:pathLst>
            </a:custGeom>
            <a:solidFill>
              <a:srgbClr val="2F6FE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74818" y="792162"/>
              <a:ext cx="524827" cy="477773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4733711" y="1328329"/>
            <a:ext cx="605155" cy="152971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z="1150" spc="-40">
                <a:solidFill>
                  <a:srgbClr val="0369E5"/>
                </a:solidFill>
                <a:latin typeface="Segoe UI Symbol"/>
                <a:cs typeface="Segoe UI Symbol"/>
              </a:rPr>
              <a:t>THE</a:t>
            </a:r>
            <a:r>
              <a:rPr dirty="0" sz="1150" spc="-25">
                <a:solidFill>
                  <a:srgbClr val="0369E5"/>
                </a:solidFill>
                <a:latin typeface="Segoe UI Symbol"/>
                <a:cs typeface="Segoe UI Symbol"/>
              </a:rPr>
              <a:t> </a:t>
            </a:r>
            <a:r>
              <a:rPr dirty="0" sz="1150" spc="-35">
                <a:solidFill>
                  <a:srgbClr val="0369E5"/>
                </a:solidFill>
                <a:latin typeface="Segoe UI Symbol"/>
                <a:cs typeface="Segoe UI Symbol"/>
              </a:rPr>
              <a:t>SECURITY</a:t>
            </a:r>
            <a:r>
              <a:rPr dirty="0" sz="1150" spc="-20">
                <a:solidFill>
                  <a:srgbClr val="0369E5"/>
                </a:solidFill>
                <a:latin typeface="Segoe UI Symbol"/>
                <a:cs typeface="Segoe UI Symbol"/>
              </a:rPr>
              <a:t> </a:t>
            </a:r>
            <a:r>
              <a:rPr dirty="0" sz="1150" spc="-25">
                <a:solidFill>
                  <a:srgbClr val="0369E5"/>
                </a:solidFill>
                <a:latin typeface="Segoe UI Symbol"/>
                <a:cs typeface="Segoe UI Symbol"/>
              </a:rPr>
              <a:t>GAP</a:t>
            </a:r>
            <a:endParaRPr sz="1150">
              <a:latin typeface="Segoe UI Symbol"/>
              <a:cs typeface="Segoe UI Symbol"/>
            </a:endParaRPr>
          </a:p>
          <a:p>
            <a:pPr marL="12700" marR="5080">
              <a:lnSpc>
                <a:spcPct val="102499"/>
              </a:lnSpc>
              <a:spcBef>
                <a:spcPts val="20"/>
              </a:spcBef>
            </a:pPr>
            <a:r>
              <a:rPr dirty="0" sz="850" spc="-45">
                <a:solidFill>
                  <a:srgbClr val="3F4C5C"/>
                </a:solidFill>
                <a:latin typeface="Segoe UI Symbol"/>
                <a:cs typeface="Segoe UI Symbol"/>
              </a:rPr>
              <a:t>Real-</a:t>
            </a:r>
            <a:r>
              <a:rPr dirty="0" sz="850" spc="-20">
                <a:solidFill>
                  <a:srgbClr val="3F4C5C"/>
                </a:solidFill>
                <a:latin typeface="Segoe UI Symbol"/>
                <a:cs typeface="Segoe UI Symbol"/>
              </a:rPr>
              <a:t>time</a:t>
            </a:r>
            <a:r>
              <a:rPr dirty="0" sz="850">
                <a:solidFill>
                  <a:srgbClr val="3F4C5C"/>
                </a:solidFill>
                <a:latin typeface="Segoe UI Symbol"/>
                <a:cs typeface="Segoe UI Symbol"/>
              </a:rPr>
              <a:t> </a:t>
            </a:r>
            <a:r>
              <a:rPr dirty="0" sz="850" spc="-30">
                <a:solidFill>
                  <a:srgbClr val="3F4C5C"/>
                </a:solidFill>
                <a:latin typeface="Segoe UI Symbol"/>
                <a:cs typeface="Segoe UI Symbol"/>
              </a:rPr>
              <a:t>platforms</a:t>
            </a:r>
            <a:r>
              <a:rPr dirty="0" sz="850" spc="5">
                <a:solidFill>
                  <a:srgbClr val="3F4C5C"/>
                </a:solidFill>
                <a:latin typeface="Segoe UI Symbol"/>
                <a:cs typeface="Segoe UI Symbol"/>
              </a:rPr>
              <a:t> </a:t>
            </a:r>
            <a:r>
              <a:rPr dirty="0" sz="850" spc="-20">
                <a:solidFill>
                  <a:srgbClr val="3F4C5C"/>
                </a:solidFill>
                <a:latin typeface="Segoe UI Symbol"/>
                <a:cs typeface="Segoe UI Symbol"/>
              </a:rPr>
              <a:t>face</a:t>
            </a:r>
            <a:r>
              <a:rPr dirty="0" sz="850">
                <a:solidFill>
                  <a:srgbClr val="3F4C5C"/>
                </a:solidFill>
                <a:latin typeface="Segoe UI Symbol"/>
                <a:cs typeface="Segoe UI Symbol"/>
              </a:rPr>
              <a:t> </a:t>
            </a:r>
            <a:r>
              <a:rPr dirty="0" sz="850" spc="-10">
                <a:solidFill>
                  <a:srgbClr val="3F4C5C"/>
                </a:solidFill>
                <a:latin typeface="Segoe UI Symbol"/>
                <a:cs typeface="Segoe UI Symbol"/>
              </a:rPr>
              <a:t>multiple attack</a:t>
            </a:r>
            <a:endParaRPr sz="85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850" spc="-20">
                <a:solidFill>
                  <a:srgbClr val="3F4C5C"/>
                </a:solidFill>
                <a:latin typeface="Segoe UI Symbol"/>
                <a:cs typeface="Segoe UI Symbol"/>
              </a:rPr>
              <a:t>surfaces,</a:t>
            </a:r>
            <a:r>
              <a:rPr dirty="0" sz="850">
                <a:solidFill>
                  <a:srgbClr val="3F4C5C"/>
                </a:solidFill>
                <a:latin typeface="Segoe UI Symbol"/>
                <a:cs typeface="Segoe UI Symbol"/>
              </a:rPr>
              <a:t> </a:t>
            </a:r>
            <a:r>
              <a:rPr dirty="0" sz="850" spc="-30">
                <a:solidFill>
                  <a:srgbClr val="3F4C5C"/>
                </a:solidFill>
                <a:latin typeface="Segoe UI Symbol"/>
                <a:cs typeface="Segoe UI Symbol"/>
              </a:rPr>
              <a:t>increasing</a:t>
            </a:r>
            <a:r>
              <a:rPr dirty="0" sz="850" spc="10">
                <a:solidFill>
                  <a:srgbClr val="3F4C5C"/>
                </a:solidFill>
                <a:latin typeface="Segoe UI Symbol"/>
                <a:cs typeface="Segoe UI Symbol"/>
              </a:rPr>
              <a:t> </a:t>
            </a:r>
            <a:r>
              <a:rPr dirty="0" sz="850" spc="-20">
                <a:solidFill>
                  <a:srgbClr val="3F4C5C"/>
                </a:solidFill>
                <a:latin typeface="Segoe UI Symbol"/>
                <a:cs typeface="Segoe UI Symbol"/>
              </a:rPr>
              <a:t>security</a:t>
            </a:r>
            <a:r>
              <a:rPr dirty="0" sz="850" spc="15">
                <a:solidFill>
                  <a:srgbClr val="3F4C5C"/>
                </a:solidFill>
                <a:latin typeface="Segoe UI Symbol"/>
                <a:cs typeface="Segoe UI Symbol"/>
              </a:rPr>
              <a:t> </a:t>
            </a:r>
            <a:r>
              <a:rPr dirty="0" sz="850" spc="-20">
                <a:solidFill>
                  <a:srgbClr val="3F4C5C"/>
                </a:solidFill>
                <a:latin typeface="Segoe UI Symbol"/>
                <a:cs typeface="Segoe UI Symbol"/>
              </a:rPr>
              <a:t>risks</a:t>
            </a:r>
            <a:endParaRPr sz="850">
              <a:latin typeface="Segoe UI Symbol"/>
              <a:cs typeface="Segoe UI Symbo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693081" y="712431"/>
            <a:ext cx="798830" cy="2501900"/>
            <a:chOff x="3693081" y="712431"/>
            <a:chExt cx="798830" cy="2501900"/>
          </a:xfrm>
        </p:grpSpPr>
        <p:sp>
          <p:nvSpPr>
            <p:cNvPr id="17" name="object 17"/>
            <p:cNvSpPr/>
            <p:nvPr/>
          </p:nvSpPr>
          <p:spPr>
            <a:xfrm>
              <a:off x="3704653" y="717359"/>
              <a:ext cx="775970" cy="2485390"/>
            </a:xfrm>
            <a:custGeom>
              <a:avLst/>
              <a:gdLst/>
              <a:ahLst/>
              <a:cxnLst/>
              <a:rect l="l" t="t" r="r" b="b"/>
              <a:pathLst>
                <a:path w="775970" h="2485390">
                  <a:moveTo>
                    <a:pt x="667194" y="0"/>
                  </a:moveTo>
                  <a:lnTo>
                    <a:pt x="108585" y="0"/>
                  </a:lnTo>
                  <a:lnTo>
                    <a:pt x="66164" y="8470"/>
                  </a:lnTo>
                  <a:lnTo>
                    <a:pt x="31598" y="31719"/>
                  </a:lnTo>
                  <a:lnTo>
                    <a:pt x="8379" y="66255"/>
                  </a:lnTo>
                  <a:lnTo>
                    <a:pt x="0" y="108584"/>
                  </a:lnTo>
                  <a:lnTo>
                    <a:pt x="0" y="2376804"/>
                  </a:lnTo>
                  <a:lnTo>
                    <a:pt x="8379" y="2419225"/>
                  </a:lnTo>
                  <a:lnTo>
                    <a:pt x="31598" y="2453791"/>
                  </a:lnTo>
                  <a:lnTo>
                    <a:pt x="66164" y="2477010"/>
                  </a:lnTo>
                  <a:lnTo>
                    <a:pt x="108585" y="2485389"/>
                  </a:lnTo>
                  <a:lnTo>
                    <a:pt x="667194" y="2485389"/>
                  </a:lnTo>
                  <a:lnTo>
                    <a:pt x="709213" y="2477010"/>
                  </a:lnTo>
                  <a:lnTo>
                    <a:pt x="743645" y="2453791"/>
                  </a:lnTo>
                  <a:lnTo>
                    <a:pt x="766998" y="2419225"/>
                  </a:lnTo>
                  <a:lnTo>
                    <a:pt x="775779" y="2376804"/>
                  </a:lnTo>
                  <a:lnTo>
                    <a:pt x="775779" y="108584"/>
                  </a:lnTo>
                  <a:lnTo>
                    <a:pt x="766998" y="66255"/>
                  </a:lnTo>
                  <a:lnTo>
                    <a:pt x="743645" y="31719"/>
                  </a:lnTo>
                  <a:lnTo>
                    <a:pt x="709213" y="8470"/>
                  </a:lnTo>
                  <a:lnTo>
                    <a:pt x="667194" y="0"/>
                  </a:lnTo>
                  <a:close/>
                </a:path>
              </a:pathLst>
            </a:custGeom>
            <a:solidFill>
              <a:srgbClr val="DDF3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693081" y="712431"/>
              <a:ext cx="798830" cy="2501900"/>
            </a:xfrm>
            <a:custGeom>
              <a:avLst/>
              <a:gdLst/>
              <a:ahLst/>
              <a:cxnLst/>
              <a:rect l="l" t="t" r="r" b="b"/>
              <a:pathLst>
                <a:path w="798829" h="2501900">
                  <a:moveTo>
                    <a:pt x="735241" y="2489200"/>
                  </a:moveTo>
                  <a:lnTo>
                    <a:pt x="62486" y="2489200"/>
                  </a:lnTo>
                  <a:lnTo>
                    <a:pt x="67654" y="2501900"/>
                  </a:lnTo>
                  <a:lnTo>
                    <a:pt x="730556" y="2501900"/>
                  </a:lnTo>
                  <a:lnTo>
                    <a:pt x="735241" y="2489200"/>
                  </a:lnTo>
                  <a:close/>
                </a:path>
                <a:path w="798829" h="2501900">
                  <a:moveTo>
                    <a:pt x="95293" y="2476500"/>
                  </a:moveTo>
                  <a:lnTo>
                    <a:pt x="43826" y="2476500"/>
                  </a:lnTo>
                  <a:lnTo>
                    <a:pt x="48360" y="2489200"/>
                  </a:lnTo>
                  <a:lnTo>
                    <a:pt x="100550" y="2489200"/>
                  </a:lnTo>
                  <a:lnTo>
                    <a:pt x="95293" y="2476500"/>
                  </a:lnTo>
                  <a:close/>
                </a:path>
                <a:path w="798829" h="2501900">
                  <a:moveTo>
                    <a:pt x="754383" y="2476500"/>
                  </a:moveTo>
                  <a:lnTo>
                    <a:pt x="702917" y="2476500"/>
                  </a:lnTo>
                  <a:lnTo>
                    <a:pt x="697668" y="2489200"/>
                  </a:lnTo>
                  <a:lnTo>
                    <a:pt x="749849" y="2489200"/>
                  </a:lnTo>
                  <a:lnTo>
                    <a:pt x="754383" y="2476500"/>
                  </a:lnTo>
                  <a:close/>
                </a:path>
                <a:path w="798829" h="2501900">
                  <a:moveTo>
                    <a:pt x="65281" y="2463800"/>
                  </a:moveTo>
                  <a:lnTo>
                    <a:pt x="30956" y="2463800"/>
                  </a:lnTo>
                  <a:lnTo>
                    <a:pt x="34917" y="2476500"/>
                  </a:lnTo>
                  <a:lnTo>
                    <a:pt x="69684" y="2476500"/>
                  </a:lnTo>
                  <a:lnTo>
                    <a:pt x="65281" y="2463800"/>
                  </a:lnTo>
                  <a:close/>
                </a:path>
                <a:path w="798829" h="2501900">
                  <a:moveTo>
                    <a:pt x="767253" y="2463800"/>
                  </a:moveTo>
                  <a:lnTo>
                    <a:pt x="732928" y="2463800"/>
                  </a:lnTo>
                  <a:lnTo>
                    <a:pt x="728525" y="2476500"/>
                  </a:lnTo>
                  <a:lnTo>
                    <a:pt x="762910" y="2476500"/>
                  </a:lnTo>
                  <a:lnTo>
                    <a:pt x="767253" y="2463800"/>
                  </a:lnTo>
                  <a:close/>
                </a:path>
                <a:path w="798829" h="2501900">
                  <a:moveTo>
                    <a:pt x="50914" y="2451100"/>
                  </a:moveTo>
                  <a:lnTo>
                    <a:pt x="20631" y="2451100"/>
                  </a:lnTo>
                  <a:lnTo>
                    <a:pt x="23978" y="2463800"/>
                  </a:lnTo>
                  <a:lnTo>
                    <a:pt x="54684" y="2463800"/>
                  </a:lnTo>
                  <a:lnTo>
                    <a:pt x="50914" y="2451100"/>
                  </a:lnTo>
                  <a:close/>
                </a:path>
                <a:path w="798829" h="2501900">
                  <a:moveTo>
                    <a:pt x="777890" y="2451100"/>
                  </a:moveTo>
                  <a:lnTo>
                    <a:pt x="747295" y="2451100"/>
                  </a:lnTo>
                  <a:lnTo>
                    <a:pt x="743525" y="2463800"/>
                  </a:lnTo>
                  <a:lnTo>
                    <a:pt x="774231" y="2463800"/>
                  </a:lnTo>
                  <a:lnTo>
                    <a:pt x="777890" y="2451100"/>
                  </a:lnTo>
                  <a:close/>
                </a:path>
                <a:path w="798829" h="2501900">
                  <a:moveTo>
                    <a:pt x="39060" y="2438400"/>
                  </a:moveTo>
                  <a:lnTo>
                    <a:pt x="11703" y="2438400"/>
                  </a:lnTo>
                  <a:lnTo>
                    <a:pt x="14337" y="2451100"/>
                  </a:lnTo>
                  <a:lnTo>
                    <a:pt x="42096" y="2451100"/>
                  </a:lnTo>
                  <a:lnTo>
                    <a:pt x="39060" y="2438400"/>
                  </a:lnTo>
                  <a:close/>
                </a:path>
                <a:path w="798829" h="2501900">
                  <a:moveTo>
                    <a:pt x="786507" y="2438400"/>
                  </a:moveTo>
                  <a:lnTo>
                    <a:pt x="759150" y="2438400"/>
                  </a:lnTo>
                  <a:lnTo>
                    <a:pt x="756123" y="2451100"/>
                  </a:lnTo>
                  <a:lnTo>
                    <a:pt x="783873" y="2451100"/>
                  </a:lnTo>
                  <a:lnTo>
                    <a:pt x="786507" y="2438400"/>
                  </a:lnTo>
                  <a:close/>
                </a:path>
                <a:path w="798829" h="2501900">
                  <a:moveTo>
                    <a:pt x="32072" y="2425700"/>
                  </a:moveTo>
                  <a:lnTo>
                    <a:pt x="7178" y="2425700"/>
                  </a:lnTo>
                  <a:lnTo>
                    <a:pt x="9310" y="2438400"/>
                  </a:lnTo>
                  <a:lnTo>
                    <a:pt x="34475" y="2438400"/>
                  </a:lnTo>
                  <a:lnTo>
                    <a:pt x="32072" y="2425700"/>
                  </a:lnTo>
                  <a:close/>
                </a:path>
                <a:path w="798829" h="2501900">
                  <a:moveTo>
                    <a:pt x="790840" y="2425700"/>
                  </a:moveTo>
                  <a:lnTo>
                    <a:pt x="766137" y="2425700"/>
                  </a:lnTo>
                  <a:lnTo>
                    <a:pt x="763734" y="2438400"/>
                  </a:lnTo>
                  <a:lnTo>
                    <a:pt x="788899" y="2438400"/>
                  </a:lnTo>
                  <a:lnTo>
                    <a:pt x="790840" y="2425700"/>
                  </a:lnTo>
                  <a:close/>
                </a:path>
                <a:path w="798829" h="2501900">
                  <a:moveTo>
                    <a:pt x="26894" y="2413000"/>
                  </a:moveTo>
                  <a:lnTo>
                    <a:pt x="3840" y="2413000"/>
                  </a:lnTo>
                  <a:lnTo>
                    <a:pt x="5298" y="2425700"/>
                  </a:lnTo>
                  <a:lnTo>
                    <a:pt x="28604" y="2425700"/>
                  </a:lnTo>
                  <a:lnTo>
                    <a:pt x="26894" y="2413000"/>
                  </a:lnTo>
                  <a:close/>
                </a:path>
                <a:path w="798829" h="2501900">
                  <a:moveTo>
                    <a:pt x="794369" y="2413000"/>
                  </a:moveTo>
                  <a:lnTo>
                    <a:pt x="771315" y="2413000"/>
                  </a:lnTo>
                  <a:lnTo>
                    <a:pt x="769606" y="2425700"/>
                  </a:lnTo>
                  <a:lnTo>
                    <a:pt x="792911" y="2425700"/>
                  </a:lnTo>
                  <a:lnTo>
                    <a:pt x="794369" y="2413000"/>
                  </a:lnTo>
                  <a:close/>
                </a:path>
                <a:path w="798829" h="2501900">
                  <a:moveTo>
                    <a:pt x="23688" y="2400300"/>
                  </a:moveTo>
                  <a:lnTo>
                    <a:pt x="582" y="2400300"/>
                  </a:lnTo>
                  <a:lnTo>
                    <a:pt x="1417" y="2413000"/>
                  </a:lnTo>
                  <a:lnTo>
                    <a:pt x="24532" y="2413000"/>
                  </a:lnTo>
                  <a:lnTo>
                    <a:pt x="23688" y="2400300"/>
                  </a:lnTo>
                  <a:close/>
                </a:path>
                <a:path w="798829" h="2501900">
                  <a:moveTo>
                    <a:pt x="796883" y="2400300"/>
                  </a:moveTo>
                  <a:lnTo>
                    <a:pt x="774442" y="2400300"/>
                  </a:lnTo>
                  <a:lnTo>
                    <a:pt x="773567" y="2413000"/>
                  </a:lnTo>
                  <a:lnTo>
                    <a:pt x="795727" y="2413000"/>
                  </a:lnTo>
                  <a:lnTo>
                    <a:pt x="796883" y="2400300"/>
                  </a:lnTo>
                  <a:close/>
                </a:path>
                <a:path w="798829" h="2501900">
                  <a:moveTo>
                    <a:pt x="22612" y="114300"/>
                  </a:moveTo>
                  <a:lnTo>
                    <a:pt x="0" y="114300"/>
                  </a:lnTo>
                  <a:lnTo>
                    <a:pt x="0" y="2387600"/>
                  </a:lnTo>
                  <a:lnTo>
                    <a:pt x="161" y="2400300"/>
                  </a:lnTo>
                  <a:lnTo>
                    <a:pt x="23084" y="2400300"/>
                  </a:lnTo>
                  <a:lnTo>
                    <a:pt x="22722" y="2387600"/>
                  </a:lnTo>
                  <a:lnTo>
                    <a:pt x="22612" y="114300"/>
                  </a:lnTo>
                  <a:close/>
                </a:path>
                <a:path w="798829" h="2501900">
                  <a:moveTo>
                    <a:pt x="798220" y="114300"/>
                  </a:moveTo>
                  <a:lnTo>
                    <a:pt x="775487" y="114300"/>
                  </a:lnTo>
                  <a:lnTo>
                    <a:pt x="775458" y="2387600"/>
                  </a:lnTo>
                  <a:lnTo>
                    <a:pt x="775065" y="2400300"/>
                  </a:lnTo>
                  <a:lnTo>
                    <a:pt x="798079" y="2400300"/>
                  </a:lnTo>
                  <a:lnTo>
                    <a:pt x="798220" y="2387600"/>
                  </a:lnTo>
                  <a:lnTo>
                    <a:pt x="798220" y="114300"/>
                  </a:lnTo>
                  <a:close/>
                </a:path>
                <a:path w="798829" h="2501900">
                  <a:moveTo>
                    <a:pt x="23778" y="101600"/>
                  </a:moveTo>
                  <a:lnTo>
                    <a:pt x="582" y="101600"/>
                  </a:lnTo>
                  <a:lnTo>
                    <a:pt x="161" y="114300"/>
                  </a:lnTo>
                  <a:lnTo>
                    <a:pt x="23144" y="114300"/>
                  </a:lnTo>
                  <a:lnTo>
                    <a:pt x="23778" y="101600"/>
                  </a:lnTo>
                  <a:close/>
                </a:path>
                <a:path w="798829" h="2501900">
                  <a:moveTo>
                    <a:pt x="797627" y="101600"/>
                  </a:moveTo>
                  <a:lnTo>
                    <a:pt x="774522" y="101600"/>
                  </a:lnTo>
                  <a:lnTo>
                    <a:pt x="775125" y="114300"/>
                  </a:lnTo>
                  <a:lnTo>
                    <a:pt x="798079" y="114300"/>
                  </a:lnTo>
                  <a:lnTo>
                    <a:pt x="797627" y="101600"/>
                  </a:lnTo>
                  <a:close/>
                </a:path>
                <a:path w="798829" h="2501900">
                  <a:moveTo>
                    <a:pt x="25739" y="88900"/>
                  </a:moveTo>
                  <a:lnTo>
                    <a:pt x="3699" y="88900"/>
                  </a:lnTo>
                  <a:lnTo>
                    <a:pt x="2482" y="101600"/>
                  </a:lnTo>
                  <a:lnTo>
                    <a:pt x="24643" y="101600"/>
                  </a:lnTo>
                  <a:lnTo>
                    <a:pt x="25739" y="88900"/>
                  </a:lnTo>
                  <a:close/>
                </a:path>
                <a:path w="798829" h="2501900">
                  <a:moveTo>
                    <a:pt x="27066" y="88900"/>
                  </a:moveTo>
                  <a:lnTo>
                    <a:pt x="25739" y="88900"/>
                  </a:lnTo>
                  <a:lnTo>
                    <a:pt x="25598" y="101600"/>
                  </a:lnTo>
                  <a:lnTo>
                    <a:pt x="27066" y="88900"/>
                  </a:lnTo>
                  <a:close/>
                </a:path>
                <a:path w="798829" h="2501900">
                  <a:moveTo>
                    <a:pt x="772471" y="88900"/>
                  </a:moveTo>
                  <a:lnTo>
                    <a:pt x="771144" y="88900"/>
                  </a:lnTo>
                  <a:lnTo>
                    <a:pt x="772612" y="101600"/>
                  </a:lnTo>
                  <a:lnTo>
                    <a:pt x="772471" y="88900"/>
                  </a:lnTo>
                  <a:close/>
                </a:path>
                <a:path w="798829" h="2501900">
                  <a:moveTo>
                    <a:pt x="794510" y="88900"/>
                  </a:moveTo>
                  <a:lnTo>
                    <a:pt x="772471" y="88900"/>
                  </a:lnTo>
                  <a:lnTo>
                    <a:pt x="773677" y="101600"/>
                  </a:lnTo>
                  <a:lnTo>
                    <a:pt x="795727" y="101600"/>
                  </a:lnTo>
                  <a:lnTo>
                    <a:pt x="794510" y="88900"/>
                  </a:lnTo>
                  <a:close/>
                </a:path>
                <a:path w="798829" h="2501900">
                  <a:moveTo>
                    <a:pt x="30353" y="76200"/>
                  </a:moveTo>
                  <a:lnTo>
                    <a:pt x="7178" y="76200"/>
                  </a:lnTo>
                  <a:lnTo>
                    <a:pt x="5298" y="88900"/>
                  </a:lnTo>
                  <a:lnTo>
                    <a:pt x="28412" y="88900"/>
                  </a:lnTo>
                  <a:lnTo>
                    <a:pt x="30353" y="76200"/>
                  </a:lnTo>
                  <a:close/>
                </a:path>
                <a:path w="798829" h="2501900">
                  <a:moveTo>
                    <a:pt x="790840" y="76200"/>
                  </a:moveTo>
                  <a:lnTo>
                    <a:pt x="767857" y="76200"/>
                  </a:lnTo>
                  <a:lnTo>
                    <a:pt x="769796" y="88900"/>
                  </a:lnTo>
                  <a:lnTo>
                    <a:pt x="792911" y="88900"/>
                  </a:lnTo>
                  <a:lnTo>
                    <a:pt x="790840" y="76200"/>
                  </a:lnTo>
                  <a:close/>
                </a:path>
                <a:path w="798829" h="2501900">
                  <a:moveTo>
                    <a:pt x="36828" y="63500"/>
                  </a:moveTo>
                  <a:lnTo>
                    <a:pt x="11703" y="63500"/>
                  </a:lnTo>
                  <a:lnTo>
                    <a:pt x="9310" y="76200"/>
                  </a:lnTo>
                  <a:lnTo>
                    <a:pt x="34213" y="76200"/>
                  </a:lnTo>
                  <a:lnTo>
                    <a:pt x="36828" y="63500"/>
                  </a:lnTo>
                  <a:close/>
                </a:path>
                <a:path w="798829" h="2501900">
                  <a:moveTo>
                    <a:pt x="786507" y="63500"/>
                  </a:moveTo>
                  <a:lnTo>
                    <a:pt x="761381" y="63500"/>
                  </a:lnTo>
                  <a:lnTo>
                    <a:pt x="763996" y="76200"/>
                  </a:lnTo>
                  <a:lnTo>
                    <a:pt x="788899" y="76200"/>
                  </a:lnTo>
                  <a:lnTo>
                    <a:pt x="786507" y="63500"/>
                  </a:lnTo>
                  <a:close/>
                </a:path>
                <a:path w="798829" h="2501900">
                  <a:moveTo>
                    <a:pt x="48059" y="50800"/>
                  </a:moveTo>
                  <a:lnTo>
                    <a:pt x="20631" y="50800"/>
                  </a:lnTo>
                  <a:lnTo>
                    <a:pt x="17212" y="63500"/>
                  </a:lnTo>
                  <a:lnTo>
                    <a:pt x="44650" y="63500"/>
                  </a:lnTo>
                  <a:lnTo>
                    <a:pt x="48059" y="50800"/>
                  </a:lnTo>
                  <a:close/>
                </a:path>
                <a:path w="798829" h="2501900">
                  <a:moveTo>
                    <a:pt x="777890" y="50800"/>
                  </a:moveTo>
                  <a:lnTo>
                    <a:pt x="750150" y="50800"/>
                  </a:lnTo>
                  <a:lnTo>
                    <a:pt x="753559" y="63500"/>
                  </a:lnTo>
                  <a:lnTo>
                    <a:pt x="780997" y="63500"/>
                  </a:lnTo>
                  <a:lnTo>
                    <a:pt x="777890" y="50800"/>
                  </a:lnTo>
                  <a:close/>
                </a:path>
                <a:path w="798829" h="2501900">
                  <a:moveTo>
                    <a:pt x="61903" y="38100"/>
                  </a:moveTo>
                  <a:lnTo>
                    <a:pt x="27205" y="38100"/>
                  </a:lnTo>
                  <a:lnTo>
                    <a:pt x="23978" y="50800"/>
                  </a:lnTo>
                  <a:lnTo>
                    <a:pt x="57801" y="50800"/>
                  </a:lnTo>
                  <a:lnTo>
                    <a:pt x="61903" y="38100"/>
                  </a:lnTo>
                  <a:close/>
                </a:path>
                <a:path w="798829" h="2501900">
                  <a:moveTo>
                    <a:pt x="771003" y="38100"/>
                  </a:moveTo>
                  <a:lnTo>
                    <a:pt x="736306" y="38100"/>
                  </a:lnTo>
                  <a:lnTo>
                    <a:pt x="740408" y="50800"/>
                  </a:lnTo>
                  <a:lnTo>
                    <a:pt x="774231" y="50800"/>
                  </a:lnTo>
                  <a:lnTo>
                    <a:pt x="771003" y="38100"/>
                  </a:lnTo>
                  <a:close/>
                </a:path>
                <a:path w="798829" h="2501900">
                  <a:moveTo>
                    <a:pt x="82283" y="25400"/>
                  </a:moveTo>
                  <a:lnTo>
                    <a:pt x="39070" y="25400"/>
                  </a:lnTo>
                  <a:lnTo>
                    <a:pt x="34917" y="38100"/>
                  </a:lnTo>
                  <a:lnTo>
                    <a:pt x="77467" y="38100"/>
                  </a:lnTo>
                  <a:lnTo>
                    <a:pt x="82283" y="25400"/>
                  </a:lnTo>
                  <a:close/>
                </a:path>
                <a:path w="798829" h="2501900">
                  <a:moveTo>
                    <a:pt x="759139" y="25400"/>
                  </a:moveTo>
                  <a:lnTo>
                    <a:pt x="715926" y="25400"/>
                  </a:lnTo>
                  <a:lnTo>
                    <a:pt x="720742" y="38100"/>
                  </a:lnTo>
                  <a:lnTo>
                    <a:pt x="763291" y="38100"/>
                  </a:lnTo>
                  <a:lnTo>
                    <a:pt x="759139" y="25400"/>
                  </a:lnTo>
                  <a:close/>
                </a:path>
                <a:path w="798829" h="2501900">
                  <a:moveTo>
                    <a:pt x="740267" y="12700"/>
                  </a:moveTo>
                  <a:lnTo>
                    <a:pt x="57942" y="12700"/>
                  </a:lnTo>
                  <a:lnTo>
                    <a:pt x="53075" y="25400"/>
                  </a:lnTo>
                  <a:lnTo>
                    <a:pt x="745144" y="25400"/>
                  </a:lnTo>
                  <a:lnTo>
                    <a:pt x="740267" y="12700"/>
                  </a:lnTo>
                  <a:close/>
                </a:path>
                <a:path w="798829" h="2501900">
                  <a:moveTo>
                    <a:pt x="713704" y="0"/>
                  </a:moveTo>
                  <a:lnTo>
                    <a:pt x="84504" y="0"/>
                  </a:lnTo>
                  <a:lnTo>
                    <a:pt x="78402" y="12700"/>
                  </a:lnTo>
                  <a:lnTo>
                    <a:pt x="719808" y="12700"/>
                  </a:lnTo>
                  <a:lnTo>
                    <a:pt x="713704" y="0"/>
                  </a:lnTo>
                  <a:close/>
                </a:path>
              </a:pathLst>
            </a:custGeom>
            <a:solidFill>
              <a:srgbClr val="16A34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14444" y="792162"/>
              <a:ext cx="524827" cy="477773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3769124" y="1301313"/>
            <a:ext cx="613410" cy="177863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39370">
              <a:lnSpc>
                <a:spcPts val="1155"/>
              </a:lnSpc>
            </a:pPr>
            <a:r>
              <a:rPr dirty="0" sz="1150" spc="-40">
                <a:solidFill>
                  <a:srgbClr val="15803D"/>
                </a:solidFill>
                <a:latin typeface="Segoe UI Symbol"/>
                <a:cs typeface="Segoe UI Symbol"/>
              </a:rPr>
              <a:t>WHY </a:t>
            </a:r>
            <a:r>
              <a:rPr dirty="0" sz="1150">
                <a:solidFill>
                  <a:srgbClr val="15803D"/>
                </a:solidFill>
                <a:latin typeface="Segoe UI Symbol"/>
                <a:cs typeface="Segoe UI Symbol"/>
              </a:rPr>
              <a:t>IT</a:t>
            </a:r>
            <a:r>
              <a:rPr dirty="0" sz="1150" spc="-35">
                <a:solidFill>
                  <a:srgbClr val="15803D"/>
                </a:solidFill>
                <a:latin typeface="Segoe UI Symbol"/>
                <a:cs typeface="Segoe UI Symbol"/>
              </a:rPr>
              <a:t> </a:t>
            </a:r>
            <a:r>
              <a:rPr dirty="0" sz="1150" spc="-10">
                <a:solidFill>
                  <a:srgbClr val="15803D"/>
                </a:solidFill>
                <a:latin typeface="Segoe UI Symbol"/>
                <a:cs typeface="Segoe UI Symbol"/>
              </a:rPr>
              <a:t>MATTERS</a:t>
            </a:r>
            <a:endParaRPr sz="1150">
              <a:latin typeface="Segoe UI Symbol"/>
              <a:cs typeface="Segoe UI Symbol"/>
            </a:endParaRPr>
          </a:p>
          <a:p>
            <a:pPr marL="12700">
              <a:lnSpc>
                <a:spcPts val="955"/>
              </a:lnSpc>
            </a:pPr>
            <a:r>
              <a:rPr dirty="0" sz="850" spc="-25">
                <a:solidFill>
                  <a:srgbClr val="3F4C5C"/>
                </a:solidFill>
                <a:latin typeface="Segoe UI Symbol"/>
                <a:cs typeface="Segoe UI Symbol"/>
              </a:rPr>
              <a:t>Traditional</a:t>
            </a:r>
            <a:r>
              <a:rPr dirty="0" sz="850" spc="-10">
                <a:solidFill>
                  <a:srgbClr val="3F4C5C"/>
                </a:solidFill>
                <a:latin typeface="Segoe UI Symbol"/>
                <a:cs typeface="Segoe UI Symbol"/>
              </a:rPr>
              <a:t> </a:t>
            </a:r>
            <a:r>
              <a:rPr dirty="0" sz="850" spc="-20">
                <a:solidFill>
                  <a:srgbClr val="3F4C5C"/>
                </a:solidFill>
                <a:latin typeface="Segoe UI Symbol"/>
                <a:cs typeface="Segoe UI Symbol"/>
              </a:rPr>
              <a:t>security</a:t>
            </a:r>
            <a:r>
              <a:rPr dirty="0" sz="850">
                <a:solidFill>
                  <a:srgbClr val="3F4C5C"/>
                </a:solidFill>
                <a:latin typeface="Segoe UI Symbol"/>
                <a:cs typeface="Segoe UI Symbol"/>
              </a:rPr>
              <a:t> </a:t>
            </a:r>
            <a:r>
              <a:rPr dirty="0" sz="850" spc="-30">
                <a:solidFill>
                  <a:srgbClr val="3F4C5C"/>
                </a:solidFill>
                <a:latin typeface="Segoe UI Symbol"/>
                <a:cs typeface="Segoe UI Symbol"/>
              </a:rPr>
              <a:t>checks</a:t>
            </a:r>
            <a:r>
              <a:rPr dirty="0" sz="850" spc="-10">
                <a:solidFill>
                  <a:srgbClr val="3F4C5C"/>
                </a:solidFill>
                <a:latin typeface="Segoe UI Symbol"/>
                <a:cs typeface="Segoe UI Symbol"/>
              </a:rPr>
              <a:t> </a:t>
            </a:r>
            <a:r>
              <a:rPr dirty="0" sz="850" spc="-20">
                <a:solidFill>
                  <a:srgbClr val="3F4C5C"/>
                </a:solidFill>
                <a:latin typeface="Segoe UI Symbol"/>
                <a:cs typeface="Segoe UI Symbol"/>
              </a:rPr>
              <a:t>are</a:t>
            </a:r>
            <a:r>
              <a:rPr dirty="0" sz="850" spc="-10">
                <a:solidFill>
                  <a:srgbClr val="3F4C5C"/>
                </a:solidFill>
                <a:latin typeface="Segoe UI Symbol"/>
                <a:cs typeface="Segoe UI Symbol"/>
              </a:rPr>
              <a:t> periodic</a:t>
            </a:r>
            <a:endParaRPr sz="850">
              <a:latin typeface="Segoe UI Symbol"/>
              <a:cs typeface="Segoe UI Symbol"/>
            </a:endParaRPr>
          </a:p>
          <a:p>
            <a:pPr marL="12700" marR="38100">
              <a:lnSpc>
                <a:spcPct val="125699"/>
              </a:lnSpc>
            </a:pPr>
            <a:r>
              <a:rPr dirty="0" sz="850" spc="-35">
                <a:solidFill>
                  <a:srgbClr val="3F4C5C"/>
                </a:solidFill>
                <a:latin typeface="Segoe UI Symbol"/>
                <a:cs typeface="Segoe UI Symbol"/>
              </a:rPr>
              <a:t>and</a:t>
            </a:r>
            <a:r>
              <a:rPr dirty="0" sz="850" spc="-5">
                <a:solidFill>
                  <a:srgbClr val="3F4C5C"/>
                </a:solidFill>
                <a:latin typeface="Segoe UI Symbol"/>
                <a:cs typeface="Segoe UI Symbol"/>
              </a:rPr>
              <a:t> </a:t>
            </a:r>
            <a:r>
              <a:rPr dirty="0" sz="850" spc="-30">
                <a:solidFill>
                  <a:srgbClr val="3F4C5C"/>
                </a:solidFill>
                <a:latin typeface="Segoe UI Symbol"/>
                <a:cs typeface="Segoe UI Symbol"/>
              </a:rPr>
              <a:t>fragmented,</a:t>
            </a:r>
            <a:r>
              <a:rPr dirty="0" sz="850">
                <a:solidFill>
                  <a:srgbClr val="3F4C5C"/>
                </a:solidFill>
                <a:latin typeface="Segoe UI Symbol"/>
                <a:cs typeface="Segoe UI Symbol"/>
              </a:rPr>
              <a:t> </a:t>
            </a:r>
            <a:r>
              <a:rPr dirty="0" sz="850" spc="-35">
                <a:solidFill>
                  <a:srgbClr val="3F4C5C"/>
                </a:solidFill>
                <a:latin typeface="Segoe UI Symbol"/>
                <a:cs typeface="Segoe UI Symbol"/>
              </a:rPr>
              <a:t>leaving</a:t>
            </a:r>
            <a:r>
              <a:rPr dirty="0" sz="850">
                <a:solidFill>
                  <a:srgbClr val="3F4C5C"/>
                </a:solidFill>
                <a:latin typeface="Segoe UI Symbol"/>
                <a:cs typeface="Segoe UI Symbol"/>
              </a:rPr>
              <a:t> </a:t>
            </a:r>
            <a:r>
              <a:rPr dirty="0" sz="850" spc="-35">
                <a:solidFill>
                  <a:srgbClr val="3F4C5C"/>
                </a:solidFill>
                <a:latin typeface="Segoe UI Symbol"/>
                <a:cs typeface="Segoe UI Symbol"/>
              </a:rPr>
              <a:t>evolving</a:t>
            </a:r>
            <a:r>
              <a:rPr dirty="0" sz="850" spc="5">
                <a:solidFill>
                  <a:srgbClr val="3F4C5C"/>
                </a:solidFill>
                <a:latin typeface="Segoe UI Symbol"/>
                <a:cs typeface="Segoe UI Symbol"/>
              </a:rPr>
              <a:t> </a:t>
            </a:r>
            <a:r>
              <a:rPr dirty="0" sz="850" spc="-20">
                <a:solidFill>
                  <a:srgbClr val="3F4C5C"/>
                </a:solidFill>
                <a:latin typeface="Segoe UI Symbol"/>
                <a:cs typeface="Segoe UI Symbol"/>
              </a:rPr>
              <a:t>risks </a:t>
            </a:r>
            <a:r>
              <a:rPr dirty="0" sz="850" spc="-10">
                <a:solidFill>
                  <a:srgbClr val="3F4C5C"/>
                </a:solidFill>
                <a:latin typeface="Segoe UI Symbol"/>
                <a:cs typeface="Segoe UI Symbol"/>
              </a:rPr>
              <a:t>undetected.</a:t>
            </a:r>
            <a:endParaRPr sz="850">
              <a:latin typeface="Segoe UI Symbol"/>
              <a:cs typeface="Segoe UI Symbo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769736" y="713634"/>
            <a:ext cx="798830" cy="2527300"/>
            <a:chOff x="2769736" y="713634"/>
            <a:chExt cx="798830" cy="2527300"/>
          </a:xfrm>
        </p:grpSpPr>
        <p:sp>
          <p:nvSpPr>
            <p:cNvPr id="22" name="object 22"/>
            <p:cNvSpPr/>
            <p:nvPr/>
          </p:nvSpPr>
          <p:spPr>
            <a:xfrm>
              <a:off x="2780474" y="717359"/>
              <a:ext cx="775970" cy="2512060"/>
            </a:xfrm>
            <a:custGeom>
              <a:avLst/>
              <a:gdLst/>
              <a:ahLst/>
              <a:cxnLst/>
              <a:rect l="l" t="t" r="r" b="b"/>
              <a:pathLst>
                <a:path w="775970" h="2512060">
                  <a:moveTo>
                    <a:pt x="667194" y="0"/>
                  </a:moveTo>
                  <a:lnTo>
                    <a:pt x="108585" y="0"/>
                  </a:lnTo>
                  <a:lnTo>
                    <a:pt x="66638" y="8470"/>
                  </a:lnTo>
                  <a:lnTo>
                    <a:pt x="32228" y="31719"/>
                  </a:lnTo>
                  <a:lnTo>
                    <a:pt x="8850" y="66255"/>
                  </a:lnTo>
                  <a:lnTo>
                    <a:pt x="0" y="108584"/>
                  </a:lnTo>
                  <a:lnTo>
                    <a:pt x="0" y="2403348"/>
                  </a:lnTo>
                  <a:lnTo>
                    <a:pt x="8850" y="2445803"/>
                  </a:lnTo>
                  <a:lnTo>
                    <a:pt x="32228" y="2480382"/>
                  </a:lnTo>
                  <a:lnTo>
                    <a:pt x="66638" y="2503591"/>
                  </a:lnTo>
                  <a:lnTo>
                    <a:pt x="108585" y="2511932"/>
                  </a:lnTo>
                  <a:lnTo>
                    <a:pt x="667194" y="2511932"/>
                  </a:lnTo>
                  <a:lnTo>
                    <a:pt x="709682" y="2503591"/>
                  </a:lnTo>
                  <a:lnTo>
                    <a:pt x="744271" y="2480382"/>
                  </a:lnTo>
                  <a:lnTo>
                    <a:pt x="767467" y="2445803"/>
                  </a:lnTo>
                  <a:lnTo>
                    <a:pt x="775779" y="2403348"/>
                  </a:lnTo>
                  <a:lnTo>
                    <a:pt x="775779" y="108584"/>
                  </a:lnTo>
                  <a:lnTo>
                    <a:pt x="767467" y="66255"/>
                  </a:lnTo>
                  <a:lnTo>
                    <a:pt x="744271" y="31719"/>
                  </a:lnTo>
                  <a:lnTo>
                    <a:pt x="709682" y="8470"/>
                  </a:lnTo>
                  <a:lnTo>
                    <a:pt x="667194" y="0"/>
                  </a:lnTo>
                  <a:close/>
                </a:path>
              </a:pathLst>
            </a:custGeom>
            <a:solidFill>
              <a:srgbClr val="ECE1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769736" y="713634"/>
              <a:ext cx="798830" cy="2527300"/>
            </a:xfrm>
            <a:custGeom>
              <a:avLst/>
              <a:gdLst/>
              <a:ahLst/>
              <a:cxnLst/>
              <a:rect l="l" t="t" r="r" b="b"/>
              <a:pathLst>
                <a:path w="798829" h="2527300">
                  <a:moveTo>
                    <a:pt x="735723" y="2514600"/>
                  </a:moveTo>
                  <a:lnTo>
                    <a:pt x="62496" y="2514600"/>
                  </a:lnTo>
                  <a:lnTo>
                    <a:pt x="67654" y="2527300"/>
                  </a:lnTo>
                  <a:lnTo>
                    <a:pt x="730063" y="2527300"/>
                  </a:lnTo>
                  <a:lnTo>
                    <a:pt x="735723" y="2514600"/>
                  </a:lnTo>
                  <a:close/>
                </a:path>
                <a:path w="798829" h="2527300">
                  <a:moveTo>
                    <a:pt x="95293" y="2501900"/>
                  </a:moveTo>
                  <a:lnTo>
                    <a:pt x="43413" y="2501900"/>
                  </a:lnTo>
                  <a:lnTo>
                    <a:pt x="47928" y="2514600"/>
                  </a:lnTo>
                  <a:lnTo>
                    <a:pt x="100552" y="2514600"/>
                  </a:lnTo>
                  <a:lnTo>
                    <a:pt x="95293" y="2501900"/>
                  </a:lnTo>
                  <a:close/>
                </a:path>
                <a:path w="798829" h="2527300">
                  <a:moveTo>
                    <a:pt x="754806" y="2501900"/>
                  </a:moveTo>
                  <a:lnTo>
                    <a:pt x="702917" y="2501900"/>
                  </a:lnTo>
                  <a:lnTo>
                    <a:pt x="697668" y="2514600"/>
                  </a:lnTo>
                  <a:lnTo>
                    <a:pt x="750281" y="2514600"/>
                  </a:lnTo>
                  <a:lnTo>
                    <a:pt x="754806" y="2501900"/>
                  </a:lnTo>
                  <a:close/>
                </a:path>
                <a:path w="798829" h="2527300">
                  <a:moveTo>
                    <a:pt x="65281" y="2489200"/>
                  </a:moveTo>
                  <a:lnTo>
                    <a:pt x="31328" y="2489200"/>
                  </a:lnTo>
                  <a:lnTo>
                    <a:pt x="35299" y="2501900"/>
                  </a:lnTo>
                  <a:lnTo>
                    <a:pt x="69684" y="2501900"/>
                  </a:lnTo>
                  <a:lnTo>
                    <a:pt x="65281" y="2489200"/>
                  </a:lnTo>
                  <a:close/>
                </a:path>
                <a:path w="798829" h="2527300">
                  <a:moveTo>
                    <a:pt x="766892" y="2489200"/>
                  </a:moveTo>
                  <a:lnTo>
                    <a:pt x="732928" y="2489200"/>
                  </a:lnTo>
                  <a:lnTo>
                    <a:pt x="728525" y="2501900"/>
                  </a:lnTo>
                  <a:lnTo>
                    <a:pt x="762910" y="2501900"/>
                  </a:lnTo>
                  <a:lnTo>
                    <a:pt x="766892" y="2489200"/>
                  </a:lnTo>
                  <a:close/>
                </a:path>
                <a:path w="798829" h="2527300">
                  <a:moveTo>
                    <a:pt x="50914" y="2476500"/>
                  </a:moveTo>
                  <a:lnTo>
                    <a:pt x="20631" y="2476500"/>
                  </a:lnTo>
                  <a:lnTo>
                    <a:pt x="23978" y="2489200"/>
                  </a:lnTo>
                  <a:lnTo>
                    <a:pt x="54684" y="2489200"/>
                  </a:lnTo>
                  <a:lnTo>
                    <a:pt x="50914" y="2476500"/>
                  </a:lnTo>
                  <a:close/>
                </a:path>
                <a:path w="798829" h="2527300">
                  <a:moveTo>
                    <a:pt x="777589" y="2476500"/>
                  </a:moveTo>
                  <a:lnTo>
                    <a:pt x="747306" y="2476500"/>
                  </a:lnTo>
                  <a:lnTo>
                    <a:pt x="743535" y="2489200"/>
                  </a:lnTo>
                  <a:lnTo>
                    <a:pt x="774231" y="2489200"/>
                  </a:lnTo>
                  <a:lnTo>
                    <a:pt x="777589" y="2476500"/>
                  </a:lnTo>
                  <a:close/>
                </a:path>
                <a:path w="798829" h="2527300">
                  <a:moveTo>
                    <a:pt x="39070" y="2463800"/>
                  </a:moveTo>
                  <a:lnTo>
                    <a:pt x="11944" y="2463800"/>
                  </a:lnTo>
                  <a:lnTo>
                    <a:pt x="14347" y="2476500"/>
                  </a:lnTo>
                  <a:lnTo>
                    <a:pt x="42096" y="2476500"/>
                  </a:lnTo>
                  <a:lnTo>
                    <a:pt x="39070" y="2463800"/>
                  </a:lnTo>
                  <a:close/>
                </a:path>
                <a:path w="798829" h="2527300">
                  <a:moveTo>
                    <a:pt x="786276" y="2463800"/>
                  </a:moveTo>
                  <a:lnTo>
                    <a:pt x="759150" y="2463800"/>
                  </a:lnTo>
                  <a:lnTo>
                    <a:pt x="756123" y="2476500"/>
                  </a:lnTo>
                  <a:lnTo>
                    <a:pt x="783873" y="2476500"/>
                  </a:lnTo>
                  <a:lnTo>
                    <a:pt x="786276" y="2463800"/>
                  </a:lnTo>
                  <a:close/>
                </a:path>
                <a:path w="798829" h="2527300">
                  <a:moveTo>
                    <a:pt x="32082" y="2451100"/>
                  </a:moveTo>
                  <a:lnTo>
                    <a:pt x="7178" y="2451100"/>
                  </a:lnTo>
                  <a:lnTo>
                    <a:pt x="9310" y="2463800"/>
                  </a:lnTo>
                  <a:lnTo>
                    <a:pt x="34475" y="2463800"/>
                  </a:lnTo>
                  <a:lnTo>
                    <a:pt x="32082" y="2451100"/>
                  </a:lnTo>
                  <a:close/>
                </a:path>
                <a:path w="798829" h="2527300">
                  <a:moveTo>
                    <a:pt x="791041" y="2451100"/>
                  </a:moveTo>
                  <a:lnTo>
                    <a:pt x="766137" y="2451100"/>
                  </a:lnTo>
                  <a:lnTo>
                    <a:pt x="763734" y="2463800"/>
                  </a:lnTo>
                  <a:lnTo>
                    <a:pt x="788689" y="2463800"/>
                  </a:lnTo>
                  <a:lnTo>
                    <a:pt x="791041" y="2451100"/>
                  </a:lnTo>
                  <a:close/>
                </a:path>
                <a:path w="798829" h="2527300">
                  <a:moveTo>
                    <a:pt x="26904" y="2438400"/>
                  </a:moveTo>
                  <a:lnTo>
                    <a:pt x="3840" y="2438400"/>
                  </a:lnTo>
                  <a:lnTo>
                    <a:pt x="5469" y="2451100"/>
                  </a:lnTo>
                  <a:lnTo>
                    <a:pt x="28604" y="2451100"/>
                  </a:lnTo>
                  <a:lnTo>
                    <a:pt x="26904" y="2438400"/>
                  </a:lnTo>
                  <a:close/>
                </a:path>
                <a:path w="798829" h="2527300">
                  <a:moveTo>
                    <a:pt x="794510" y="2438400"/>
                  </a:moveTo>
                  <a:lnTo>
                    <a:pt x="771315" y="2438400"/>
                  </a:lnTo>
                  <a:lnTo>
                    <a:pt x="769606" y="2451100"/>
                  </a:lnTo>
                  <a:lnTo>
                    <a:pt x="792911" y="2451100"/>
                  </a:lnTo>
                  <a:lnTo>
                    <a:pt x="794510" y="2438400"/>
                  </a:lnTo>
                  <a:close/>
                </a:path>
                <a:path w="798829" h="2527300">
                  <a:moveTo>
                    <a:pt x="23688" y="2425700"/>
                  </a:moveTo>
                  <a:lnTo>
                    <a:pt x="582" y="2425700"/>
                  </a:lnTo>
                  <a:lnTo>
                    <a:pt x="1417" y="2438400"/>
                  </a:lnTo>
                  <a:lnTo>
                    <a:pt x="24532" y="2438400"/>
                  </a:lnTo>
                  <a:lnTo>
                    <a:pt x="23688" y="2425700"/>
                  </a:lnTo>
                  <a:close/>
                </a:path>
                <a:path w="798829" h="2527300">
                  <a:moveTo>
                    <a:pt x="796883" y="2425700"/>
                  </a:moveTo>
                  <a:lnTo>
                    <a:pt x="774442" y="2425700"/>
                  </a:lnTo>
                  <a:lnTo>
                    <a:pt x="773567" y="2438400"/>
                  </a:lnTo>
                  <a:lnTo>
                    <a:pt x="795727" y="2438400"/>
                  </a:lnTo>
                  <a:lnTo>
                    <a:pt x="796883" y="2425700"/>
                  </a:lnTo>
                  <a:close/>
                </a:path>
                <a:path w="798829" h="2527300">
                  <a:moveTo>
                    <a:pt x="22612" y="114300"/>
                  </a:moveTo>
                  <a:lnTo>
                    <a:pt x="0" y="114300"/>
                  </a:lnTo>
                  <a:lnTo>
                    <a:pt x="0" y="2413000"/>
                  </a:lnTo>
                  <a:lnTo>
                    <a:pt x="140" y="2425700"/>
                  </a:lnTo>
                  <a:lnTo>
                    <a:pt x="23084" y="2425700"/>
                  </a:lnTo>
                  <a:lnTo>
                    <a:pt x="22722" y="2413000"/>
                  </a:lnTo>
                  <a:lnTo>
                    <a:pt x="22612" y="114300"/>
                  </a:lnTo>
                  <a:close/>
                </a:path>
                <a:path w="798829" h="2527300">
                  <a:moveTo>
                    <a:pt x="798220" y="114300"/>
                  </a:moveTo>
                  <a:lnTo>
                    <a:pt x="775487" y="114300"/>
                  </a:lnTo>
                  <a:lnTo>
                    <a:pt x="775458" y="2413000"/>
                  </a:lnTo>
                  <a:lnTo>
                    <a:pt x="775075" y="2425700"/>
                  </a:lnTo>
                  <a:lnTo>
                    <a:pt x="798079" y="2425700"/>
                  </a:lnTo>
                  <a:lnTo>
                    <a:pt x="798220" y="2413000"/>
                  </a:lnTo>
                  <a:lnTo>
                    <a:pt x="798220" y="114300"/>
                  </a:lnTo>
                  <a:close/>
                </a:path>
                <a:path w="798829" h="2527300">
                  <a:moveTo>
                    <a:pt x="23778" y="101600"/>
                  </a:moveTo>
                  <a:lnTo>
                    <a:pt x="582" y="101600"/>
                  </a:lnTo>
                  <a:lnTo>
                    <a:pt x="140" y="114300"/>
                  </a:lnTo>
                  <a:lnTo>
                    <a:pt x="23144" y="114300"/>
                  </a:lnTo>
                  <a:lnTo>
                    <a:pt x="23778" y="101600"/>
                  </a:lnTo>
                  <a:close/>
                </a:path>
                <a:path w="798829" h="2527300">
                  <a:moveTo>
                    <a:pt x="797627" y="101600"/>
                  </a:moveTo>
                  <a:lnTo>
                    <a:pt x="774522" y="101600"/>
                  </a:lnTo>
                  <a:lnTo>
                    <a:pt x="775125" y="114300"/>
                  </a:lnTo>
                  <a:lnTo>
                    <a:pt x="798079" y="114300"/>
                  </a:lnTo>
                  <a:lnTo>
                    <a:pt x="797627" y="101600"/>
                  </a:lnTo>
                  <a:close/>
                </a:path>
                <a:path w="798829" h="2527300">
                  <a:moveTo>
                    <a:pt x="25749" y="88900"/>
                  </a:moveTo>
                  <a:lnTo>
                    <a:pt x="2372" y="88900"/>
                  </a:lnTo>
                  <a:lnTo>
                    <a:pt x="1417" y="101600"/>
                  </a:lnTo>
                  <a:lnTo>
                    <a:pt x="24643" y="101600"/>
                  </a:lnTo>
                  <a:lnTo>
                    <a:pt x="25749" y="88900"/>
                  </a:lnTo>
                  <a:close/>
                </a:path>
                <a:path w="798829" h="2527300">
                  <a:moveTo>
                    <a:pt x="795727" y="88900"/>
                  </a:moveTo>
                  <a:lnTo>
                    <a:pt x="772471" y="88900"/>
                  </a:lnTo>
                  <a:lnTo>
                    <a:pt x="773687" y="101600"/>
                  </a:lnTo>
                  <a:lnTo>
                    <a:pt x="796883" y="101600"/>
                  </a:lnTo>
                  <a:lnTo>
                    <a:pt x="795727" y="88900"/>
                  </a:lnTo>
                  <a:close/>
                </a:path>
                <a:path w="798829" h="2527300">
                  <a:moveTo>
                    <a:pt x="30363" y="76200"/>
                  </a:moveTo>
                  <a:lnTo>
                    <a:pt x="7178" y="76200"/>
                  </a:lnTo>
                  <a:lnTo>
                    <a:pt x="5469" y="88900"/>
                  </a:lnTo>
                  <a:lnTo>
                    <a:pt x="28412" y="88900"/>
                  </a:lnTo>
                  <a:lnTo>
                    <a:pt x="30363" y="76200"/>
                  </a:lnTo>
                  <a:close/>
                </a:path>
                <a:path w="798829" h="2527300">
                  <a:moveTo>
                    <a:pt x="791041" y="76200"/>
                  </a:moveTo>
                  <a:lnTo>
                    <a:pt x="767857" y="76200"/>
                  </a:lnTo>
                  <a:lnTo>
                    <a:pt x="769797" y="88900"/>
                  </a:lnTo>
                  <a:lnTo>
                    <a:pt x="792911" y="88900"/>
                  </a:lnTo>
                  <a:lnTo>
                    <a:pt x="791041" y="76200"/>
                  </a:lnTo>
                  <a:close/>
                </a:path>
                <a:path w="798829" h="2527300">
                  <a:moveTo>
                    <a:pt x="36828" y="63500"/>
                  </a:moveTo>
                  <a:lnTo>
                    <a:pt x="11703" y="63500"/>
                  </a:lnTo>
                  <a:lnTo>
                    <a:pt x="9310" y="76200"/>
                  </a:lnTo>
                  <a:lnTo>
                    <a:pt x="34213" y="76200"/>
                  </a:lnTo>
                  <a:lnTo>
                    <a:pt x="36828" y="63500"/>
                  </a:lnTo>
                  <a:close/>
                </a:path>
                <a:path w="798829" h="2527300">
                  <a:moveTo>
                    <a:pt x="786276" y="63500"/>
                  </a:moveTo>
                  <a:lnTo>
                    <a:pt x="761381" y="63500"/>
                  </a:lnTo>
                  <a:lnTo>
                    <a:pt x="763996" y="76200"/>
                  </a:lnTo>
                  <a:lnTo>
                    <a:pt x="788689" y="76200"/>
                  </a:lnTo>
                  <a:lnTo>
                    <a:pt x="786276" y="63500"/>
                  </a:lnTo>
                  <a:close/>
                </a:path>
                <a:path w="798829" h="2527300">
                  <a:moveTo>
                    <a:pt x="44992" y="50800"/>
                  </a:moveTo>
                  <a:lnTo>
                    <a:pt x="17504" y="50800"/>
                  </a:lnTo>
                  <a:lnTo>
                    <a:pt x="14608" y="63500"/>
                  </a:lnTo>
                  <a:lnTo>
                    <a:pt x="41765" y="63500"/>
                  </a:lnTo>
                  <a:lnTo>
                    <a:pt x="44992" y="50800"/>
                  </a:lnTo>
                  <a:close/>
                </a:path>
                <a:path w="798829" h="2527300">
                  <a:moveTo>
                    <a:pt x="780997" y="50800"/>
                  </a:moveTo>
                  <a:lnTo>
                    <a:pt x="753217" y="50800"/>
                  </a:lnTo>
                  <a:lnTo>
                    <a:pt x="756445" y="63500"/>
                  </a:lnTo>
                  <a:lnTo>
                    <a:pt x="783873" y="63500"/>
                  </a:lnTo>
                  <a:lnTo>
                    <a:pt x="780997" y="50800"/>
                  </a:lnTo>
                  <a:close/>
                </a:path>
                <a:path w="798829" h="2527300">
                  <a:moveTo>
                    <a:pt x="58223" y="38100"/>
                  </a:moveTo>
                  <a:lnTo>
                    <a:pt x="27205" y="38100"/>
                  </a:lnTo>
                  <a:lnTo>
                    <a:pt x="23978" y="50800"/>
                  </a:lnTo>
                  <a:lnTo>
                    <a:pt x="54282" y="50800"/>
                  </a:lnTo>
                  <a:lnTo>
                    <a:pt x="58223" y="38100"/>
                  </a:lnTo>
                  <a:close/>
                </a:path>
                <a:path w="798829" h="2527300">
                  <a:moveTo>
                    <a:pt x="771013" y="38100"/>
                  </a:moveTo>
                  <a:lnTo>
                    <a:pt x="739987" y="38100"/>
                  </a:lnTo>
                  <a:lnTo>
                    <a:pt x="743927" y="50800"/>
                  </a:lnTo>
                  <a:lnTo>
                    <a:pt x="774231" y="50800"/>
                  </a:lnTo>
                  <a:lnTo>
                    <a:pt x="771013" y="38100"/>
                  </a:lnTo>
                  <a:close/>
                </a:path>
                <a:path w="798829" h="2527300">
                  <a:moveTo>
                    <a:pt x="77970" y="25400"/>
                  </a:moveTo>
                  <a:lnTo>
                    <a:pt x="39070" y="25400"/>
                  </a:lnTo>
                  <a:lnTo>
                    <a:pt x="35299" y="38100"/>
                  </a:lnTo>
                  <a:lnTo>
                    <a:pt x="73285" y="38100"/>
                  </a:lnTo>
                  <a:lnTo>
                    <a:pt x="77970" y="25400"/>
                  </a:lnTo>
                  <a:close/>
                </a:path>
                <a:path w="798829" h="2527300">
                  <a:moveTo>
                    <a:pt x="759139" y="25400"/>
                  </a:moveTo>
                  <a:lnTo>
                    <a:pt x="720250" y="25400"/>
                  </a:lnTo>
                  <a:lnTo>
                    <a:pt x="724924" y="38100"/>
                  </a:lnTo>
                  <a:lnTo>
                    <a:pt x="763291" y="38100"/>
                  </a:lnTo>
                  <a:lnTo>
                    <a:pt x="759139" y="25400"/>
                  </a:lnTo>
                  <a:close/>
                </a:path>
                <a:path w="798829" h="2527300">
                  <a:moveTo>
                    <a:pt x="745144" y="12700"/>
                  </a:moveTo>
                  <a:lnTo>
                    <a:pt x="53075" y="12700"/>
                  </a:lnTo>
                  <a:lnTo>
                    <a:pt x="47928" y="25400"/>
                  </a:lnTo>
                  <a:lnTo>
                    <a:pt x="750281" y="25400"/>
                  </a:lnTo>
                  <a:lnTo>
                    <a:pt x="745144" y="12700"/>
                  </a:lnTo>
                  <a:close/>
                </a:path>
                <a:path w="798829" h="2527300">
                  <a:moveTo>
                    <a:pt x="719808" y="0"/>
                  </a:moveTo>
                  <a:lnTo>
                    <a:pt x="78402" y="0"/>
                  </a:lnTo>
                  <a:lnTo>
                    <a:pt x="73475" y="12700"/>
                  </a:lnTo>
                  <a:lnTo>
                    <a:pt x="724744" y="12700"/>
                  </a:lnTo>
                  <a:lnTo>
                    <a:pt x="719808" y="0"/>
                  </a:lnTo>
                  <a:close/>
                </a:path>
              </a:pathLst>
            </a:custGeom>
            <a:solidFill>
              <a:srgbClr val="8B5CF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91472" y="792162"/>
              <a:ext cx="524827" cy="477773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2819930" y="1328329"/>
            <a:ext cx="639445" cy="164973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z="1150" spc="-40">
                <a:solidFill>
                  <a:srgbClr val="6D28D9"/>
                </a:solidFill>
                <a:latin typeface="Segoe UI Symbol"/>
                <a:cs typeface="Segoe UI Symbol"/>
              </a:rPr>
              <a:t>OUR</a:t>
            </a:r>
            <a:r>
              <a:rPr dirty="0" sz="1150" spc="-30">
                <a:solidFill>
                  <a:srgbClr val="6D28D9"/>
                </a:solidFill>
                <a:latin typeface="Segoe UI Symbol"/>
                <a:cs typeface="Segoe UI Symbol"/>
              </a:rPr>
              <a:t> </a:t>
            </a:r>
            <a:r>
              <a:rPr dirty="0" sz="1150" spc="-10">
                <a:solidFill>
                  <a:srgbClr val="6D28D9"/>
                </a:solidFill>
                <a:latin typeface="Segoe UI Symbol"/>
                <a:cs typeface="Segoe UI Symbol"/>
              </a:rPr>
              <a:t>SOLUTION</a:t>
            </a:r>
            <a:endParaRPr sz="115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850" spc="-35">
                <a:solidFill>
                  <a:srgbClr val="3F4C5C"/>
                </a:solidFill>
                <a:latin typeface="Segoe UI Symbol"/>
                <a:cs typeface="Segoe UI Symbol"/>
              </a:rPr>
              <a:t>Sentinel-</a:t>
            </a:r>
            <a:r>
              <a:rPr dirty="0" sz="850" spc="-50">
                <a:solidFill>
                  <a:srgbClr val="3F4C5C"/>
                </a:solidFill>
                <a:latin typeface="Segoe UI Symbol"/>
                <a:cs typeface="Segoe UI Symbol"/>
              </a:rPr>
              <a:t>X</a:t>
            </a:r>
            <a:r>
              <a:rPr dirty="0" sz="850" spc="20">
                <a:solidFill>
                  <a:srgbClr val="3F4C5C"/>
                </a:solidFill>
                <a:latin typeface="Segoe UI Symbol"/>
                <a:cs typeface="Segoe UI Symbol"/>
              </a:rPr>
              <a:t> </a:t>
            </a:r>
            <a:r>
              <a:rPr dirty="0" sz="850" spc="-30">
                <a:solidFill>
                  <a:srgbClr val="3F4C5C"/>
                </a:solidFill>
                <a:latin typeface="Segoe UI Symbol"/>
                <a:cs typeface="Segoe UI Symbol"/>
              </a:rPr>
              <a:t>continuously</a:t>
            </a:r>
            <a:r>
              <a:rPr dirty="0" sz="850" spc="30">
                <a:solidFill>
                  <a:srgbClr val="3F4C5C"/>
                </a:solidFill>
                <a:latin typeface="Segoe UI Symbol"/>
                <a:cs typeface="Segoe UI Symbol"/>
              </a:rPr>
              <a:t> </a:t>
            </a:r>
            <a:r>
              <a:rPr dirty="0" sz="850" spc="-20">
                <a:solidFill>
                  <a:srgbClr val="3F4C5C"/>
                </a:solidFill>
                <a:latin typeface="Segoe UI Symbol"/>
                <a:cs typeface="Segoe UI Symbol"/>
              </a:rPr>
              <a:t>scans,</a:t>
            </a:r>
            <a:r>
              <a:rPr dirty="0" sz="850" spc="20">
                <a:solidFill>
                  <a:srgbClr val="3F4C5C"/>
                </a:solidFill>
                <a:latin typeface="Segoe UI Symbol"/>
                <a:cs typeface="Segoe UI Symbol"/>
              </a:rPr>
              <a:t> </a:t>
            </a:r>
            <a:r>
              <a:rPr dirty="0" sz="850" spc="-10">
                <a:solidFill>
                  <a:srgbClr val="3F4C5C"/>
                </a:solidFill>
                <a:latin typeface="Segoe UI Symbol"/>
                <a:cs typeface="Segoe UI Symbol"/>
              </a:rPr>
              <a:t>tests,</a:t>
            </a:r>
            <a:endParaRPr sz="850">
              <a:latin typeface="Segoe UI Symbol"/>
              <a:cs typeface="Segoe UI Symbol"/>
            </a:endParaRPr>
          </a:p>
          <a:p>
            <a:pPr marL="12700" marR="114300">
              <a:lnSpc>
                <a:spcPct val="125699"/>
              </a:lnSpc>
            </a:pPr>
            <a:r>
              <a:rPr dirty="0" sz="850" spc="-20">
                <a:solidFill>
                  <a:srgbClr val="3F4C5C"/>
                </a:solidFill>
                <a:latin typeface="Segoe UI Symbol"/>
                <a:cs typeface="Segoe UI Symbol"/>
              </a:rPr>
              <a:t>validates,</a:t>
            </a:r>
            <a:r>
              <a:rPr dirty="0" sz="850" spc="-25">
                <a:solidFill>
                  <a:srgbClr val="3F4C5C"/>
                </a:solidFill>
                <a:latin typeface="Segoe UI Symbol"/>
                <a:cs typeface="Segoe UI Symbol"/>
              </a:rPr>
              <a:t> </a:t>
            </a:r>
            <a:r>
              <a:rPr dirty="0" sz="850" spc="-35">
                <a:solidFill>
                  <a:srgbClr val="3F4C5C"/>
                </a:solidFill>
                <a:latin typeface="Segoe UI Symbol"/>
                <a:cs typeface="Segoe UI Symbol"/>
              </a:rPr>
              <a:t>and</a:t>
            </a:r>
            <a:r>
              <a:rPr dirty="0" sz="850" spc="-25">
                <a:solidFill>
                  <a:srgbClr val="3F4C5C"/>
                </a:solidFill>
                <a:latin typeface="Segoe UI Symbol"/>
                <a:cs typeface="Segoe UI Symbol"/>
              </a:rPr>
              <a:t> uses</a:t>
            </a:r>
            <a:r>
              <a:rPr dirty="0" sz="850" spc="-20">
                <a:solidFill>
                  <a:srgbClr val="3F4C5C"/>
                </a:solidFill>
                <a:latin typeface="Segoe UI Symbol"/>
                <a:cs typeface="Segoe UI Symbol"/>
              </a:rPr>
              <a:t> </a:t>
            </a:r>
            <a:r>
              <a:rPr dirty="0" sz="850" spc="-35">
                <a:solidFill>
                  <a:srgbClr val="3F4C5C"/>
                </a:solidFill>
                <a:latin typeface="Segoe UI Symbol"/>
                <a:cs typeface="Segoe UI Symbol"/>
              </a:rPr>
              <a:t>AI</a:t>
            </a:r>
            <a:r>
              <a:rPr dirty="0" sz="850" spc="-25">
                <a:solidFill>
                  <a:srgbClr val="3F4C5C"/>
                </a:solidFill>
                <a:latin typeface="Segoe UI Symbol"/>
                <a:cs typeface="Segoe UI Symbol"/>
              </a:rPr>
              <a:t> </a:t>
            </a:r>
            <a:r>
              <a:rPr dirty="0" sz="850" spc="-30">
                <a:solidFill>
                  <a:srgbClr val="3F4C5C"/>
                </a:solidFill>
                <a:latin typeface="Segoe UI Symbol"/>
                <a:cs typeface="Segoe UI Symbol"/>
              </a:rPr>
              <a:t>to</a:t>
            </a:r>
            <a:r>
              <a:rPr dirty="0" sz="850" spc="-25">
                <a:solidFill>
                  <a:srgbClr val="3F4C5C"/>
                </a:solidFill>
                <a:latin typeface="Segoe UI Symbol"/>
                <a:cs typeface="Segoe UI Symbol"/>
              </a:rPr>
              <a:t> </a:t>
            </a:r>
            <a:r>
              <a:rPr dirty="0" sz="850" spc="-10">
                <a:solidFill>
                  <a:srgbClr val="3F4C5C"/>
                </a:solidFill>
                <a:latin typeface="Segoe UI Symbol"/>
                <a:cs typeface="Segoe UI Symbol"/>
              </a:rPr>
              <a:t>prioritize </a:t>
            </a:r>
            <a:r>
              <a:rPr dirty="0" sz="850" spc="-20">
                <a:solidFill>
                  <a:srgbClr val="3F4C5C"/>
                </a:solidFill>
                <a:latin typeface="Segoe UI Symbol"/>
                <a:cs typeface="Segoe UI Symbol"/>
              </a:rPr>
              <a:t>security</a:t>
            </a:r>
            <a:r>
              <a:rPr dirty="0" sz="850" spc="-5">
                <a:solidFill>
                  <a:srgbClr val="3F4C5C"/>
                </a:solidFill>
                <a:latin typeface="Segoe UI Symbol"/>
                <a:cs typeface="Segoe UI Symbol"/>
              </a:rPr>
              <a:t> </a:t>
            </a:r>
            <a:r>
              <a:rPr dirty="0" sz="850" spc="-10">
                <a:solidFill>
                  <a:srgbClr val="3F4C5C"/>
                </a:solidFill>
                <a:latin typeface="Segoe UI Symbol"/>
                <a:cs typeface="Segoe UI Symbol"/>
              </a:rPr>
              <a:t>risks.</a:t>
            </a:r>
            <a:endParaRPr sz="850">
              <a:latin typeface="Segoe UI Symbol"/>
              <a:cs typeface="Segoe UI Symbo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085079" y="3895883"/>
            <a:ext cx="298450" cy="2413000"/>
          </a:xfrm>
          <a:custGeom>
            <a:avLst/>
            <a:gdLst/>
            <a:ahLst/>
            <a:cxnLst/>
            <a:rect l="l" t="t" r="r" b="b"/>
            <a:pathLst>
              <a:path w="298450" h="2413000">
                <a:moveTo>
                  <a:pt x="213973" y="2400299"/>
                </a:moveTo>
                <a:lnTo>
                  <a:pt x="84686" y="2400299"/>
                </a:lnTo>
                <a:lnTo>
                  <a:pt x="91302" y="2412999"/>
                </a:lnTo>
                <a:lnTo>
                  <a:pt x="206865" y="2412999"/>
                </a:lnTo>
                <a:lnTo>
                  <a:pt x="213973" y="2400299"/>
                </a:lnTo>
                <a:close/>
              </a:path>
              <a:path w="298450" h="2413000">
                <a:moveTo>
                  <a:pt x="117191" y="2387599"/>
                </a:moveTo>
                <a:lnTo>
                  <a:pt x="59662" y="2387599"/>
                </a:lnTo>
                <a:lnTo>
                  <a:pt x="65946" y="2400299"/>
                </a:lnTo>
                <a:lnTo>
                  <a:pt x="123858" y="2400299"/>
                </a:lnTo>
                <a:lnTo>
                  <a:pt x="117191" y="2387599"/>
                </a:lnTo>
                <a:close/>
              </a:path>
              <a:path w="298450" h="2413000">
                <a:moveTo>
                  <a:pt x="238506" y="2387599"/>
                </a:moveTo>
                <a:lnTo>
                  <a:pt x="180975" y="2387599"/>
                </a:lnTo>
                <a:lnTo>
                  <a:pt x="174310" y="2400299"/>
                </a:lnTo>
                <a:lnTo>
                  <a:pt x="232222" y="2400299"/>
                </a:lnTo>
                <a:lnTo>
                  <a:pt x="238506" y="2387599"/>
                </a:lnTo>
                <a:close/>
              </a:path>
              <a:path w="298450" h="2413000">
                <a:moveTo>
                  <a:pt x="83278" y="2374899"/>
                </a:moveTo>
                <a:lnTo>
                  <a:pt x="49034" y="2374899"/>
                </a:lnTo>
                <a:lnTo>
                  <a:pt x="54041" y="2387599"/>
                </a:lnTo>
                <a:lnTo>
                  <a:pt x="89049" y="2387599"/>
                </a:lnTo>
                <a:lnTo>
                  <a:pt x="83278" y="2374899"/>
                </a:lnTo>
                <a:close/>
              </a:path>
              <a:path w="298450" h="2413000">
                <a:moveTo>
                  <a:pt x="249524" y="2374899"/>
                </a:moveTo>
                <a:lnTo>
                  <a:pt x="214887" y="2374899"/>
                </a:lnTo>
                <a:lnTo>
                  <a:pt x="209116" y="2387599"/>
                </a:lnTo>
                <a:lnTo>
                  <a:pt x="243712" y="2387599"/>
                </a:lnTo>
                <a:lnTo>
                  <a:pt x="249524" y="2374899"/>
                </a:lnTo>
                <a:close/>
              </a:path>
              <a:path w="298450" h="2413000">
                <a:moveTo>
                  <a:pt x="68428" y="2362199"/>
                </a:moveTo>
                <a:lnTo>
                  <a:pt x="34215" y="2362199"/>
                </a:lnTo>
                <a:lnTo>
                  <a:pt x="38910" y="2374899"/>
                </a:lnTo>
                <a:lnTo>
                  <a:pt x="73637" y="2374899"/>
                </a:lnTo>
                <a:lnTo>
                  <a:pt x="68428" y="2362199"/>
                </a:lnTo>
                <a:close/>
              </a:path>
              <a:path w="298450" h="2413000">
                <a:moveTo>
                  <a:pt x="263952" y="2362199"/>
                </a:moveTo>
                <a:lnTo>
                  <a:pt x="229737" y="2362199"/>
                </a:lnTo>
                <a:lnTo>
                  <a:pt x="224529" y="2374899"/>
                </a:lnTo>
                <a:lnTo>
                  <a:pt x="259257" y="2374899"/>
                </a:lnTo>
                <a:lnTo>
                  <a:pt x="263952" y="2362199"/>
                </a:lnTo>
                <a:close/>
              </a:path>
              <a:path w="298450" h="2413000">
                <a:moveTo>
                  <a:pt x="55278" y="2349499"/>
                </a:moveTo>
                <a:lnTo>
                  <a:pt x="25618" y="2349499"/>
                </a:lnTo>
                <a:lnTo>
                  <a:pt x="29781" y="2362199"/>
                </a:lnTo>
                <a:lnTo>
                  <a:pt x="59842" y="2362199"/>
                </a:lnTo>
                <a:lnTo>
                  <a:pt x="55278" y="2349499"/>
                </a:lnTo>
                <a:close/>
              </a:path>
              <a:path w="298450" h="2413000">
                <a:moveTo>
                  <a:pt x="272548" y="2349499"/>
                </a:moveTo>
                <a:lnTo>
                  <a:pt x="242878" y="2349499"/>
                </a:lnTo>
                <a:lnTo>
                  <a:pt x="238324" y="2362199"/>
                </a:lnTo>
                <a:lnTo>
                  <a:pt x="268386" y="2362199"/>
                </a:lnTo>
                <a:lnTo>
                  <a:pt x="272548" y="2349499"/>
                </a:lnTo>
                <a:close/>
              </a:path>
              <a:path w="298450" h="2413000">
                <a:moveTo>
                  <a:pt x="44047" y="2336799"/>
                </a:moveTo>
                <a:lnTo>
                  <a:pt x="18127" y="2336799"/>
                </a:lnTo>
                <a:lnTo>
                  <a:pt x="21727" y="2349499"/>
                </a:lnTo>
                <a:lnTo>
                  <a:pt x="47898" y="2349499"/>
                </a:lnTo>
                <a:lnTo>
                  <a:pt x="44047" y="2336799"/>
                </a:lnTo>
                <a:close/>
              </a:path>
              <a:path w="298450" h="2413000">
                <a:moveTo>
                  <a:pt x="280300" y="2336799"/>
                </a:moveTo>
                <a:lnTo>
                  <a:pt x="254109" y="2336799"/>
                </a:lnTo>
                <a:lnTo>
                  <a:pt x="250268" y="2349499"/>
                </a:lnTo>
                <a:lnTo>
                  <a:pt x="276721" y="2349499"/>
                </a:lnTo>
                <a:lnTo>
                  <a:pt x="280300" y="2336799"/>
                </a:lnTo>
                <a:close/>
              </a:path>
              <a:path w="298450" h="2413000">
                <a:moveTo>
                  <a:pt x="34959" y="2324099"/>
                </a:moveTo>
                <a:lnTo>
                  <a:pt x="11823" y="2324099"/>
                </a:lnTo>
                <a:lnTo>
                  <a:pt x="14820" y="2336799"/>
                </a:lnTo>
                <a:lnTo>
                  <a:pt x="38004" y="2336799"/>
                </a:lnTo>
                <a:lnTo>
                  <a:pt x="34959" y="2324099"/>
                </a:lnTo>
                <a:close/>
              </a:path>
              <a:path w="298450" h="2413000">
                <a:moveTo>
                  <a:pt x="37744" y="2324099"/>
                </a:moveTo>
                <a:lnTo>
                  <a:pt x="38004" y="2336799"/>
                </a:lnTo>
                <a:lnTo>
                  <a:pt x="41051" y="2336799"/>
                </a:lnTo>
                <a:lnTo>
                  <a:pt x="37744" y="2324099"/>
                </a:lnTo>
                <a:close/>
              </a:path>
              <a:path w="298450" h="2413000">
                <a:moveTo>
                  <a:pt x="260423" y="2324099"/>
                </a:moveTo>
                <a:lnTo>
                  <a:pt x="257105" y="2336799"/>
                </a:lnTo>
                <a:lnTo>
                  <a:pt x="260162" y="2336799"/>
                </a:lnTo>
                <a:lnTo>
                  <a:pt x="260423" y="2324099"/>
                </a:lnTo>
                <a:close/>
              </a:path>
              <a:path w="298450" h="2413000">
                <a:moveTo>
                  <a:pt x="286343" y="2324099"/>
                </a:moveTo>
                <a:lnTo>
                  <a:pt x="263208" y="2324099"/>
                </a:lnTo>
                <a:lnTo>
                  <a:pt x="260162" y="2336799"/>
                </a:lnTo>
                <a:lnTo>
                  <a:pt x="283578" y="2336799"/>
                </a:lnTo>
                <a:lnTo>
                  <a:pt x="286343" y="2324099"/>
                </a:lnTo>
                <a:close/>
              </a:path>
              <a:path w="298450" h="2413000">
                <a:moveTo>
                  <a:pt x="30182" y="2311399"/>
                </a:moveTo>
                <a:lnTo>
                  <a:pt x="6616" y="2311399"/>
                </a:lnTo>
                <a:lnTo>
                  <a:pt x="8948" y="2324099"/>
                </a:lnTo>
                <a:lnTo>
                  <a:pt x="32656" y="2324099"/>
                </a:lnTo>
                <a:lnTo>
                  <a:pt x="30182" y="2311399"/>
                </a:lnTo>
                <a:close/>
              </a:path>
              <a:path w="298450" h="2413000">
                <a:moveTo>
                  <a:pt x="291551" y="2311399"/>
                </a:moveTo>
                <a:lnTo>
                  <a:pt x="267973" y="2311399"/>
                </a:lnTo>
                <a:lnTo>
                  <a:pt x="265511" y="2324099"/>
                </a:lnTo>
                <a:lnTo>
                  <a:pt x="289218" y="2324099"/>
                </a:lnTo>
                <a:lnTo>
                  <a:pt x="291551" y="2311399"/>
                </a:lnTo>
                <a:close/>
              </a:path>
              <a:path w="298450" h="2413000">
                <a:moveTo>
                  <a:pt x="26523" y="2298699"/>
                </a:moveTo>
                <a:lnTo>
                  <a:pt x="2966" y="2298699"/>
                </a:lnTo>
                <a:lnTo>
                  <a:pt x="4625" y="2311399"/>
                </a:lnTo>
                <a:lnTo>
                  <a:pt x="28383" y="2311399"/>
                </a:lnTo>
                <a:lnTo>
                  <a:pt x="26523" y="2298699"/>
                </a:lnTo>
                <a:close/>
              </a:path>
              <a:path w="298450" h="2413000">
                <a:moveTo>
                  <a:pt x="295201" y="2298699"/>
                </a:moveTo>
                <a:lnTo>
                  <a:pt x="271644" y="2298699"/>
                </a:lnTo>
                <a:lnTo>
                  <a:pt x="269783" y="2311399"/>
                </a:lnTo>
                <a:lnTo>
                  <a:pt x="293541" y="2311399"/>
                </a:lnTo>
                <a:lnTo>
                  <a:pt x="295201" y="2298699"/>
                </a:lnTo>
                <a:close/>
              </a:path>
              <a:path w="298450" h="2413000">
                <a:moveTo>
                  <a:pt x="22763" y="2273299"/>
                </a:moveTo>
                <a:lnTo>
                  <a:pt x="201" y="2273299"/>
                </a:lnTo>
                <a:lnTo>
                  <a:pt x="734" y="2285999"/>
                </a:lnTo>
                <a:lnTo>
                  <a:pt x="1670" y="2298699"/>
                </a:lnTo>
                <a:lnTo>
                  <a:pt x="25125" y="2298699"/>
                </a:lnTo>
                <a:lnTo>
                  <a:pt x="24029" y="2285999"/>
                </a:lnTo>
                <a:lnTo>
                  <a:pt x="23235" y="2285999"/>
                </a:lnTo>
                <a:lnTo>
                  <a:pt x="22763" y="2273299"/>
                </a:lnTo>
                <a:close/>
              </a:path>
              <a:path w="298450" h="2413000">
                <a:moveTo>
                  <a:pt x="297986" y="2273299"/>
                </a:moveTo>
                <a:lnTo>
                  <a:pt x="275374" y="2273299"/>
                </a:lnTo>
                <a:lnTo>
                  <a:pt x="274871" y="2285999"/>
                </a:lnTo>
                <a:lnTo>
                  <a:pt x="274057" y="2285999"/>
                </a:lnTo>
                <a:lnTo>
                  <a:pt x="272930" y="2298699"/>
                </a:lnTo>
                <a:lnTo>
                  <a:pt x="296498" y="2298699"/>
                </a:lnTo>
                <a:lnTo>
                  <a:pt x="297373" y="2285999"/>
                </a:lnTo>
                <a:lnTo>
                  <a:pt x="297986" y="2273299"/>
                </a:lnTo>
                <a:close/>
              </a:path>
              <a:path w="298450" h="2413000">
                <a:moveTo>
                  <a:pt x="22612" y="152400"/>
                </a:moveTo>
                <a:lnTo>
                  <a:pt x="0" y="152400"/>
                </a:lnTo>
                <a:lnTo>
                  <a:pt x="0" y="2273299"/>
                </a:lnTo>
                <a:lnTo>
                  <a:pt x="22612" y="2273299"/>
                </a:lnTo>
                <a:lnTo>
                  <a:pt x="22612" y="152400"/>
                </a:lnTo>
                <a:close/>
              </a:path>
              <a:path w="298450" h="2413000">
                <a:moveTo>
                  <a:pt x="298166" y="152400"/>
                </a:moveTo>
                <a:lnTo>
                  <a:pt x="275554" y="152400"/>
                </a:lnTo>
                <a:lnTo>
                  <a:pt x="275545" y="2273299"/>
                </a:lnTo>
                <a:lnTo>
                  <a:pt x="298166" y="2273299"/>
                </a:lnTo>
                <a:lnTo>
                  <a:pt x="298166" y="152400"/>
                </a:lnTo>
                <a:close/>
              </a:path>
              <a:path w="298450" h="2413000">
                <a:moveTo>
                  <a:pt x="25236" y="127000"/>
                </a:moveTo>
                <a:lnTo>
                  <a:pt x="1670" y="127000"/>
                </a:lnTo>
                <a:lnTo>
                  <a:pt x="734" y="139700"/>
                </a:lnTo>
                <a:lnTo>
                  <a:pt x="201" y="152400"/>
                </a:lnTo>
                <a:lnTo>
                  <a:pt x="22792" y="152400"/>
                </a:lnTo>
                <a:lnTo>
                  <a:pt x="23295" y="139700"/>
                </a:lnTo>
                <a:lnTo>
                  <a:pt x="24110" y="139700"/>
                </a:lnTo>
                <a:lnTo>
                  <a:pt x="25236" y="127000"/>
                </a:lnTo>
                <a:close/>
              </a:path>
              <a:path w="298450" h="2413000">
                <a:moveTo>
                  <a:pt x="296498" y="127000"/>
                </a:moveTo>
                <a:lnTo>
                  <a:pt x="273041" y="127000"/>
                </a:lnTo>
                <a:lnTo>
                  <a:pt x="274137" y="139700"/>
                </a:lnTo>
                <a:lnTo>
                  <a:pt x="274932" y="139700"/>
                </a:lnTo>
                <a:lnTo>
                  <a:pt x="275404" y="152400"/>
                </a:lnTo>
                <a:lnTo>
                  <a:pt x="297986" y="152400"/>
                </a:lnTo>
                <a:lnTo>
                  <a:pt x="297373" y="139700"/>
                </a:lnTo>
                <a:lnTo>
                  <a:pt x="296498" y="127000"/>
                </a:lnTo>
                <a:close/>
              </a:path>
              <a:path w="298450" h="2413000">
                <a:moveTo>
                  <a:pt x="28383" y="114300"/>
                </a:moveTo>
                <a:lnTo>
                  <a:pt x="4625" y="114300"/>
                </a:lnTo>
                <a:lnTo>
                  <a:pt x="2966" y="127000"/>
                </a:lnTo>
                <a:lnTo>
                  <a:pt x="26523" y="127000"/>
                </a:lnTo>
                <a:lnTo>
                  <a:pt x="28383" y="114300"/>
                </a:lnTo>
                <a:close/>
              </a:path>
              <a:path w="298450" h="2413000">
                <a:moveTo>
                  <a:pt x="293541" y="114300"/>
                </a:moveTo>
                <a:lnTo>
                  <a:pt x="269783" y="114300"/>
                </a:lnTo>
                <a:lnTo>
                  <a:pt x="271644" y="127000"/>
                </a:lnTo>
                <a:lnTo>
                  <a:pt x="295201" y="127000"/>
                </a:lnTo>
                <a:lnTo>
                  <a:pt x="293541" y="114300"/>
                </a:lnTo>
                <a:close/>
              </a:path>
              <a:path w="298450" h="2413000">
                <a:moveTo>
                  <a:pt x="32656" y="101600"/>
                </a:moveTo>
                <a:lnTo>
                  <a:pt x="8948" y="101600"/>
                </a:lnTo>
                <a:lnTo>
                  <a:pt x="6616" y="114300"/>
                </a:lnTo>
                <a:lnTo>
                  <a:pt x="30182" y="114300"/>
                </a:lnTo>
                <a:lnTo>
                  <a:pt x="32656" y="101600"/>
                </a:lnTo>
                <a:close/>
              </a:path>
              <a:path w="298450" h="2413000">
                <a:moveTo>
                  <a:pt x="289027" y="101600"/>
                </a:moveTo>
                <a:lnTo>
                  <a:pt x="265511" y="101600"/>
                </a:lnTo>
                <a:lnTo>
                  <a:pt x="267973" y="114300"/>
                </a:lnTo>
                <a:lnTo>
                  <a:pt x="291551" y="114300"/>
                </a:lnTo>
                <a:lnTo>
                  <a:pt x="289027" y="101600"/>
                </a:lnTo>
                <a:close/>
              </a:path>
              <a:path w="298450" h="2413000">
                <a:moveTo>
                  <a:pt x="38004" y="88900"/>
                </a:moveTo>
                <a:lnTo>
                  <a:pt x="14820" y="88900"/>
                </a:lnTo>
                <a:lnTo>
                  <a:pt x="11823" y="101600"/>
                </a:lnTo>
                <a:lnTo>
                  <a:pt x="34959" y="101600"/>
                </a:lnTo>
                <a:lnTo>
                  <a:pt x="38004" y="88900"/>
                </a:lnTo>
                <a:close/>
              </a:path>
              <a:path w="298450" h="2413000">
                <a:moveTo>
                  <a:pt x="41051" y="88900"/>
                </a:moveTo>
                <a:lnTo>
                  <a:pt x="38004" y="88900"/>
                </a:lnTo>
                <a:lnTo>
                  <a:pt x="37744" y="101600"/>
                </a:lnTo>
                <a:lnTo>
                  <a:pt x="41051" y="88900"/>
                </a:lnTo>
                <a:close/>
              </a:path>
              <a:path w="298450" h="2413000">
                <a:moveTo>
                  <a:pt x="260162" y="88900"/>
                </a:moveTo>
                <a:lnTo>
                  <a:pt x="257105" y="88900"/>
                </a:lnTo>
                <a:lnTo>
                  <a:pt x="260423" y="101600"/>
                </a:lnTo>
                <a:lnTo>
                  <a:pt x="260162" y="88900"/>
                </a:lnTo>
                <a:close/>
              </a:path>
              <a:path w="298450" h="2413000">
                <a:moveTo>
                  <a:pt x="283578" y="88900"/>
                </a:moveTo>
                <a:lnTo>
                  <a:pt x="260162" y="88900"/>
                </a:lnTo>
                <a:lnTo>
                  <a:pt x="263208" y="101600"/>
                </a:lnTo>
                <a:lnTo>
                  <a:pt x="286343" y="101600"/>
                </a:lnTo>
                <a:lnTo>
                  <a:pt x="283578" y="88900"/>
                </a:lnTo>
                <a:close/>
              </a:path>
              <a:path w="298450" h="2413000">
                <a:moveTo>
                  <a:pt x="47898" y="76200"/>
                </a:moveTo>
                <a:lnTo>
                  <a:pt x="21727" y="76200"/>
                </a:lnTo>
                <a:lnTo>
                  <a:pt x="18127" y="88900"/>
                </a:lnTo>
                <a:lnTo>
                  <a:pt x="44047" y="88900"/>
                </a:lnTo>
                <a:lnTo>
                  <a:pt x="47898" y="76200"/>
                </a:lnTo>
                <a:close/>
              </a:path>
              <a:path w="298450" h="2413000">
                <a:moveTo>
                  <a:pt x="276721" y="76200"/>
                </a:moveTo>
                <a:lnTo>
                  <a:pt x="250268" y="76200"/>
                </a:lnTo>
                <a:lnTo>
                  <a:pt x="254109" y="88900"/>
                </a:lnTo>
                <a:lnTo>
                  <a:pt x="280300" y="88900"/>
                </a:lnTo>
                <a:lnTo>
                  <a:pt x="276721" y="76200"/>
                </a:lnTo>
                <a:close/>
              </a:path>
              <a:path w="298450" h="2413000">
                <a:moveTo>
                  <a:pt x="59842" y="63500"/>
                </a:moveTo>
                <a:lnTo>
                  <a:pt x="29781" y="63500"/>
                </a:lnTo>
                <a:lnTo>
                  <a:pt x="25618" y="76200"/>
                </a:lnTo>
                <a:lnTo>
                  <a:pt x="55278" y="76200"/>
                </a:lnTo>
                <a:lnTo>
                  <a:pt x="59842" y="63500"/>
                </a:lnTo>
                <a:close/>
              </a:path>
              <a:path w="298450" h="2413000">
                <a:moveTo>
                  <a:pt x="268386" y="63500"/>
                </a:moveTo>
                <a:lnTo>
                  <a:pt x="238324" y="63500"/>
                </a:lnTo>
                <a:lnTo>
                  <a:pt x="242878" y="76200"/>
                </a:lnTo>
                <a:lnTo>
                  <a:pt x="272548" y="76200"/>
                </a:lnTo>
                <a:lnTo>
                  <a:pt x="268386" y="63500"/>
                </a:lnTo>
                <a:close/>
              </a:path>
              <a:path w="298450" h="2413000">
                <a:moveTo>
                  <a:pt x="73637" y="50800"/>
                </a:moveTo>
                <a:lnTo>
                  <a:pt x="38910" y="50800"/>
                </a:lnTo>
                <a:lnTo>
                  <a:pt x="34215" y="63500"/>
                </a:lnTo>
                <a:lnTo>
                  <a:pt x="68428" y="63500"/>
                </a:lnTo>
                <a:lnTo>
                  <a:pt x="73637" y="50800"/>
                </a:lnTo>
                <a:close/>
              </a:path>
              <a:path w="298450" h="2413000">
                <a:moveTo>
                  <a:pt x="259257" y="50800"/>
                </a:moveTo>
                <a:lnTo>
                  <a:pt x="224529" y="50800"/>
                </a:lnTo>
                <a:lnTo>
                  <a:pt x="229737" y="63500"/>
                </a:lnTo>
                <a:lnTo>
                  <a:pt x="263952" y="63500"/>
                </a:lnTo>
                <a:lnTo>
                  <a:pt x="259257" y="50800"/>
                </a:lnTo>
                <a:close/>
              </a:path>
              <a:path w="298450" h="2413000">
                <a:moveTo>
                  <a:pt x="89049" y="38100"/>
                </a:moveTo>
                <a:lnTo>
                  <a:pt x="54453" y="38100"/>
                </a:lnTo>
                <a:lnTo>
                  <a:pt x="49034" y="50800"/>
                </a:lnTo>
                <a:lnTo>
                  <a:pt x="83278" y="50800"/>
                </a:lnTo>
                <a:lnTo>
                  <a:pt x="89049" y="38100"/>
                </a:lnTo>
                <a:close/>
              </a:path>
              <a:path w="298450" h="2413000">
                <a:moveTo>
                  <a:pt x="243712" y="38100"/>
                </a:moveTo>
                <a:lnTo>
                  <a:pt x="209116" y="38100"/>
                </a:lnTo>
                <a:lnTo>
                  <a:pt x="214887" y="50800"/>
                </a:lnTo>
                <a:lnTo>
                  <a:pt x="249524" y="50800"/>
                </a:lnTo>
                <a:lnTo>
                  <a:pt x="243712" y="38100"/>
                </a:lnTo>
                <a:close/>
              </a:path>
              <a:path w="298450" h="2413000">
                <a:moveTo>
                  <a:pt x="123858" y="25400"/>
                </a:moveTo>
                <a:lnTo>
                  <a:pt x="65946" y="25400"/>
                </a:lnTo>
                <a:lnTo>
                  <a:pt x="59662" y="38100"/>
                </a:lnTo>
                <a:lnTo>
                  <a:pt x="117191" y="38100"/>
                </a:lnTo>
                <a:lnTo>
                  <a:pt x="123858" y="25400"/>
                </a:lnTo>
                <a:close/>
              </a:path>
              <a:path w="298450" h="2413000">
                <a:moveTo>
                  <a:pt x="232222" y="25400"/>
                </a:moveTo>
                <a:lnTo>
                  <a:pt x="174310" y="25400"/>
                </a:lnTo>
                <a:lnTo>
                  <a:pt x="180975" y="38100"/>
                </a:lnTo>
                <a:lnTo>
                  <a:pt x="238506" y="38100"/>
                </a:lnTo>
                <a:lnTo>
                  <a:pt x="232222" y="25400"/>
                </a:lnTo>
                <a:close/>
              </a:path>
              <a:path w="298450" h="2413000">
                <a:moveTo>
                  <a:pt x="206865" y="12700"/>
                </a:moveTo>
                <a:lnTo>
                  <a:pt x="91302" y="12700"/>
                </a:lnTo>
                <a:lnTo>
                  <a:pt x="84686" y="25400"/>
                </a:lnTo>
                <a:lnTo>
                  <a:pt x="213973" y="25400"/>
                </a:lnTo>
                <a:lnTo>
                  <a:pt x="206865" y="12700"/>
                </a:lnTo>
                <a:close/>
              </a:path>
              <a:path w="298450" h="2413000">
                <a:moveTo>
                  <a:pt x="149364" y="0"/>
                </a:moveTo>
                <a:lnTo>
                  <a:pt x="148791" y="0"/>
                </a:lnTo>
                <a:lnTo>
                  <a:pt x="141704" y="12700"/>
                </a:lnTo>
                <a:lnTo>
                  <a:pt x="156464" y="12700"/>
                </a:lnTo>
                <a:lnTo>
                  <a:pt x="149364" y="0"/>
                </a:lnTo>
                <a:close/>
              </a:path>
            </a:pathLst>
          </a:custGeom>
          <a:solidFill>
            <a:srgbClr val="2F6F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5141558" y="4115173"/>
            <a:ext cx="901700" cy="1974214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79375">
              <a:lnSpc>
                <a:spcPts val="3210"/>
              </a:lnSpc>
            </a:pPr>
            <a:r>
              <a:rPr dirty="0" sz="2850" spc="-155" b="1">
                <a:latin typeface="Arial"/>
                <a:cs typeface="Arial"/>
              </a:rPr>
              <a:t>Sentinel-</a:t>
            </a:r>
            <a:r>
              <a:rPr dirty="0" sz="2850" spc="100" b="1">
                <a:latin typeface="Arial"/>
                <a:cs typeface="Arial"/>
              </a:rPr>
              <a:t>X</a:t>
            </a:r>
            <a:endParaRPr sz="2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70"/>
              </a:spcBef>
            </a:pPr>
            <a:r>
              <a:rPr dirty="0" sz="1050" spc="-55">
                <a:solidFill>
                  <a:srgbClr val="0B2E6B"/>
                </a:solidFill>
                <a:latin typeface="Segoe UI Symbol"/>
                <a:cs typeface="Segoe UI Symbol"/>
              </a:rPr>
              <a:t>SENTINEL-</a:t>
            </a:r>
            <a:r>
              <a:rPr dirty="0" sz="1050" spc="-40">
                <a:solidFill>
                  <a:srgbClr val="0B2E6B"/>
                </a:solidFill>
                <a:latin typeface="Segoe UI Symbol"/>
                <a:cs typeface="Segoe UI Symbol"/>
              </a:rPr>
              <a:t>X</a:t>
            </a:r>
            <a:r>
              <a:rPr dirty="0" sz="1050" spc="-10">
                <a:solidFill>
                  <a:srgbClr val="0B2E6B"/>
                </a:solidFill>
                <a:latin typeface="Segoe UI Symbol"/>
                <a:cs typeface="Segoe UI Symbol"/>
              </a:rPr>
              <a:t> </a:t>
            </a:r>
            <a:r>
              <a:rPr dirty="0" sz="1050" spc="-40">
                <a:solidFill>
                  <a:srgbClr val="0369E5"/>
                </a:solidFill>
                <a:latin typeface="Segoe UI Symbol"/>
                <a:cs typeface="Segoe UI Symbol"/>
              </a:rPr>
              <a:t>SECURITY</a:t>
            </a:r>
            <a:r>
              <a:rPr dirty="0" sz="1050" spc="-5">
                <a:solidFill>
                  <a:srgbClr val="0369E5"/>
                </a:solidFill>
                <a:latin typeface="Segoe UI Symbol"/>
                <a:cs typeface="Segoe UI Symbol"/>
              </a:rPr>
              <a:t> </a:t>
            </a:r>
            <a:r>
              <a:rPr dirty="0" sz="1050" spc="-25">
                <a:solidFill>
                  <a:srgbClr val="0369E5"/>
                </a:solidFill>
                <a:latin typeface="Segoe UI Symbol"/>
                <a:cs typeface="Segoe UI Symbol"/>
              </a:rPr>
              <a:t>WORKFLOW</a:t>
            </a:r>
            <a:endParaRPr sz="1050">
              <a:latin typeface="Segoe UI Symbol"/>
              <a:cs typeface="Segoe UI Symbo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023986" y="3796226"/>
            <a:ext cx="1974214" cy="2597785"/>
            <a:chOff x="3023986" y="3796226"/>
            <a:chExt cx="1974214" cy="2597785"/>
          </a:xfrm>
        </p:grpSpPr>
        <p:sp>
          <p:nvSpPr>
            <p:cNvPr id="29" name="object 29"/>
            <p:cNvSpPr/>
            <p:nvPr/>
          </p:nvSpPr>
          <p:spPr>
            <a:xfrm>
              <a:off x="4507689" y="4534554"/>
              <a:ext cx="480695" cy="1120775"/>
            </a:xfrm>
            <a:custGeom>
              <a:avLst/>
              <a:gdLst/>
              <a:ahLst/>
              <a:cxnLst/>
              <a:rect l="l" t="t" r="r" b="b"/>
              <a:pathLst>
                <a:path w="480695" h="1120775">
                  <a:moveTo>
                    <a:pt x="0" y="0"/>
                  </a:moveTo>
                  <a:lnTo>
                    <a:pt x="0" y="1120567"/>
                  </a:lnTo>
                  <a:lnTo>
                    <a:pt x="480136" y="840428"/>
                  </a:lnTo>
                  <a:lnTo>
                    <a:pt x="480136" y="2801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06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497635" y="4524560"/>
              <a:ext cx="500380" cy="1141095"/>
            </a:xfrm>
            <a:custGeom>
              <a:avLst/>
              <a:gdLst/>
              <a:ahLst/>
              <a:cxnLst/>
              <a:rect l="l" t="t" r="r" b="b"/>
              <a:pathLst>
                <a:path w="500379" h="1141095">
                  <a:moveTo>
                    <a:pt x="11140" y="0"/>
                  </a:moveTo>
                  <a:lnTo>
                    <a:pt x="9038" y="0"/>
                  </a:lnTo>
                  <a:lnTo>
                    <a:pt x="6909" y="453"/>
                  </a:lnTo>
                  <a:lnTo>
                    <a:pt x="0" y="9993"/>
                  </a:lnTo>
                  <a:lnTo>
                    <a:pt x="0" y="1130561"/>
                  </a:lnTo>
                  <a:lnTo>
                    <a:pt x="9038" y="1140565"/>
                  </a:lnTo>
                  <a:lnTo>
                    <a:pt x="11093" y="1140565"/>
                  </a:lnTo>
                  <a:lnTo>
                    <a:pt x="13112" y="1140132"/>
                  </a:lnTo>
                  <a:lnTo>
                    <a:pt x="15035" y="1139277"/>
                  </a:lnTo>
                  <a:lnTo>
                    <a:pt x="29993" y="1130561"/>
                  </a:lnTo>
                  <a:lnTo>
                    <a:pt x="20109" y="1130561"/>
                  </a:lnTo>
                  <a:lnTo>
                    <a:pt x="4987" y="1121874"/>
                  </a:lnTo>
                  <a:lnTo>
                    <a:pt x="20109" y="1113051"/>
                  </a:lnTo>
                  <a:lnTo>
                    <a:pt x="20109" y="27503"/>
                  </a:lnTo>
                  <a:lnTo>
                    <a:pt x="4987" y="18680"/>
                  </a:lnTo>
                  <a:lnTo>
                    <a:pt x="20109" y="9993"/>
                  </a:lnTo>
                  <a:lnTo>
                    <a:pt x="29992" y="9993"/>
                  </a:lnTo>
                  <a:lnTo>
                    <a:pt x="15121" y="1316"/>
                  </a:lnTo>
                  <a:lnTo>
                    <a:pt x="13201" y="453"/>
                  </a:lnTo>
                  <a:lnTo>
                    <a:pt x="11140" y="0"/>
                  </a:lnTo>
                  <a:close/>
                </a:path>
                <a:path w="500379" h="1141095">
                  <a:moveTo>
                    <a:pt x="20109" y="1113051"/>
                  </a:moveTo>
                  <a:lnTo>
                    <a:pt x="4987" y="1121874"/>
                  </a:lnTo>
                  <a:lnTo>
                    <a:pt x="20109" y="1130561"/>
                  </a:lnTo>
                  <a:lnTo>
                    <a:pt x="20109" y="1113051"/>
                  </a:lnTo>
                  <a:close/>
                </a:path>
                <a:path w="500379" h="1141095">
                  <a:moveTo>
                    <a:pt x="480137" y="844644"/>
                  </a:moveTo>
                  <a:lnTo>
                    <a:pt x="20109" y="1113051"/>
                  </a:lnTo>
                  <a:lnTo>
                    <a:pt x="20109" y="1130561"/>
                  </a:lnTo>
                  <a:lnTo>
                    <a:pt x="29993" y="1130561"/>
                  </a:lnTo>
                  <a:lnTo>
                    <a:pt x="495259" y="859099"/>
                  </a:lnTo>
                  <a:lnTo>
                    <a:pt x="500245" y="850422"/>
                  </a:lnTo>
                  <a:lnTo>
                    <a:pt x="480137" y="850422"/>
                  </a:lnTo>
                  <a:lnTo>
                    <a:pt x="480137" y="844644"/>
                  </a:lnTo>
                  <a:close/>
                </a:path>
                <a:path w="500379" h="1141095">
                  <a:moveTo>
                    <a:pt x="485123" y="841735"/>
                  </a:moveTo>
                  <a:lnTo>
                    <a:pt x="480137" y="844644"/>
                  </a:lnTo>
                  <a:lnTo>
                    <a:pt x="480137" y="850422"/>
                  </a:lnTo>
                  <a:lnTo>
                    <a:pt x="485123" y="841735"/>
                  </a:lnTo>
                  <a:close/>
                </a:path>
                <a:path w="500379" h="1141095">
                  <a:moveTo>
                    <a:pt x="500245" y="841735"/>
                  </a:moveTo>
                  <a:lnTo>
                    <a:pt x="485123" y="841735"/>
                  </a:lnTo>
                  <a:lnTo>
                    <a:pt x="480137" y="850422"/>
                  </a:lnTo>
                  <a:lnTo>
                    <a:pt x="500245" y="850422"/>
                  </a:lnTo>
                  <a:lnTo>
                    <a:pt x="500245" y="841735"/>
                  </a:lnTo>
                  <a:close/>
                </a:path>
                <a:path w="500379" h="1141095">
                  <a:moveTo>
                    <a:pt x="480137" y="295910"/>
                  </a:moveTo>
                  <a:lnTo>
                    <a:pt x="480137" y="844644"/>
                  </a:lnTo>
                  <a:lnTo>
                    <a:pt x="485123" y="841735"/>
                  </a:lnTo>
                  <a:lnTo>
                    <a:pt x="500245" y="841735"/>
                  </a:lnTo>
                  <a:lnTo>
                    <a:pt x="500245" y="298819"/>
                  </a:lnTo>
                  <a:lnTo>
                    <a:pt x="485123" y="298819"/>
                  </a:lnTo>
                  <a:lnTo>
                    <a:pt x="480137" y="295910"/>
                  </a:lnTo>
                  <a:close/>
                </a:path>
                <a:path w="500379" h="1141095">
                  <a:moveTo>
                    <a:pt x="480137" y="290134"/>
                  </a:moveTo>
                  <a:lnTo>
                    <a:pt x="480137" y="295910"/>
                  </a:lnTo>
                  <a:lnTo>
                    <a:pt x="485123" y="298819"/>
                  </a:lnTo>
                  <a:lnTo>
                    <a:pt x="480137" y="290134"/>
                  </a:lnTo>
                  <a:close/>
                </a:path>
                <a:path w="500379" h="1141095">
                  <a:moveTo>
                    <a:pt x="500245" y="290134"/>
                  </a:moveTo>
                  <a:lnTo>
                    <a:pt x="480137" y="290134"/>
                  </a:lnTo>
                  <a:lnTo>
                    <a:pt x="485123" y="298819"/>
                  </a:lnTo>
                  <a:lnTo>
                    <a:pt x="500245" y="298819"/>
                  </a:lnTo>
                  <a:lnTo>
                    <a:pt x="500245" y="290134"/>
                  </a:lnTo>
                  <a:close/>
                </a:path>
                <a:path w="500379" h="1141095">
                  <a:moveTo>
                    <a:pt x="29992" y="9993"/>
                  </a:moveTo>
                  <a:lnTo>
                    <a:pt x="20109" y="9993"/>
                  </a:lnTo>
                  <a:lnTo>
                    <a:pt x="20109" y="27503"/>
                  </a:lnTo>
                  <a:lnTo>
                    <a:pt x="480137" y="295910"/>
                  </a:lnTo>
                  <a:lnTo>
                    <a:pt x="480137" y="290134"/>
                  </a:lnTo>
                  <a:lnTo>
                    <a:pt x="500245" y="290134"/>
                  </a:lnTo>
                  <a:lnTo>
                    <a:pt x="495258" y="281456"/>
                  </a:lnTo>
                  <a:lnTo>
                    <a:pt x="29992" y="9993"/>
                  </a:lnTo>
                  <a:close/>
                </a:path>
                <a:path w="500379" h="1141095">
                  <a:moveTo>
                    <a:pt x="20109" y="9993"/>
                  </a:moveTo>
                  <a:lnTo>
                    <a:pt x="4987" y="18680"/>
                  </a:lnTo>
                  <a:lnTo>
                    <a:pt x="20109" y="27503"/>
                  </a:lnTo>
                  <a:lnTo>
                    <a:pt x="20109" y="999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130969" y="4366479"/>
              <a:ext cx="377190" cy="1457325"/>
            </a:xfrm>
            <a:custGeom>
              <a:avLst/>
              <a:gdLst/>
              <a:ahLst/>
              <a:cxnLst/>
              <a:rect l="l" t="t" r="r" b="b"/>
              <a:pathLst>
                <a:path w="377189" h="1457325">
                  <a:moveTo>
                    <a:pt x="0" y="0"/>
                  </a:moveTo>
                  <a:lnTo>
                    <a:pt x="0" y="1456726"/>
                  </a:lnTo>
                  <a:lnTo>
                    <a:pt x="376720" y="1288642"/>
                  </a:lnTo>
                  <a:lnTo>
                    <a:pt x="376720" y="1680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45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120916" y="4356425"/>
              <a:ext cx="396875" cy="1477010"/>
            </a:xfrm>
            <a:custGeom>
              <a:avLst/>
              <a:gdLst/>
              <a:ahLst/>
              <a:cxnLst/>
              <a:rect l="l" t="t" r="r" b="b"/>
              <a:pathLst>
                <a:path w="396875" h="1477010">
                  <a:moveTo>
                    <a:pt x="9822" y="0"/>
                  </a:moveTo>
                  <a:lnTo>
                    <a:pt x="0" y="10054"/>
                  </a:lnTo>
                  <a:lnTo>
                    <a:pt x="0" y="1466781"/>
                  </a:lnTo>
                  <a:lnTo>
                    <a:pt x="7890" y="1476635"/>
                  </a:lnTo>
                  <a:lnTo>
                    <a:pt x="8380" y="1476635"/>
                  </a:lnTo>
                  <a:lnTo>
                    <a:pt x="9822" y="1476825"/>
                  </a:lnTo>
                  <a:lnTo>
                    <a:pt x="12034" y="1476635"/>
                  </a:lnTo>
                  <a:lnTo>
                    <a:pt x="14146" y="1475960"/>
                  </a:lnTo>
                  <a:lnTo>
                    <a:pt x="34720" y="1466781"/>
                  </a:lnTo>
                  <a:lnTo>
                    <a:pt x="20107" y="1466781"/>
                  </a:lnTo>
                  <a:lnTo>
                    <a:pt x="5951" y="1457592"/>
                  </a:lnTo>
                  <a:lnTo>
                    <a:pt x="20107" y="1451277"/>
                  </a:lnTo>
                  <a:lnTo>
                    <a:pt x="20107" y="25549"/>
                  </a:lnTo>
                  <a:lnTo>
                    <a:pt x="5951" y="19232"/>
                  </a:lnTo>
                  <a:lnTo>
                    <a:pt x="20107" y="10054"/>
                  </a:lnTo>
                  <a:lnTo>
                    <a:pt x="34742" y="10054"/>
                  </a:lnTo>
                  <a:lnTo>
                    <a:pt x="14146" y="864"/>
                  </a:lnTo>
                  <a:lnTo>
                    <a:pt x="12348" y="290"/>
                  </a:lnTo>
                  <a:lnTo>
                    <a:pt x="13199" y="290"/>
                  </a:lnTo>
                  <a:lnTo>
                    <a:pt x="9822" y="0"/>
                  </a:lnTo>
                  <a:close/>
                </a:path>
                <a:path w="396875" h="1477010">
                  <a:moveTo>
                    <a:pt x="20107" y="1451277"/>
                  </a:moveTo>
                  <a:lnTo>
                    <a:pt x="5951" y="1457592"/>
                  </a:lnTo>
                  <a:lnTo>
                    <a:pt x="20107" y="1466781"/>
                  </a:lnTo>
                  <a:lnTo>
                    <a:pt x="20107" y="1451277"/>
                  </a:lnTo>
                  <a:close/>
                </a:path>
                <a:path w="396875" h="1477010">
                  <a:moveTo>
                    <a:pt x="376718" y="1292177"/>
                  </a:moveTo>
                  <a:lnTo>
                    <a:pt x="20107" y="1451277"/>
                  </a:lnTo>
                  <a:lnTo>
                    <a:pt x="20107" y="1466781"/>
                  </a:lnTo>
                  <a:lnTo>
                    <a:pt x="34720" y="1466781"/>
                  </a:lnTo>
                  <a:lnTo>
                    <a:pt x="390865" y="1307876"/>
                  </a:lnTo>
                  <a:lnTo>
                    <a:pt x="396828" y="1298696"/>
                  </a:lnTo>
                  <a:lnTo>
                    <a:pt x="376718" y="1298696"/>
                  </a:lnTo>
                  <a:lnTo>
                    <a:pt x="376718" y="1292177"/>
                  </a:lnTo>
                  <a:close/>
                </a:path>
                <a:path w="396875" h="1477010">
                  <a:moveTo>
                    <a:pt x="382681" y="1289517"/>
                  </a:moveTo>
                  <a:lnTo>
                    <a:pt x="376718" y="1292177"/>
                  </a:lnTo>
                  <a:lnTo>
                    <a:pt x="376718" y="1298696"/>
                  </a:lnTo>
                  <a:lnTo>
                    <a:pt x="382681" y="1289517"/>
                  </a:lnTo>
                  <a:close/>
                </a:path>
                <a:path w="396875" h="1477010">
                  <a:moveTo>
                    <a:pt x="396828" y="1289517"/>
                  </a:moveTo>
                  <a:lnTo>
                    <a:pt x="382681" y="1289517"/>
                  </a:lnTo>
                  <a:lnTo>
                    <a:pt x="376718" y="1298696"/>
                  </a:lnTo>
                  <a:lnTo>
                    <a:pt x="396828" y="1298696"/>
                  </a:lnTo>
                  <a:lnTo>
                    <a:pt x="396828" y="1289517"/>
                  </a:lnTo>
                  <a:close/>
                </a:path>
                <a:path w="396875" h="1477010">
                  <a:moveTo>
                    <a:pt x="376718" y="184658"/>
                  </a:moveTo>
                  <a:lnTo>
                    <a:pt x="376718" y="1292177"/>
                  </a:lnTo>
                  <a:lnTo>
                    <a:pt x="382681" y="1289517"/>
                  </a:lnTo>
                  <a:lnTo>
                    <a:pt x="396828" y="1289517"/>
                  </a:lnTo>
                  <a:lnTo>
                    <a:pt x="396828" y="187318"/>
                  </a:lnTo>
                  <a:lnTo>
                    <a:pt x="382681" y="187318"/>
                  </a:lnTo>
                  <a:lnTo>
                    <a:pt x="376718" y="184658"/>
                  </a:lnTo>
                  <a:close/>
                </a:path>
                <a:path w="396875" h="1477010">
                  <a:moveTo>
                    <a:pt x="376718" y="178128"/>
                  </a:moveTo>
                  <a:lnTo>
                    <a:pt x="376718" y="184658"/>
                  </a:lnTo>
                  <a:lnTo>
                    <a:pt x="382681" y="187318"/>
                  </a:lnTo>
                  <a:lnTo>
                    <a:pt x="376718" y="178128"/>
                  </a:lnTo>
                  <a:close/>
                </a:path>
                <a:path w="396875" h="1477010">
                  <a:moveTo>
                    <a:pt x="396828" y="178128"/>
                  </a:moveTo>
                  <a:lnTo>
                    <a:pt x="376718" y="178128"/>
                  </a:lnTo>
                  <a:lnTo>
                    <a:pt x="382681" y="187318"/>
                  </a:lnTo>
                  <a:lnTo>
                    <a:pt x="396828" y="187318"/>
                  </a:lnTo>
                  <a:lnTo>
                    <a:pt x="396828" y="178128"/>
                  </a:lnTo>
                  <a:close/>
                </a:path>
                <a:path w="396875" h="1477010">
                  <a:moveTo>
                    <a:pt x="34742" y="10054"/>
                  </a:moveTo>
                  <a:lnTo>
                    <a:pt x="20107" y="10054"/>
                  </a:lnTo>
                  <a:lnTo>
                    <a:pt x="20107" y="25549"/>
                  </a:lnTo>
                  <a:lnTo>
                    <a:pt x="376718" y="184658"/>
                  </a:lnTo>
                  <a:lnTo>
                    <a:pt x="376718" y="178128"/>
                  </a:lnTo>
                  <a:lnTo>
                    <a:pt x="396828" y="178128"/>
                  </a:lnTo>
                  <a:lnTo>
                    <a:pt x="390865" y="168950"/>
                  </a:lnTo>
                  <a:lnTo>
                    <a:pt x="34742" y="10054"/>
                  </a:lnTo>
                  <a:close/>
                </a:path>
                <a:path w="396875" h="1477010">
                  <a:moveTo>
                    <a:pt x="20107" y="10054"/>
                  </a:moveTo>
                  <a:lnTo>
                    <a:pt x="5951" y="19232"/>
                  </a:lnTo>
                  <a:lnTo>
                    <a:pt x="20107" y="25549"/>
                  </a:lnTo>
                  <a:lnTo>
                    <a:pt x="20107" y="100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757940" y="4207723"/>
              <a:ext cx="373380" cy="1774825"/>
            </a:xfrm>
            <a:custGeom>
              <a:avLst/>
              <a:gdLst/>
              <a:ahLst/>
              <a:cxnLst/>
              <a:rect l="l" t="t" r="r" b="b"/>
              <a:pathLst>
                <a:path w="373379" h="1774825">
                  <a:moveTo>
                    <a:pt x="0" y="0"/>
                  </a:moveTo>
                  <a:lnTo>
                    <a:pt x="0" y="1774229"/>
                  </a:lnTo>
                  <a:lnTo>
                    <a:pt x="373029" y="1615483"/>
                  </a:lnTo>
                  <a:lnTo>
                    <a:pt x="373029" y="1587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2AA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747886" y="4197680"/>
              <a:ext cx="393700" cy="1794510"/>
            </a:xfrm>
            <a:custGeom>
              <a:avLst/>
              <a:gdLst/>
              <a:ahLst/>
              <a:cxnLst/>
              <a:rect l="l" t="t" r="r" b="b"/>
              <a:pathLst>
                <a:path w="393700" h="1794510">
                  <a:moveTo>
                    <a:pt x="9681" y="0"/>
                  </a:moveTo>
                  <a:lnTo>
                    <a:pt x="0" y="10043"/>
                  </a:lnTo>
                  <a:lnTo>
                    <a:pt x="0" y="1784272"/>
                  </a:lnTo>
                  <a:lnTo>
                    <a:pt x="9681" y="1794315"/>
                  </a:lnTo>
                  <a:lnTo>
                    <a:pt x="11883" y="1794155"/>
                  </a:lnTo>
                  <a:lnTo>
                    <a:pt x="13985" y="1793521"/>
                  </a:lnTo>
                  <a:lnTo>
                    <a:pt x="35720" y="1784272"/>
                  </a:lnTo>
                  <a:lnTo>
                    <a:pt x="20107" y="1784272"/>
                  </a:lnTo>
                  <a:lnTo>
                    <a:pt x="6112" y="1775021"/>
                  </a:lnTo>
                  <a:lnTo>
                    <a:pt x="20107" y="1769065"/>
                  </a:lnTo>
                  <a:lnTo>
                    <a:pt x="20107" y="25259"/>
                  </a:lnTo>
                  <a:lnTo>
                    <a:pt x="6112" y="19303"/>
                  </a:lnTo>
                  <a:lnTo>
                    <a:pt x="20107" y="10043"/>
                  </a:lnTo>
                  <a:lnTo>
                    <a:pt x="35720" y="10043"/>
                  </a:lnTo>
                  <a:lnTo>
                    <a:pt x="13985" y="793"/>
                  </a:lnTo>
                  <a:lnTo>
                    <a:pt x="11883" y="160"/>
                  </a:lnTo>
                  <a:lnTo>
                    <a:pt x="9681" y="0"/>
                  </a:lnTo>
                  <a:close/>
                </a:path>
                <a:path w="393700" h="1794510">
                  <a:moveTo>
                    <a:pt x="20107" y="1769065"/>
                  </a:moveTo>
                  <a:lnTo>
                    <a:pt x="6112" y="1775021"/>
                  </a:lnTo>
                  <a:lnTo>
                    <a:pt x="20107" y="1784272"/>
                  </a:lnTo>
                  <a:lnTo>
                    <a:pt x="20107" y="1769065"/>
                  </a:lnTo>
                  <a:close/>
                </a:path>
                <a:path w="393700" h="1794510">
                  <a:moveTo>
                    <a:pt x="373029" y="1618868"/>
                  </a:moveTo>
                  <a:lnTo>
                    <a:pt x="20107" y="1769065"/>
                  </a:lnTo>
                  <a:lnTo>
                    <a:pt x="20107" y="1784272"/>
                  </a:lnTo>
                  <a:lnTo>
                    <a:pt x="35720" y="1784272"/>
                  </a:lnTo>
                  <a:lnTo>
                    <a:pt x="387014" y="1634777"/>
                  </a:lnTo>
                  <a:lnTo>
                    <a:pt x="393137" y="1625526"/>
                  </a:lnTo>
                  <a:lnTo>
                    <a:pt x="373029" y="1625526"/>
                  </a:lnTo>
                  <a:lnTo>
                    <a:pt x="373029" y="1618868"/>
                  </a:lnTo>
                  <a:close/>
                </a:path>
                <a:path w="393700" h="1794510">
                  <a:moveTo>
                    <a:pt x="379141" y="1616266"/>
                  </a:moveTo>
                  <a:lnTo>
                    <a:pt x="373029" y="1618868"/>
                  </a:lnTo>
                  <a:lnTo>
                    <a:pt x="373029" y="1625526"/>
                  </a:lnTo>
                  <a:lnTo>
                    <a:pt x="379141" y="1616266"/>
                  </a:lnTo>
                  <a:close/>
                </a:path>
                <a:path w="393700" h="1794510">
                  <a:moveTo>
                    <a:pt x="393137" y="1616266"/>
                  </a:moveTo>
                  <a:lnTo>
                    <a:pt x="379141" y="1616266"/>
                  </a:lnTo>
                  <a:lnTo>
                    <a:pt x="373029" y="1625526"/>
                  </a:lnTo>
                  <a:lnTo>
                    <a:pt x="393137" y="1625526"/>
                  </a:lnTo>
                  <a:lnTo>
                    <a:pt x="393137" y="1616266"/>
                  </a:lnTo>
                  <a:close/>
                </a:path>
                <a:path w="393700" h="1794510">
                  <a:moveTo>
                    <a:pt x="373029" y="175447"/>
                  </a:moveTo>
                  <a:lnTo>
                    <a:pt x="373029" y="1618868"/>
                  </a:lnTo>
                  <a:lnTo>
                    <a:pt x="379141" y="1616266"/>
                  </a:lnTo>
                  <a:lnTo>
                    <a:pt x="393137" y="1616266"/>
                  </a:lnTo>
                  <a:lnTo>
                    <a:pt x="393137" y="178048"/>
                  </a:lnTo>
                  <a:lnTo>
                    <a:pt x="379141" y="178048"/>
                  </a:lnTo>
                  <a:lnTo>
                    <a:pt x="373029" y="175447"/>
                  </a:lnTo>
                  <a:close/>
                </a:path>
                <a:path w="393700" h="1794510">
                  <a:moveTo>
                    <a:pt x="373029" y="168799"/>
                  </a:moveTo>
                  <a:lnTo>
                    <a:pt x="373029" y="175447"/>
                  </a:lnTo>
                  <a:lnTo>
                    <a:pt x="379141" y="178048"/>
                  </a:lnTo>
                  <a:lnTo>
                    <a:pt x="373029" y="168799"/>
                  </a:lnTo>
                  <a:close/>
                </a:path>
                <a:path w="393700" h="1794510">
                  <a:moveTo>
                    <a:pt x="393137" y="168799"/>
                  </a:moveTo>
                  <a:lnTo>
                    <a:pt x="373029" y="168799"/>
                  </a:lnTo>
                  <a:lnTo>
                    <a:pt x="379141" y="178048"/>
                  </a:lnTo>
                  <a:lnTo>
                    <a:pt x="393137" y="178048"/>
                  </a:lnTo>
                  <a:lnTo>
                    <a:pt x="393137" y="168799"/>
                  </a:lnTo>
                  <a:close/>
                </a:path>
                <a:path w="393700" h="1794510">
                  <a:moveTo>
                    <a:pt x="35720" y="10043"/>
                  </a:moveTo>
                  <a:lnTo>
                    <a:pt x="20107" y="10043"/>
                  </a:lnTo>
                  <a:lnTo>
                    <a:pt x="20107" y="25259"/>
                  </a:lnTo>
                  <a:lnTo>
                    <a:pt x="373029" y="175447"/>
                  </a:lnTo>
                  <a:lnTo>
                    <a:pt x="373029" y="168799"/>
                  </a:lnTo>
                  <a:lnTo>
                    <a:pt x="393137" y="168799"/>
                  </a:lnTo>
                  <a:lnTo>
                    <a:pt x="387014" y="159538"/>
                  </a:lnTo>
                  <a:lnTo>
                    <a:pt x="35720" y="10043"/>
                  </a:lnTo>
                  <a:close/>
                </a:path>
                <a:path w="393700" h="1794510">
                  <a:moveTo>
                    <a:pt x="20107" y="10043"/>
                  </a:moveTo>
                  <a:lnTo>
                    <a:pt x="6112" y="19303"/>
                  </a:lnTo>
                  <a:lnTo>
                    <a:pt x="20107" y="25259"/>
                  </a:lnTo>
                  <a:lnTo>
                    <a:pt x="20107" y="1004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3395990" y="4030308"/>
              <a:ext cx="361950" cy="2129155"/>
            </a:xfrm>
            <a:custGeom>
              <a:avLst/>
              <a:gdLst/>
              <a:ahLst/>
              <a:cxnLst/>
              <a:rect l="l" t="t" r="r" b="b"/>
              <a:pathLst>
                <a:path w="361950" h="2129154">
                  <a:moveTo>
                    <a:pt x="0" y="0"/>
                  </a:moveTo>
                  <a:lnTo>
                    <a:pt x="0" y="2129059"/>
                  </a:lnTo>
                  <a:lnTo>
                    <a:pt x="361950" y="1951644"/>
                  </a:lnTo>
                  <a:lnTo>
                    <a:pt x="361950" y="1774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4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3385936" y="4020364"/>
              <a:ext cx="382270" cy="2149475"/>
            </a:xfrm>
            <a:custGeom>
              <a:avLst/>
              <a:gdLst/>
              <a:ahLst/>
              <a:cxnLst/>
              <a:rect l="l" t="t" r="r" b="b"/>
              <a:pathLst>
                <a:path w="382270" h="2149475">
                  <a:moveTo>
                    <a:pt x="11201" y="0"/>
                  </a:moveTo>
                  <a:lnTo>
                    <a:pt x="8525" y="0"/>
                  </a:lnTo>
                  <a:lnTo>
                    <a:pt x="6554" y="513"/>
                  </a:lnTo>
                  <a:lnTo>
                    <a:pt x="0" y="9944"/>
                  </a:lnTo>
                  <a:lnTo>
                    <a:pt x="0" y="2139003"/>
                  </a:lnTo>
                  <a:lnTo>
                    <a:pt x="8910" y="2149048"/>
                  </a:lnTo>
                  <a:lnTo>
                    <a:pt x="10556" y="2149048"/>
                  </a:lnTo>
                  <a:lnTo>
                    <a:pt x="12566" y="2148737"/>
                  </a:lnTo>
                  <a:lnTo>
                    <a:pt x="14477" y="2148032"/>
                  </a:lnTo>
                  <a:lnTo>
                    <a:pt x="32897" y="2139003"/>
                  </a:lnTo>
                  <a:lnTo>
                    <a:pt x="20107" y="2139003"/>
                  </a:lnTo>
                  <a:lnTo>
                    <a:pt x="5619" y="2129975"/>
                  </a:lnTo>
                  <a:lnTo>
                    <a:pt x="20107" y="2122873"/>
                  </a:lnTo>
                  <a:lnTo>
                    <a:pt x="20107" y="26074"/>
                  </a:lnTo>
                  <a:lnTo>
                    <a:pt x="5619" y="18972"/>
                  </a:lnTo>
                  <a:lnTo>
                    <a:pt x="20107" y="9944"/>
                  </a:lnTo>
                  <a:lnTo>
                    <a:pt x="32896" y="9944"/>
                  </a:lnTo>
                  <a:lnTo>
                    <a:pt x="14477" y="915"/>
                  </a:lnTo>
                  <a:lnTo>
                    <a:pt x="12566" y="212"/>
                  </a:lnTo>
                  <a:lnTo>
                    <a:pt x="11201" y="0"/>
                  </a:lnTo>
                  <a:close/>
                </a:path>
                <a:path w="382270" h="2149475">
                  <a:moveTo>
                    <a:pt x="20107" y="2122873"/>
                  </a:moveTo>
                  <a:lnTo>
                    <a:pt x="5619" y="2129975"/>
                  </a:lnTo>
                  <a:lnTo>
                    <a:pt x="20107" y="2139003"/>
                  </a:lnTo>
                  <a:lnTo>
                    <a:pt x="20107" y="2122873"/>
                  </a:lnTo>
                  <a:close/>
                </a:path>
                <a:path w="382270" h="2149475">
                  <a:moveTo>
                    <a:pt x="361950" y="1955314"/>
                  </a:moveTo>
                  <a:lnTo>
                    <a:pt x="20107" y="2122873"/>
                  </a:lnTo>
                  <a:lnTo>
                    <a:pt x="20107" y="2139003"/>
                  </a:lnTo>
                  <a:lnTo>
                    <a:pt x="32897" y="2139003"/>
                  </a:lnTo>
                  <a:lnTo>
                    <a:pt x="376427" y="1970617"/>
                  </a:lnTo>
                  <a:lnTo>
                    <a:pt x="382057" y="1961588"/>
                  </a:lnTo>
                  <a:lnTo>
                    <a:pt x="361950" y="1961588"/>
                  </a:lnTo>
                  <a:lnTo>
                    <a:pt x="361950" y="1955314"/>
                  </a:lnTo>
                  <a:close/>
                </a:path>
                <a:path w="382270" h="2149475">
                  <a:moveTo>
                    <a:pt x="367569" y="1952560"/>
                  </a:moveTo>
                  <a:lnTo>
                    <a:pt x="361950" y="1955314"/>
                  </a:lnTo>
                  <a:lnTo>
                    <a:pt x="361950" y="1961588"/>
                  </a:lnTo>
                  <a:lnTo>
                    <a:pt x="367569" y="1952560"/>
                  </a:lnTo>
                  <a:close/>
                </a:path>
                <a:path w="382270" h="2149475">
                  <a:moveTo>
                    <a:pt x="382057" y="1952560"/>
                  </a:moveTo>
                  <a:lnTo>
                    <a:pt x="367569" y="1952560"/>
                  </a:lnTo>
                  <a:lnTo>
                    <a:pt x="361950" y="1961588"/>
                  </a:lnTo>
                  <a:lnTo>
                    <a:pt x="382057" y="1961588"/>
                  </a:lnTo>
                  <a:lnTo>
                    <a:pt x="382057" y="1952560"/>
                  </a:lnTo>
                  <a:close/>
                </a:path>
                <a:path w="382270" h="2149475">
                  <a:moveTo>
                    <a:pt x="361950" y="193634"/>
                  </a:moveTo>
                  <a:lnTo>
                    <a:pt x="361950" y="1955314"/>
                  </a:lnTo>
                  <a:lnTo>
                    <a:pt x="367569" y="1952560"/>
                  </a:lnTo>
                  <a:lnTo>
                    <a:pt x="382057" y="1952560"/>
                  </a:lnTo>
                  <a:lnTo>
                    <a:pt x="382057" y="196388"/>
                  </a:lnTo>
                  <a:lnTo>
                    <a:pt x="367569" y="196388"/>
                  </a:lnTo>
                  <a:lnTo>
                    <a:pt x="361950" y="193634"/>
                  </a:lnTo>
                  <a:close/>
                </a:path>
                <a:path w="382270" h="2149475">
                  <a:moveTo>
                    <a:pt x="361950" y="187359"/>
                  </a:moveTo>
                  <a:lnTo>
                    <a:pt x="361950" y="193634"/>
                  </a:lnTo>
                  <a:lnTo>
                    <a:pt x="367569" y="196388"/>
                  </a:lnTo>
                  <a:lnTo>
                    <a:pt x="361950" y="187359"/>
                  </a:lnTo>
                  <a:close/>
                </a:path>
                <a:path w="382270" h="2149475">
                  <a:moveTo>
                    <a:pt x="382057" y="187359"/>
                  </a:moveTo>
                  <a:lnTo>
                    <a:pt x="361950" y="187359"/>
                  </a:lnTo>
                  <a:lnTo>
                    <a:pt x="367569" y="196388"/>
                  </a:lnTo>
                  <a:lnTo>
                    <a:pt x="382057" y="196388"/>
                  </a:lnTo>
                  <a:lnTo>
                    <a:pt x="382057" y="187359"/>
                  </a:lnTo>
                  <a:close/>
                </a:path>
                <a:path w="382270" h="2149475">
                  <a:moveTo>
                    <a:pt x="32896" y="9944"/>
                  </a:moveTo>
                  <a:lnTo>
                    <a:pt x="20107" y="9944"/>
                  </a:lnTo>
                  <a:lnTo>
                    <a:pt x="20107" y="26074"/>
                  </a:lnTo>
                  <a:lnTo>
                    <a:pt x="361950" y="193634"/>
                  </a:lnTo>
                  <a:lnTo>
                    <a:pt x="361950" y="187359"/>
                  </a:lnTo>
                  <a:lnTo>
                    <a:pt x="382057" y="187359"/>
                  </a:lnTo>
                  <a:lnTo>
                    <a:pt x="376427" y="178341"/>
                  </a:lnTo>
                  <a:lnTo>
                    <a:pt x="32896" y="9944"/>
                  </a:lnTo>
                  <a:close/>
                </a:path>
                <a:path w="382270" h="2149475">
                  <a:moveTo>
                    <a:pt x="20107" y="9944"/>
                  </a:moveTo>
                  <a:lnTo>
                    <a:pt x="5619" y="18972"/>
                  </a:lnTo>
                  <a:lnTo>
                    <a:pt x="20107" y="26074"/>
                  </a:lnTo>
                  <a:lnTo>
                    <a:pt x="20107" y="99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3034040" y="3806189"/>
              <a:ext cx="361950" cy="2577465"/>
            </a:xfrm>
            <a:custGeom>
              <a:avLst/>
              <a:gdLst/>
              <a:ahLst/>
              <a:cxnLst/>
              <a:rect l="l" t="t" r="r" b="b"/>
              <a:pathLst>
                <a:path w="361950" h="2577465">
                  <a:moveTo>
                    <a:pt x="0" y="0"/>
                  </a:moveTo>
                  <a:lnTo>
                    <a:pt x="0" y="2577296"/>
                  </a:lnTo>
                  <a:lnTo>
                    <a:pt x="361950" y="2353177"/>
                  </a:lnTo>
                  <a:lnTo>
                    <a:pt x="361950" y="2241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8D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3023986" y="3796226"/>
              <a:ext cx="382270" cy="2597785"/>
            </a:xfrm>
            <a:custGeom>
              <a:avLst/>
              <a:gdLst/>
              <a:ahLst/>
              <a:cxnLst/>
              <a:rect l="l" t="t" r="r" b="b"/>
              <a:pathLst>
                <a:path w="382270" h="2597785">
                  <a:moveTo>
                    <a:pt x="11351" y="0"/>
                  </a:moveTo>
                  <a:lnTo>
                    <a:pt x="8953" y="0"/>
                  </a:lnTo>
                  <a:lnTo>
                    <a:pt x="7118" y="351"/>
                  </a:lnTo>
                  <a:lnTo>
                    <a:pt x="0" y="9963"/>
                  </a:lnTo>
                  <a:lnTo>
                    <a:pt x="0" y="2587259"/>
                  </a:lnTo>
                  <a:lnTo>
                    <a:pt x="9218" y="2597273"/>
                  </a:lnTo>
                  <a:lnTo>
                    <a:pt x="11137" y="2597273"/>
                  </a:lnTo>
                  <a:lnTo>
                    <a:pt x="13421" y="2596729"/>
                  </a:lnTo>
                  <a:lnTo>
                    <a:pt x="15341" y="2595805"/>
                  </a:lnTo>
                  <a:lnTo>
                    <a:pt x="29143" y="2587259"/>
                  </a:lnTo>
                  <a:lnTo>
                    <a:pt x="20107" y="2587259"/>
                  </a:lnTo>
                  <a:lnTo>
                    <a:pt x="4754" y="2578713"/>
                  </a:lnTo>
                  <a:lnTo>
                    <a:pt x="20107" y="2569206"/>
                  </a:lnTo>
                  <a:lnTo>
                    <a:pt x="20107" y="28025"/>
                  </a:lnTo>
                  <a:lnTo>
                    <a:pt x="4754" y="18519"/>
                  </a:lnTo>
                  <a:lnTo>
                    <a:pt x="20107" y="9963"/>
                  </a:lnTo>
                  <a:lnTo>
                    <a:pt x="29143" y="9963"/>
                  </a:lnTo>
                  <a:lnTo>
                    <a:pt x="15341" y="1417"/>
                  </a:lnTo>
                  <a:lnTo>
                    <a:pt x="13421" y="492"/>
                  </a:lnTo>
                  <a:lnTo>
                    <a:pt x="11351" y="0"/>
                  </a:lnTo>
                  <a:close/>
                </a:path>
                <a:path w="382270" h="2597785">
                  <a:moveTo>
                    <a:pt x="20107" y="2569206"/>
                  </a:moveTo>
                  <a:lnTo>
                    <a:pt x="4754" y="2578713"/>
                  </a:lnTo>
                  <a:lnTo>
                    <a:pt x="20107" y="2587259"/>
                  </a:lnTo>
                  <a:lnTo>
                    <a:pt x="20107" y="2569206"/>
                  </a:lnTo>
                  <a:close/>
                </a:path>
                <a:path w="382270" h="2597785">
                  <a:moveTo>
                    <a:pt x="361950" y="2357539"/>
                  </a:moveTo>
                  <a:lnTo>
                    <a:pt x="20107" y="2569206"/>
                  </a:lnTo>
                  <a:lnTo>
                    <a:pt x="20107" y="2587259"/>
                  </a:lnTo>
                  <a:lnTo>
                    <a:pt x="29143" y="2587259"/>
                  </a:lnTo>
                  <a:lnTo>
                    <a:pt x="377291" y="2371697"/>
                  </a:lnTo>
                  <a:lnTo>
                    <a:pt x="382057" y="2363141"/>
                  </a:lnTo>
                  <a:lnTo>
                    <a:pt x="361950" y="2363141"/>
                  </a:lnTo>
                  <a:lnTo>
                    <a:pt x="361950" y="2357539"/>
                  </a:lnTo>
                  <a:close/>
                </a:path>
                <a:path w="382270" h="2597785">
                  <a:moveTo>
                    <a:pt x="366704" y="2354595"/>
                  </a:moveTo>
                  <a:lnTo>
                    <a:pt x="361950" y="2357539"/>
                  </a:lnTo>
                  <a:lnTo>
                    <a:pt x="361950" y="2363141"/>
                  </a:lnTo>
                  <a:lnTo>
                    <a:pt x="366704" y="2354595"/>
                  </a:lnTo>
                  <a:close/>
                </a:path>
                <a:path w="382270" h="2597785">
                  <a:moveTo>
                    <a:pt x="382057" y="2354595"/>
                  </a:moveTo>
                  <a:lnTo>
                    <a:pt x="366704" y="2354595"/>
                  </a:lnTo>
                  <a:lnTo>
                    <a:pt x="361950" y="2363141"/>
                  </a:lnTo>
                  <a:lnTo>
                    <a:pt x="382057" y="2363141"/>
                  </a:lnTo>
                  <a:lnTo>
                    <a:pt x="382057" y="2354595"/>
                  </a:lnTo>
                  <a:close/>
                </a:path>
                <a:path w="382270" h="2597785">
                  <a:moveTo>
                    <a:pt x="361950" y="239683"/>
                  </a:moveTo>
                  <a:lnTo>
                    <a:pt x="361950" y="2357539"/>
                  </a:lnTo>
                  <a:lnTo>
                    <a:pt x="366704" y="2354595"/>
                  </a:lnTo>
                  <a:lnTo>
                    <a:pt x="382057" y="2354595"/>
                  </a:lnTo>
                  <a:lnTo>
                    <a:pt x="382057" y="242627"/>
                  </a:lnTo>
                  <a:lnTo>
                    <a:pt x="366704" y="242627"/>
                  </a:lnTo>
                  <a:lnTo>
                    <a:pt x="361950" y="239683"/>
                  </a:lnTo>
                  <a:close/>
                </a:path>
                <a:path w="382270" h="2597785">
                  <a:moveTo>
                    <a:pt x="361950" y="234081"/>
                  </a:moveTo>
                  <a:lnTo>
                    <a:pt x="361950" y="239683"/>
                  </a:lnTo>
                  <a:lnTo>
                    <a:pt x="366704" y="242627"/>
                  </a:lnTo>
                  <a:lnTo>
                    <a:pt x="361950" y="234081"/>
                  </a:lnTo>
                  <a:close/>
                </a:path>
                <a:path w="382270" h="2597785">
                  <a:moveTo>
                    <a:pt x="382057" y="234081"/>
                  </a:moveTo>
                  <a:lnTo>
                    <a:pt x="361950" y="234081"/>
                  </a:lnTo>
                  <a:lnTo>
                    <a:pt x="366704" y="242627"/>
                  </a:lnTo>
                  <a:lnTo>
                    <a:pt x="382057" y="242627"/>
                  </a:lnTo>
                  <a:lnTo>
                    <a:pt x="382057" y="234081"/>
                  </a:lnTo>
                  <a:close/>
                </a:path>
                <a:path w="382270" h="2597785">
                  <a:moveTo>
                    <a:pt x="29143" y="9963"/>
                  </a:moveTo>
                  <a:lnTo>
                    <a:pt x="20107" y="9963"/>
                  </a:lnTo>
                  <a:lnTo>
                    <a:pt x="20107" y="28025"/>
                  </a:lnTo>
                  <a:lnTo>
                    <a:pt x="361950" y="239683"/>
                  </a:lnTo>
                  <a:lnTo>
                    <a:pt x="361950" y="234081"/>
                  </a:lnTo>
                  <a:lnTo>
                    <a:pt x="382057" y="234081"/>
                  </a:lnTo>
                  <a:lnTo>
                    <a:pt x="377291" y="225535"/>
                  </a:lnTo>
                  <a:lnTo>
                    <a:pt x="29143" y="9963"/>
                  </a:lnTo>
                  <a:close/>
                </a:path>
                <a:path w="382270" h="2597785">
                  <a:moveTo>
                    <a:pt x="20107" y="9963"/>
                  </a:moveTo>
                  <a:lnTo>
                    <a:pt x="4754" y="18519"/>
                  </a:lnTo>
                  <a:lnTo>
                    <a:pt x="20107" y="28025"/>
                  </a:lnTo>
                  <a:lnTo>
                    <a:pt x="20107" y="99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60201" y="4747069"/>
              <a:ext cx="190627" cy="246125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4589018" y="5057139"/>
              <a:ext cx="317500" cy="12065"/>
            </a:xfrm>
            <a:custGeom>
              <a:avLst/>
              <a:gdLst/>
              <a:ahLst/>
              <a:cxnLst/>
              <a:rect l="l" t="t" r="r" b="b"/>
              <a:pathLst>
                <a:path w="317500" h="12064">
                  <a:moveTo>
                    <a:pt x="317309" y="0"/>
                  </a:moveTo>
                  <a:lnTo>
                    <a:pt x="0" y="0"/>
                  </a:lnTo>
                  <a:lnTo>
                    <a:pt x="0" y="12064"/>
                  </a:lnTo>
                  <a:lnTo>
                    <a:pt x="317309" y="12064"/>
                  </a:lnTo>
                  <a:lnTo>
                    <a:pt x="3173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4624266" y="5089613"/>
            <a:ext cx="235585" cy="38671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815"/>
              </a:lnSpc>
            </a:pPr>
            <a:r>
              <a:rPr dirty="0" sz="750" spc="-10">
                <a:solidFill>
                  <a:srgbClr val="FFFFFF"/>
                </a:solidFill>
                <a:latin typeface="Segoe UI Symbol"/>
                <a:cs typeface="Segoe UI Symbol"/>
              </a:rPr>
              <a:t>Prioritize</a:t>
            </a:r>
            <a:endParaRPr sz="75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</a:pPr>
            <a:r>
              <a:rPr dirty="0" sz="750">
                <a:solidFill>
                  <a:srgbClr val="FFFFFF"/>
                </a:solidFill>
                <a:latin typeface="Segoe UI Symbol"/>
                <a:cs typeface="Segoe UI Symbol"/>
              </a:rPr>
              <a:t>with</a:t>
            </a:r>
            <a:r>
              <a:rPr dirty="0" sz="750" spc="-4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750" spc="-25">
                <a:solidFill>
                  <a:srgbClr val="FFFFFF"/>
                </a:solidFill>
                <a:latin typeface="Segoe UI Symbol"/>
                <a:cs typeface="Segoe UI Symbol"/>
              </a:rPr>
              <a:t>AI</a:t>
            </a:r>
            <a:endParaRPr sz="750">
              <a:latin typeface="Segoe UI Symbol"/>
              <a:cs typeface="Segoe UI Symbo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4212590" y="4590224"/>
            <a:ext cx="240665" cy="404495"/>
            <a:chOff x="4212590" y="4590224"/>
            <a:chExt cx="240665" cy="404495"/>
          </a:xfrm>
        </p:grpSpPr>
        <p:pic>
          <p:nvPicPr>
            <p:cNvPr id="43" name="object 4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39133" y="4590224"/>
              <a:ext cx="213550" cy="276288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4212590" y="4982336"/>
              <a:ext cx="213995" cy="12065"/>
            </a:xfrm>
            <a:custGeom>
              <a:avLst/>
              <a:gdLst/>
              <a:ahLst/>
              <a:cxnLst/>
              <a:rect l="l" t="t" r="r" b="b"/>
              <a:pathLst>
                <a:path w="213995" h="12064">
                  <a:moveTo>
                    <a:pt x="213550" y="0"/>
                  </a:moveTo>
                  <a:lnTo>
                    <a:pt x="0" y="0"/>
                  </a:lnTo>
                  <a:lnTo>
                    <a:pt x="0" y="12064"/>
                  </a:lnTo>
                  <a:lnTo>
                    <a:pt x="213550" y="12064"/>
                  </a:lnTo>
                  <a:lnTo>
                    <a:pt x="213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 txBox="1"/>
          <p:nvPr/>
        </p:nvSpPr>
        <p:spPr>
          <a:xfrm>
            <a:off x="4195827" y="5029841"/>
            <a:ext cx="235585" cy="35623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815"/>
              </a:lnSpc>
            </a:pPr>
            <a:r>
              <a:rPr dirty="0" sz="750" spc="-10">
                <a:solidFill>
                  <a:srgbClr val="FFFFFF"/>
                </a:solidFill>
                <a:latin typeface="Segoe UI Symbol"/>
                <a:cs typeface="Segoe UI Symbol"/>
              </a:rPr>
              <a:t>Validate</a:t>
            </a:r>
            <a:endParaRPr sz="75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</a:pPr>
            <a:r>
              <a:rPr dirty="0" sz="750" spc="-10">
                <a:solidFill>
                  <a:srgbClr val="FFFFFF"/>
                </a:solidFill>
                <a:latin typeface="Segoe UI Symbol"/>
                <a:cs typeface="Segoe UI Symbol"/>
              </a:rPr>
              <a:t>safely</a:t>
            </a:r>
            <a:endParaRPr sz="750">
              <a:latin typeface="Segoe UI Symbol"/>
              <a:cs typeface="Segoe UI Symbo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3803586" y="4370641"/>
            <a:ext cx="380365" cy="586740"/>
            <a:chOff x="3803586" y="4370641"/>
            <a:chExt cx="380365" cy="586740"/>
          </a:xfrm>
        </p:grpSpPr>
        <p:pic>
          <p:nvPicPr>
            <p:cNvPr id="47" name="object 4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03586" y="4370641"/>
              <a:ext cx="380047" cy="493458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3839781" y="4944935"/>
              <a:ext cx="210185" cy="12065"/>
            </a:xfrm>
            <a:custGeom>
              <a:avLst/>
              <a:gdLst/>
              <a:ahLst/>
              <a:cxnLst/>
              <a:rect l="l" t="t" r="r" b="b"/>
              <a:pathLst>
                <a:path w="210185" h="12064">
                  <a:moveTo>
                    <a:pt x="209930" y="0"/>
                  </a:moveTo>
                  <a:lnTo>
                    <a:pt x="0" y="0"/>
                  </a:lnTo>
                  <a:lnTo>
                    <a:pt x="0" y="12064"/>
                  </a:lnTo>
                  <a:lnTo>
                    <a:pt x="209930" y="12064"/>
                  </a:lnTo>
                  <a:lnTo>
                    <a:pt x="2099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 txBox="1"/>
          <p:nvPr/>
        </p:nvSpPr>
        <p:spPr>
          <a:xfrm>
            <a:off x="3820958" y="4985020"/>
            <a:ext cx="235585" cy="54610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815"/>
              </a:lnSpc>
            </a:pPr>
            <a:r>
              <a:rPr dirty="0" sz="750" spc="-10">
                <a:solidFill>
                  <a:srgbClr val="FFFFFF"/>
                </a:solidFill>
                <a:latin typeface="Segoe UI Symbol"/>
                <a:cs typeface="Segoe UI Symbol"/>
              </a:rPr>
              <a:t>Test</a:t>
            </a:r>
            <a:r>
              <a:rPr dirty="0" sz="750" spc="-3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750" spc="-20">
                <a:solidFill>
                  <a:srgbClr val="FFFFFF"/>
                </a:solidFill>
                <a:latin typeface="Segoe UI Symbol"/>
                <a:cs typeface="Segoe UI Symbol"/>
              </a:rPr>
              <a:t>web,</a:t>
            </a:r>
            <a:endParaRPr sz="75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</a:pPr>
            <a:r>
              <a:rPr dirty="0" sz="750" spc="-25">
                <a:solidFill>
                  <a:srgbClr val="FFFFFF"/>
                </a:solidFill>
                <a:latin typeface="Segoe UI Symbol"/>
                <a:cs typeface="Segoe UI Symbol"/>
              </a:rPr>
              <a:t>API</a:t>
            </a:r>
            <a:r>
              <a:rPr dirty="0" sz="750" spc="-3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750" spc="-80">
                <a:solidFill>
                  <a:srgbClr val="FFFFFF"/>
                </a:solidFill>
                <a:latin typeface="Segoe UI Symbol"/>
                <a:cs typeface="Segoe UI Symbol"/>
              </a:rPr>
              <a:t>&amp;</a:t>
            </a:r>
            <a:r>
              <a:rPr dirty="0" sz="750" spc="-3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750" spc="-10">
                <a:solidFill>
                  <a:srgbClr val="FFFFFF"/>
                </a:solidFill>
                <a:latin typeface="Segoe UI Symbol"/>
                <a:cs typeface="Segoe UI Symbol"/>
              </a:rPr>
              <a:t>mobile</a:t>
            </a:r>
            <a:endParaRPr sz="750">
              <a:latin typeface="Segoe UI Symbol"/>
              <a:cs typeface="Segoe UI Symbol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3477831" y="4429759"/>
            <a:ext cx="243840" cy="445770"/>
            <a:chOff x="3477831" y="4429759"/>
            <a:chExt cx="243840" cy="445770"/>
          </a:xfrm>
        </p:grpSpPr>
        <p:pic>
          <p:nvPicPr>
            <p:cNvPr id="51" name="object 5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97135" y="4429759"/>
              <a:ext cx="224409" cy="290766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3477831" y="4862893"/>
              <a:ext cx="199390" cy="12065"/>
            </a:xfrm>
            <a:custGeom>
              <a:avLst/>
              <a:gdLst/>
              <a:ahLst/>
              <a:cxnLst/>
              <a:rect l="l" t="t" r="r" b="b"/>
              <a:pathLst>
                <a:path w="199389" h="12064">
                  <a:moveTo>
                    <a:pt x="199072" y="0"/>
                  </a:moveTo>
                  <a:lnTo>
                    <a:pt x="0" y="0"/>
                  </a:lnTo>
                  <a:lnTo>
                    <a:pt x="0" y="12065"/>
                  </a:lnTo>
                  <a:lnTo>
                    <a:pt x="199072" y="12065"/>
                  </a:lnTo>
                  <a:lnTo>
                    <a:pt x="1990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/>
          <p:cNvSpPr txBox="1"/>
          <p:nvPr/>
        </p:nvSpPr>
        <p:spPr>
          <a:xfrm>
            <a:off x="3465784" y="4902847"/>
            <a:ext cx="224790" cy="70167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775"/>
              </a:lnSpc>
            </a:pPr>
            <a:r>
              <a:rPr dirty="0" sz="700" spc="-30">
                <a:solidFill>
                  <a:srgbClr val="FFFFFF"/>
                </a:solidFill>
                <a:latin typeface="Segoe UI Symbol"/>
                <a:cs typeface="Segoe UI Symbol"/>
              </a:rPr>
              <a:t>Scan</a:t>
            </a:r>
            <a:r>
              <a:rPr dirty="0" sz="700" spc="-1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700" spc="-10">
                <a:solidFill>
                  <a:srgbClr val="FFFFFF"/>
                </a:solidFill>
                <a:latin typeface="Segoe UI Symbol"/>
                <a:cs typeface="Segoe UI Symbol"/>
              </a:rPr>
              <a:t>code,</a:t>
            </a:r>
            <a:endParaRPr sz="7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700" spc="-10">
                <a:solidFill>
                  <a:srgbClr val="FFFFFF"/>
                </a:solidFill>
                <a:latin typeface="Segoe UI Symbol"/>
                <a:cs typeface="Segoe UI Symbol"/>
              </a:rPr>
              <a:t>libraries </a:t>
            </a:r>
            <a:r>
              <a:rPr dirty="0" sz="700" spc="-70">
                <a:solidFill>
                  <a:srgbClr val="FFFFFF"/>
                </a:solidFill>
                <a:latin typeface="Segoe UI Symbol"/>
                <a:cs typeface="Segoe UI Symbol"/>
              </a:rPr>
              <a:t>&amp;</a:t>
            </a:r>
            <a:r>
              <a:rPr dirty="0" sz="700" spc="-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700" spc="-10">
                <a:solidFill>
                  <a:srgbClr val="FFFFFF"/>
                </a:solidFill>
                <a:latin typeface="Segoe UI Symbol"/>
                <a:cs typeface="Segoe UI Symbol"/>
              </a:rPr>
              <a:t>secrets</a:t>
            </a:r>
            <a:endParaRPr sz="700">
              <a:latin typeface="Segoe UI Symbol"/>
              <a:cs typeface="Segoe UI Symbol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3115881" y="4362196"/>
            <a:ext cx="235585" cy="408305"/>
            <a:chOff x="3115881" y="4362196"/>
            <a:chExt cx="235585" cy="408305"/>
          </a:xfrm>
        </p:grpSpPr>
        <p:pic>
          <p:nvPicPr>
            <p:cNvPr id="55" name="object 5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126740" y="4362196"/>
              <a:ext cx="224409" cy="290766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3115881" y="4759134"/>
              <a:ext cx="199390" cy="11430"/>
            </a:xfrm>
            <a:custGeom>
              <a:avLst/>
              <a:gdLst/>
              <a:ahLst/>
              <a:cxnLst/>
              <a:rect l="l" t="t" r="r" b="b"/>
              <a:pathLst>
                <a:path w="199389" h="11429">
                  <a:moveTo>
                    <a:pt x="199072" y="0"/>
                  </a:moveTo>
                  <a:lnTo>
                    <a:pt x="0" y="0"/>
                  </a:lnTo>
                  <a:lnTo>
                    <a:pt x="0" y="10858"/>
                  </a:lnTo>
                  <a:lnTo>
                    <a:pt x="199072" y="10858"/>
                  </a:lnTo>
                  <a:lnTo>
                    <a:pt x="1990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/>
          <p:cNvSpPr txBox="1"/>
          <p:nvPr/>
        </p:nvSpPr>
        <p:spPr>
          <a:xfrm>
            <a:off x="3103834" y="4798264"/>
            <a:ext cx="224790" cy="63944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775"/>
              </a:lnSpc>
            </a:pPr>
            <a:r>
              <a:rPr dirty="0" sz="700" spc="-25">
                <a:solidFill>
                  <a:srgbClr val="FFFFFF"/>
                </a:solidFill>
                <a:latin typeface="Segoe UI Symbol"/>
                <a:cs typeface="Segoe UI Symbol"/>
              </a:rPr>
              <a:t>Discover</a:t>
            </a:r>
            <a:r>
              <a:rPr dirty="0" sz="700" spc="3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700" spc="-10">
                <a:solidFill>
                  <a:srgbClr val="FFFFFF"/>
                </a:solidFill>
                <a:latin typeface="Segoe UI Symbol"/>
                <a:cs typeface="Segoe UI Symbol"/>
              </a:rPr>
              <a:t>assets</a:t>
            </a:r>
            <a:endParaRPr sz="7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700" spc="-70">
                <a:solidFill>
                  <a:srgbClr val="FFFFFF"/>
                </a:solidFill>
                <a:latin typeface="Segoe UI Symbol"/>
                <a:cs typeface="Segoe UI Symbol"/>
              </a:rPr>
              <a:t>&amp;</a:t>
            </a:r>
            <a:r>
              <a:rPr dirty="0" sz="700" spc="-1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700" spc="-25">
                <a:solidFill>
                  <a:srgbClr val="FFFFFF"/>
                </a:solidFill>
                <a:latin typeface="Segoe UI Symbol"/>
                <a:cs typeface="Segoe UI Symbol"/>
              </a:rPr>
              <a:t>model </a:t>
            </a:r>
            <a:r>
              <a:rPr dirty="0" sz="700" spc="-10">
                <a:solidFill>
                  <a:srgbClr val="FFFFFF"/>
                </a:solidFill>
                <a:latin typeface="Segoe UI Symbol"/>
                <a:cs typeface="Segoe UI Symbol"/>
              </a:rPr>
              <a:t>threats</a:t>
            </a:r>
            <a:endParaRPr sz="700">
              <a:latin typeface="Segoe UI Symbol"/>
              <a:cs typeface="Segoe UI Symbol"/>
            </a:endParaRPr>
          </a:p>
        </p:txBody>
      </p:sp>
      <p:pic>
        <p:nvPicPr>
          <p:cNvPr id="58" name="object 5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050730" y="3637088"/>
            <a:ext cx="1999170" cy="1093088"/>
          </a:xfrm>
          <a:prstGeom prst="rect">
            <a:avLst/>
          </a:prstGeom>
        </p:spPr>
      </p:pic>
      <p:sp>
        <p:nvSpPr>
          <p:cNvPr id="59" name="object 59"/>
          <p:cNvSpPr txBox="1"/>
          <p:nvPr/>
        </p:nvSpPr>
        <p:spPr>
          <a:xfrm rot="1620000">
            <a:off x="3172336" y="3979403"/>
            <a:ext cx="1797715" cy="1079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05"/>
              </a:lnSpc>
            </a:pPr>
            <a:r>
              <a:rPr dirty="0" sz="850" spc="-45">
                <a:solidFill>
                  <a:srgbClr val="0E7490"/>
                </a:solidFill>
                <a:latin typeface="Segoe UI Symbol"/>
                <a:cs typeface="Segoe UI Symbol"/>
              </a:rPr>
              <a:t>BUILD</a:t>
            </a:r>
            <a:r>
              <a:rPr dirty="0" sz="850" spc="-20">
                <a:solidFill>
                  <a:srgbClr val="0E7490"/>
                </a:solidFill>
                <a:latin typeface="Segoe UI Symbol"/>
                <a:cs typeface="Segoe UI Symbol"/>
              </a:rPr>
              <a:t> </a:t>
            </a:r>
            <a:r>
              <a:rPr dirty="0" sz="850" spc="-50">
                <a:solidFill>
                  <a:srgbClr val="0E7490"/>
                </a:solidFill>
                <a:latin typeface="Segoe UI Symbol"/>
                <a:cs typeface="Segoe UI Symbol"/>
              </a:rPr>
              <a:t>SECURITY</a:t>
            </a:r>
            <a:r>
              <a:rPr dirty="0" sz="850" spc="-20">
                <a:solidFill>
                  <a:srgbClr val="0E7490"/>
                </a:solidFill>
                <a:latin typeface="Segoe UI Symbol"/>
                <a:cs typeface="Segoe UI Symbol"/>
              </a:rPr>
              <a:t> </a:t>
            </a:r>
            <a:r>
              <a:rPr dirty="0" sz="850" spc="-50">
                <a:solidFill>
                  <a:srgbClr val="0E7490"/>
                </a:solidFill>
                <a:latin typeface="Segoe UI Symbol"/>
                <a:cs typeface="Segoe UI Symbol"/>
              </a:rPr>
              <a:t>FROM</a:t>
            </a:r>
            <a:r>
              <a:rPr dirty="0" sz="850" spc="-20">
                <a:solidFill>
                  <a:srgbClr val="0E7490"/>
                </a:solidFill>
                <a:latin typeface="Segoe UI Symbol"/>
                <a:cs typeface="Segoe UI Symbol"/>
              </a:rPr>
              <a:t> </a:t>
            </a:r>
            <a:r>
              <a:rPr dirty="0" sz="850" spc="-50">
                <a:solidFill>
                  <a:srgbClr val="0E7490"/>
                </a:solidFill>
                <a:latin typeface="Segoe UI Symbol"/>
                <a:cs typeface="Segoe UI Symbol"/>
              </a:rPr>
              <a:t>THE</a:t>
            </a:r>
            <a:r>
              <a:rPr dirty="0" sz="850" spc="-20">
                <a:solidFill>
                  <a:srgbClr val="0E7490"/>
                </a:solidFill>
                <a:latin typeface="Segoe UI Symbol"/>
                <a:cs typeface="Segoe UI Symbol"/>
              </a:rPr>
              <a:t> </a:t>
            </a:r>
            <a:r>
              <a:rPr dirty="0" sz="850" spc="-70">
                <a:solidFill>
                  <a:srgbClr val="0E7490"/>
                </a:solidFill>
                <a:latin typeface="Segoe UI Symbol"/>
                <a:cs typeface="Segoe UI Symbol"/>
              </a:rPr>
              <a:t>GROUND</a:t>
            </a:r>
            <a:r>
              <a:rPr dirty="0" sz="850" spc="-20">
                <a:solidFill>
                  <a:srgbClr val="0E7490"/>
                </a:solidFill>
                <a:latin typeface="Segoe UI Symbol"/>
                <a:cs typeface="Segoe UI Symbol"/>
              </a:rPr>
              <a:t> </a:t>
            </a:r>
            <a:r>
              <a:rPr dirty="0" sz="850" spc="-25">
                <a:solidFill>
                  <a:srgbClr val="0E7490"/>
                </a:solidFill>
                <a:latin typeface="Segoe UI Symbol"/>
                <a:cs typeface="Segoe UI Symbol"/>
              </a:rPr>
              <a:t>UP</a:t>
            </a:r>
            <a:endParaRPr sz="850">
              <a:latin typeface="Segoe UI Symbol"/>
              <a:cs typeface="Segoe UI Symbol"/>
            </a:endParaRPr>
          </a:p>
        </p:txBody>
      </p:sp>
      <p:pic>
        <p:nvPicPr>
          <p:cNvPr id="60" name="object 6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583981" y="5586040"/>
            <a:ext cx="231668" cy="1024889"/>
          </a:xfrm>
          <a:prstGeom prst="rect">
            <a:avLst/>
          </a:prstGeom>
        </p:spPr>
      </p:pic>
      <p:sp>
        <p:nvSpPr>
          <p:cNvPr id="61" name="object 61"/>
          <p:cNvSpPr txBox="1"/>
          <p:nvPr/>
        </p:nvSpPr>
        <p:spPr>
          <a:xfrm>
            <a:off x="4621898" y="5661564"/>
            <a:ext cx="136525" cy="87249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925"/>
              </a:lnSpc>
            </a:pPr>
            <a:r>
              <a:rPr dirty="0" sz="850" spc="-20">
                <a:solidFill>
                  <a:srgbClr val="1F2937"/>
                </a:solidFill>
                <a:latin typeface="Segoe UI Symbol"/>
                <a:cs typeface="Segoe UI Symbol"/>
              </a:rPr>
              <a:t>Smarter</a:t>
            </a:r>
            <a:r>
              <a:rPr dirty="0" sz="850" spc="10">
                <a:solidFill>
                  <a:srgbClr val="1F2937"/>
                </a:solidFill>
                <a:latin typeface="Segoe UI Symbol"/>
                <a:cs typeface="Segoe UI Symbol"/>
              </a:rPr>
              <a:t> </a:t>
            </a:r>
            <a:r>
              <a:rPr dirty="0" sz="850" spc="-10">
                <a:solidFill>
                  <a:srgbClr val="1F2937"/>
                </a:solidFill>
                <a:latin typeface="Segoe UI Symbol"/>
                <a:cs typeface="Segoe UI Symbol"/>
              </a:rPr>
              <a:t>decisions.</a:t>
            </a:r>
            <a:endParaRPr sz="850">
              <a:latin typeface="Segoe UI Symbol"/>
              <a:cs typeface="Segoe UI Symbol"/>
            </a:endParaRPr>
          </a:p>
        </p:txBody>
      </p:sp>
      <p:pic>
        <p:nvPicPr>
          <p:cNvPr id="62" name="object 6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222031" y="5785295"/>
            <a:ext cx="231668" cy="770889"/>
          </a:xfrm>
          <a:prstGeom prst="rect">
            <a:avLst/>
          </a:prstGeom>
        </p:spPr>
      </p:pic>
      <p:sp>
        <p:nvSpPr>
          <p:cNvPr id="63" name="object 63"/>
          <p:cNvSpPr txBox="1"/>
          <p:nvPr/>
        </p:nvSpPr>
        <p:spPr>
          <a:xfrm>
            <a:off x="4259948" y="5856796"/>
            <a:ext cx="136525" cy="62674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925"/>
              </a:lnSpc>
            </a:pPr>
            <a:r>
              <a:rPr dirty="0" sz="850" spc="-10">
                <a:solidFill>
                  <a:srgbClr val="1F2937"/>
                </a:solidFill>
                <a:latin typeface="Segoe UI Symbol"/>
                <a:cs typeface="Segoe UI Symbol"/>
              </a:rPr>
              <a:t>Minimal risk.</a:t>
            </a:r>
            <a:endParaRPr sz="850">
              <a:latin typeface="Segoe UI Symbol"/>
              <a:cs typeface="Segoe UI Symbol"/>
            </a:endParaRPr>
          </a:p>
        </p:txBody>
      </p:sp>
      <p:pic>
        <p:nvPicPr>
          <p:cNvPr id="64" name="object 6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823011" y="5912869"/>
            <a:ext cx="287206" cy="875004"/>
          </a:xfrm>
          <a:prstGeom prst="rect">
            <a:avLst/>
          </a:prstGeom>
        </p:spPr>
      </p:pic>
      <p:sp>
        <p:nvSpPr>
          <p:cNvPr id="65" name="object 65"/>
          <p:cNvSpPr txBox="1"/>
          <p:nvPr/>
        </p:nvSpPr>
        <p:spPr>
          <a:xfrm>
            <a:off x="3822642" y="6123443"/>
            <a:ext cx="268605" cy="48196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33020">
              <a:lnSpc>
                <a:spcPts val="885"/>
              </a:lnSpc>
            </a:pPr>
            <a:r>
              <a:rPr dirty="0" sz="800" spc="-20">
                <a:solidFill>
                  <a:srgbClr val="1F2937"/>
                </a:solidFill>
                <a:latin typeface="Segoe UI Symbol"/>
                <a:cs typeface="Segoe UI Symbol"/>
              </a:rPr>
              <a:t>Across</a:t>
            </a:r>
            <a:r>
              <a:rPr dirty="0" sz="800" spc="5">
                <a:solidFill>
                  <a:srgbClr val="1F2937"/>
                </a:solidFill>
                <a:latin typeface="Segoe UI Symbol"/>
                <a:cs typeface="Segoe UI Symbol"/>
              </a:rPr>
              <a:t> </a:t>
            </a:r>
            <a:r>
              <a:rPr dirty="0" sz="800" spc="-25">
                <a:solidFill>
                  <a:srgbClr val="1F2937"/>
                </a:solidFill>
                <a:latin typeface="Segoe UI Symbol"/>
                <a:cs typeface="Segoe UI Symbol"/>
              </a:rPr>
              <a:t>all</a:t>
            </a:r>
            <a:endParaRPr sz="8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00" spc="-10">
                <a:solidFill>
                  <a:srgbClr val="1F2937"/>
                </a:solidFill>
                <a:latin typeface="Segoe UI Symbol"/>
                <a:cs typeface="Segoe UI Symbol"/>
              </a:rPr>
              <a:t>platforms.</a:t>
            </a:r>
            <a:endParaRPr sz="800">
              <a:latin typeface="Segoe UI Symbol"/>
              <a:cs typeface="Segoe UI Symbol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3099111" y="6057360"/>
            <a:ext cx="653415" cy="763270"/>
            <a:chOff x="3099111" y="6057360"/>
            <a:chExt cx="653415" cy="763270"/>
          </a:xfrm>
        </p:grpSpPr>
        <p:pic>
          <p:nvPicPr>
            <p:cNvPr id="67" name="object 6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446291" y="6057360"/>
              <a:ext cx="305667" cy="763270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099111" y="6280880"/>
              <a:ext cx="305666" cy="539750"/>
            </a:xfrm>
            <a:prstGeom prst="rect">
              <a:avLst/>
            </a:prstGeom>
          </p:spPr>
        </p:pic>
      </p:grpSp>
      <p:sp>
        <p:nvSpPr>
          <p:cNvPr id="69" name="object 69"/>
          <p:cNvSpPr txBox="1"/>
          <p:nvPr/>
        </p:nvSpPr>
        <p:spPr>
          <a:xfrm>
            <a:off x="3090126" y="6149272"/>
            <a:ext cx="633730" cy="59499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algn="ctr" marR="8255">
              <a:lnSpc>
                <a:spcPts val="885"/>
              </a:lnSpc>
            </a:pPr>
            <a:r>
              <a:rPr dirty="0" sz="800" spc="-20">
                <a:solidFill>
                  <a:srgbClr val="1F2937"/>
                </a:solidFill>
                <a:latin typeface="Segoe UI Symbol"/>
                <a:cs typeface="Segoe UI Symbol"/>
              </a:rPr>
              <a:t>Find</a:t>
            </a:r>
            <a:endParaRPr sz="800">
              <a:latin typeface="Segoe UI Symbol"/>
              <a:cs typeface="Segoe UI Symbol"/>
            </a:endParaRPr>
          </a:p>
          <a:p>
            <a:pPr algn="ctr" marR="8255">
              <a:lnSpc>
                <a:spcPct val="100000"/>
              </a:lnSpc>
              <a:spcBef>
                <a:spcPts val="114"/>
              </a:spcBef>
            </a:pPr>
            <a:r>
              <a:rPr dirty="0" sz="800" spc="-10">
                <a:solidFill>
                  <a:srgbClr val="1F2937"/>
                </a:solidFill>
                <a:latin typeface="Segoe UI Symbol"/>
                <a:cs typeface="Segoe UI Symbol"/>
              </a:rPr>
              <a:t>weaknesses.</a:t>
            </a:r>
            <a:endParaRPr sz="800">
              <a:latin typeface="Segoe UI Symbol"/>
              <a:cs typeface="Segoe UI Symbol"/>
            </a:endParaRPr>
          </a:p>
          <a:p>
            <a:pPr algn="ctr" marL="219710" marR="5080">
              <a:lnSpc>
                <a:spcPct val="111100"/>
              </a:lnSpc>
              <a:spcBef>
                <a:spcPts val="484"/>
              </a:spcBef>
            </a:pPr>
            <a:r>
              <a:rPr dirty="0" sz="600">
                <a:solidFill>
                  <a:srgbClr val="1F2937"/>
                </a:solidFill>
                <a:latin typeface="Segoe UI Symbol"/>
                <a:cs typeface="Segoe UI Symbol"/>
              </a:rPr>
              <a:t>Know</a:t>
            </a:r>
            <a:r>
              <a:rPr dirty="0" sz="600" spc="-25">
                <a:solidFill>
                  <a:srgbClr val="1F2937"/>
                </a:solidFill>
                <a:latin typeface="Segoe UI Symbol"/>
                <a:cs typeface="Segoe UI Symbol"/>
              </a:rPr>
              <a:t> </a:t>
            </a:r>
            <a:r>
              <a:rPr dirty="0" sz="600" spc="-20">
                <a:solidFill>
                  <a:srgbClr val="1F2937"/>
                </a:solidFill>
                <a:latin typeface="Segoe UI Symbol"/>
                <a:cs typeface="Segoe UI Symbol"/>
              </a:rPr>
              <a:t>your</a:t>
            </a:r>
            <a:r>
              <a:rPr dirty="0" sz="600" spc="500">
                <a:solidFill>
                  <a:srgbClr val="1F2937"/>
                </a:solidFill>
                <a:latin typeface="Segoe UI Symbol"/>
                <a:cs typeface="Segoe UI Symbol"/>
              </a:rPr>
              <a:t> </a:t>
            </a:r>
            <a:r>
              <a:rPr dirty="0" sz="600" spc="-10">
                <a:solidFill>
                  <a:srgbClr val="1F2937"/>
                </a:solidFill>
                <a:latin typeface="Segoe UI Symbol"/>
                <a:cs typeface="Segoe UI Symbol"/>
              </a:rPr>
              <a:t>attack</a:t>
            </a:r>
            <a:r>
              <a:rPr dirty="0" sz="600" spc="500">
                <a:solidFill>
                  <a:srgbClr val="1F2937"/>
                </a:solidFill>
                <a:latin typeface="Segoe UI Symbol"/>
                <a:cs typeface="Segoe UI Symbol"/>
              </a:rPr>
              <a:t> </a:t>
            </a:r>
            <a:r>
              <a:rPr dirty="0" sz="600" spc="-10">
                <a:solidFill>
                  <a:srgbClr val="1F2937"/>
                </a:solidFill>
                <a:latin typeface="Segoe UI Symbol"/>
                <a:cs typeface="Segoe UI Symbol"/>
              </a:rPr>
              <a:t>surface</a:t>
            </a:r>
            <a:r>
              <a:rPr dirty="0" sz="500" spc="-10">
                <a:solidFill>
                  <a:srgbClr val="1F2937"/>
                </a:solidFill>
                <a:latin typeface="Segoe UI Symbol"/>
                <a:cs typeface="Segoe UI Symbol"/>
              </a:rPr>
              <a:t>.</a:t>
            </a:r>
            <a:endParaRPr sz="500">
              <a:latin typeface="Segoe UI Symbol"/>
              <a:cs typeface="Segoe UI Symbol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2754373" y="3781061"/>
            <a:ext cx="253365" cy="2679700"/>
            <a:chOff x="2754373" y="3781061"/>
            <a:chExt cx="253365" cy="2679700"/>
          </a:xfrm>
        </p:grpSpPr>
        <p:sp>
          <p:nvSpPr>
            <p:cNvPr id="71" name="object 71"/>
            <p:cNvSpPr/>
            <p:nvPr/>
          </p:nvSpPr>
          <p:spPr>
            <a:xfrm>
              <a:off x="2764790" y="3786695"/>
              <a:ext cx="233045" cy="2664460"/>
            </a:xfrm>
            <a:custGeom>
              <a:avLst/>
              <a:gdLst/>
              <a:ahLst/>
              <a:cxnLst/>
              <a:rect l="l" t="t" r="r" b="b"/>
              <a:pathLst>
                <a:path w="233044" h="2664460">
                  <a:moveTo>
                    <a:pt x="115824" y="0"/>
                  </a:moveTo>
                  <a:lnTo>
                    <a:pt x="70663" y="8835"/>
                  </a:lnTo>
                  <a:lnTo>
                    <a:pt x="33763" y="33627"/>
                  </a:lnTo>
                  <a:lnTo>
                    <a:pt x="8937" y="70561"/>
                  </a:lnTo>
                  <a:lnTo>
                    <a:pt x="0" y="115824"/>
                  </a:lnTo>
                  <a:lnTo>
                    <a:pt x="0" y="2546921"/>
                  </a:lnTo>
                  <a:lnTo>
                    <a:pt x="8942" y="2592610"/>
                  </a:lnTo>
                  <a:lnTo>
                    <a:pt x="33804" y="2629820"/>
                  </a:lnTo>
                  <a:lnTo>
                    <a:pt x="70803" y="2654855"/>
                  </a:lnTo>
                  <a:lnTo>
                    <a:pt x="116155" y="2664021"/>
                  </a:lnTo>
                  <a:lnTo>
                    <a:pt x="161516" y="2654855"/>
                  </a:lnTo>
                  <a:lnTo>
                    <a:pt x="198574" y="2629820"/>
                  </a:lnTo>
                  <a:lnTo>
                    <a:pt x="223598" y="2592610"/>
                  </a:lnTo>
                  <a:lnTo>
                    <a:pt x="232854" y="2546921"/>
                  </a:lnTo>
                  <a:lnTo>
                    <a:pt x="232854" y="115824"/>
                  </a:lnTo>
                  <a:lnTo>
                    <a:pt x="223593" y="70561"/>
                  </a:lnTo>
                  <a:lnTo>
                    <a:pt x="198533" y="33627"/>
                  </a:lnTo>
                  <a:lnTo>
                    <a:pt x="161376" y="8835"/>
                  </a:lnTo>
                  <a:lnTo>
                    <a:pt x="115824" y="0"/>
                  </a:lnTo>
                  <a:close/>
                </a:path>
              </a:pathLst>
            </a:custGeom>
            <a:solidFill>
              <a:srgbClr val="F5FA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2754373" y="3781061"/>
              <a:ext cx="253365" cy="2679700"/>
            </a:xfrm>
            <a:custGeom>
              <a:avLst/>
              <a:gdLst/>
              <a:ahLst/>
              <a:cxnLst/>
              <a:rect l="l" t="t" r="r" b="b"/>
              <a:pathLst>
                <a:path w="253364" h="2679700">
                  <a:moveTo>
                    <a:pt x="186706" y="2667000"/>
                  </a:moveTo>
                  <a:lnTo>
                    <a:pt x="66015" y="2667000"/>
                  </a:lnTo>
                  <a:lnTo>
                    <a:pt x="71475" y="2679700"/>
                  </a:lnTo>
                  <a:lnTo>
                    <a:pt x="181236" y="2679700"/>
                  </a:lnTo>
                  <a:lnTo>
                    <a:pt x="186706" y="2667000"/>
                  </a:lnTo>
                  <a:close/>
                </a:path>
                <a:path w="253364" h="2679700">
                  <a:moveTo>
                    <a:pt x="89734" y="2654300"/>
                  </a:moveTo>
                  <a:lnTo>
                    <a:pt x="45867" y="2654300"/>
                  </a:lnTo>
                  <a:lnTo>
                    <a:pt x="51024" y="2667000"/>
                  </a:lnTo>
                  <a:lnTo>
                    <a:pt x="95143" y="2667000"/>
                  </a:lnTo>
                  <a:lnTo>
                    <a:pt x="89734" y="2654300"/>
                  </a:lnTo>
                  <a:close/>
                </a:path>
                <a:path w="253364" h="2679700">
                  <a:moveTo>
                    <a:pt x="206914" y="2654300"/>
                  </a:moveTo>
                  <a:lnTo>
                    <a:pt x="163421" y="2654300"/>
                  </a:lnTo>
                  <a:lnTo>
                    <a:pt x="158001" y="2667000"/>
                  </a:lnTo>
                  <a:lnTo>
                    <a:pt x="202119" y="2667000"/>
                  </a:lnTo>
                  <a:lnTo>
                    <a:pt x="206914" y="2654300"/>
                  </a:lnTo>
                  <a:close/>
                </a:path>
                <a:path w="253364" h="2679700">
                  <a:moveTo>
                    <a:pt x="66850" y="2641600"/>
                  </a:moveTo>
                  <a:lnTo>
                    <a:pt x="32716" y="2641600"/>
                  </a:lnTo>
                  <a:lnTo>
                    <a:pt x="36899" y="2654300"/>
                  </a:lnTo>
                  <a:lnTo>
                    <a:pt x="71575" y="2654300"/>
                  </a:lnTo>
                  <a:lnTo>
                    <a:pt x="66850" y="2641600"/>
                  </a:lnTo>
                  <a:close/>
                </a:path>
                <a:path w="253364" h="2679700">
                  <a:moveTo>
                    <a:pt x="220106" y="2641600"/>
                  </a:moveTo>
                  <a:lnTo>
                    <a:pt x="186303" y="2641600"/>
                  </a:lnTo>
                  <a:lnTo>
                    <a:pt x="181578" y="2654300"/>
                  </a:lnTo>
                  <a:lnTo>
                    <a:pt x="215913" y="2654300"/>
                  </a:lnTo>
                  <a:lnTo>
                    <a:pt x="220106" y="2641600"/>
                  </a:lnTo>
                  <a:close/>
                </a:path>
                <a:path w="253364" h="2679700">
                  <a:moveTo>
                    <a:pt x="51116" y="2628900"/>
                  </a:moveTo>
                  <a:lnTo>
                    <a:pt x="25005" y="2628900"/>
                  </a:lnTo>
                  <a:lnTo>
                    <a:pt x="29056" y="2641600"/>
                  </a:lnTo>
                  <a:lnTo>
                    <a:pt x="55167" y="2641600"/>
                  </a:lnTo>
                  <a:lnTo>
                    <a:pt x="51116" y="2628900"/>
                  </a:lnTo>
                  <a:close/>
                </a:path>
                <a:path w="253364" h="2679700">
                  <a:moveTo>
                    <a:pt x="228149" y="2628900"/>
                  </a:moveTo>
                  <a:lnTo>
                    <a:pt x="202039" y="2628900"/>
                  </a:lnTo>
                  <a:lnTo>
                    <a:pt x="197986" y="2641600"/>
                  </a:lnTo>
                  <a:lnTo>
                    <a:pt x="224097" y="2641600"/>
                  </a:lnTo>
                  <a:lnTo>
                    <a:pt x="228149" y="2628900"/>
                  </a:lnTo>
                  <a:close/>
                </a:path>
                <a:path w="253364" h="2679700">
                  <a:moveTo>
                    <a:pt x="38145" y="2616200"/>
                  </a:moveTo>
                  <a:lnTo>
                    <a:pt x="15393" y="2616200"/>
                  </a:lnTo>
                  <a:lnTo>
                    <a:pt x="18197" y="2628900"/>
                  </a:lnTo>
                  <a:lnTo>
                    <a:pt x="41393" y="2628900"/>
                  </a:lnTo>
                  <a:lnTo>
                    <a:pt x="38145" y="2616200"/>
                  </a:lnTo>
                  <a:close/>
                </a:path>
                <a:path w="253364" h="2679700">
                  <a:moveTo>
                    <a:pt x="237992" y="2616200"/>
                  </a:moveTo>
                  <a:lnTo>
                    <a:pt x="215008" y="2616200"/>
                  </a:lnTo>
                  <a:lnTo>
                    <a:pt x="211761" y="2628900"/>
                  </a:lnTo>
                  <a:lnTo>
                    <a:pt x="234694" y="2628900"/>
                  </a:lnTo>
                  <a:lnTo>
                    <a:pt x="237992" y="2616200"/>
                  </a:lnTo>
                  <a:close/>
                </a:path>
                <a:path w="253364" h="2679700">
                  <a:moveTo>
                    <a:pt x="30485" y="2603500"/>
                  </a:moveTo>
                  <a:lnTo>
                    <a:pt x="9853" y="2603500"/>
                  </a:lnTo>
                  <a:lnTo>
                    <a:pt x="12588" y="2616200"/>
                  </a:lnTo>
                  <a:lnTo>
                    <a:pt x="33058" y="2616200"/>
                  </a:lnTo>
                  <a:lnTo>
                    <a:pt x="30485" y="2603500"/>
                  </a:lnTo>
                  <a:close/>
                </a:path>
                <a:path w="253364" h="2679700">
                  <a:moveTo>
                    <a:pt x="243109" y="2603500"/>
                  </a:moveTo>
                  <a:lnTo>
                    <a:pt x="222660" y="2603500"/>
                  </a:lnTo>
                  <a:lnTo>
                    <a:pt x="220085" y="2616200"/>
                  </a:lnTo>
                  <a:lnTo>
                    <a:pt x="240565" y="2616200"/>
                  </a:lnTo>
                  <a:lnTo>
                    <a:pt x="243109" y="2603500"/>
                  </a:lnTo>
                  <a:close/>
                </a:path>
                <a:path w="253364" h="2679700">
                  <a:moveTo>
                    <a:pt x="26473" y="2590800"/>
                  </a:moveTo>
                  <a:lnTo>
                    <a:pt x="5610" y="2590800"/>
                  </a:lnTo>
                  <a:lnTo>
                    <a:pt x="7590" y="2603500"/>
                  </a:lnTo>
                  <a:lnTo>
                    <a:pt x="28554" y="2603500"/>
                  </a:lnTo>
                  <a:lnTo>
                    <a:pt x="26473" y="2590800"/>
                  </a:lnTo>
                  <a:close/>
                </a:path>
                <a:path w="253364" h="2679700">
                  <a:moveTo>
                    <a:pt x="249233" y="2590800"/>
                  </a:moveTo>
                  <a:lnTo>
                    <a:pt x="226681" y="2590800"/>
                  </a:lnTo>
                  <a:lnTo>
                    <a:pt x="224590" y="2603500"/>
                  </a:lnTo>
                  <a:lnTo>
                    <a:pt x="247393" y="2603500"/>
                  </a:lnTo>
                  <a:lnTo>
                    <a:pt x="249233" y="2590800"/>
                  </a:lnTo>
                  <a:close/>
                </a:path>
                <a:path w="253364" h="2679700">
                  <a:moveTo>
                    <a:pt x="22209" y="2578100"/>
                  </a:moveTo>
                  <a:lnTo>
                    <a:pt x="1488" y="2578100"/>
                  </a:lnTo>
                  <a:lnTo>
                    <a:pt x="2614" y="2590800"/>
                  </a:lnTo>
                  <a:lnTo>
                    <a:pt x="23516" y="2590800"/>
                  </a:lnTo>
                  <a:lnTo>
                    <a:pt x="22209" y="2578100"/>
                  </a:lnTo>
                  <a:close/>
                </a:path>
                <a:path w="253364" h="2679700">
                  <a:moveTo>
                    <a:pt x="251736" y="2578100"/>
                  </a:moveTo>
                  <a:lnTo>
                    <a:pt x="230844" y="2578100"/>
                  </a:lnTo>
                  <a:lnTo>
                    <a:pt x="229637" y="2590800"/>
                  </a:lnTo>
                  <a:lnTo>
                    <a:pt x="250630" y="2590800"/>
                  </a:lnTo>
                  <a:lnTo>
                    <a:pt x="251736" y="2578100"/>
                  </a:lnTo>
                  <a:close/>
                </a:path>
                <a:path w="253364" h="2679700">
                  <a:moveTo>
                    <a:pt x="20620" y="2565400"/>
                  </a:moveTo>
                  <a:lnTo>
                    <a:pt x="171" y="2565400"/>
                  </a:lnTo>
                  <a:lnTo>
                    <a:pt x="674" y="2578100"/>
                  </a:lnTo>
                  <a:lnTo>
                    <a:pt x="21285" y="2578100"/>
                  </a:lnTo>
                  <a:lnTo>
                    <a:pt x="20620" y="2565400"/>
                  </a:lnTo>
                  <a:close/>
                </a:path>
                <a:path w="253364" h="2679700">
                  <a:moveTo>
                    <a:pt x="253003" y="2565400"/>
                  </a:moveTo>
                  <a:lnTo>
                    <a:pt x="232472" y="2565400"/>
                  </a:lnTo>
                  <a:lnTo>
                    <a:pt x="231788" y="2578100"/>
                  </a:lnTo>
                  <a:lnTo>
                    <a:pt x="252481" y="2578100"/>
                  </a:lnTo>
                  <a:lnTo>
                    <a:pt x="253003" y="2565400"/>
                  </a:lnTo>
                  <a:close/>
                </a:path>
                <a:path w="253364" h="2679700">
                  <a:moveTo>
                    <a:pt x="20099" y="127000"/>
                  </a:moveTo>
                  <a:lnTo>
                    <a:pt x="0" y="127000"/>
                  </a:lnTo>
                  <a:lnTo>
                    <a:pt x="0" y="2565400"/>
                  </a:lnTo>
                  <a:lnTo>
                    <a:pt x="20099" y="2565400"/>
                  </a:lnTo>
                  <a:lnTo>
                    <a:pt x="20099" y="127000"/>
                  </a:lnTo>
                  <a:close/>
                </a:path>
                <a:path w="253364" h="2679700">
                  <a:moveTo>
                    <a:pt x="253154" y="127000"/>
                  </a:moveTo>
                  <a:lnTo>
                    <a:pt x="233056" y="127000"/>
                  </a:lnTo>
                  <a:lnTo>
                    <a:pt x="233046" y="2565400"/>
                  </a:lnTo>
                  <a:lnTo>
                    <a:pt x="253154" y="2565400"/>
                  </a:lnTo>
                  <a:lnTo>
                    <a:pt x="253154" y="127000"/>
                  </a:lnTo>
                  <a:close/>
                </a:path>
                <a:path w="253364" h="2679700">
                  <a:moveTo>
                    <a:pt x="20671" y="114300"/>
                  </a:moveTo>
                  <a:lnTo>
                    <a:pt x="674" y="114300"/>
                  </a:lnTo>
                  <a:lnTo>
                    <a:pt x="171" y="127000"/>
                  </a:lnTo>
                  <a:lnTo>
                    <a:pt x="20248" y="127000"/>
                  </a:lnTo>
                  <a:lnTo>
                    <a:pt x="20671" y="114300"/>
                  </a:lnTo>
                  <a:close/>
                </a:path>
                <a:path w="253364" h="2679700">
                  <a:moveTo>
                    <a:pt x="252481" y="114300"/>
                  </a:moveTo>
                  <a:lnTo>
                    <a:pt x="232533" y="114300"/>
                  </a:lnTo>
                  <a:lnTo>
                    <a:pt x="232925" y="127000"/>
                  </a:lnTo>
                  <a:lnTo>
                    <a:pt x="253003" y="127000"/>
                  </a:lnTo>
                  <a:lnTo>
                    <a:pt x="252481" y="114300"/>
                  </a:lnTo>
                  <a:close/>
                </a:path>
                <a:path w="253364" h="2679700">
                  <a:moveTo>
                    <a:pt x="22310" y="101600"/>
                  </a:moveTo>
                  <a:lnTo>
                    <a:pt x="2513" y="101600"/>
                  </a:lnTo>
                  <a:lnTo>
                    <a:pt x="1488" y="114300"/>
                  </a:lnTo>
                  <a:lnTo>
                    <a:pt x="21365" y="114300"/>
                  </a:lnTo>
                  <a:lnTo>
                    <a:pt x="22310" y="101600"/>
                  </a:lnTo>
                  <a:close/>
                </a:path>
                <a:path w="253364" h="2679700">
                  <a:moveTo>
                    <a:pt x="250530" y="101600"/>
                  </a:moveTo>
                  <a:lnTo>
                    <a:pt x="230944" y="101600"/>
                  </a:lnTo>
                  <a:lnTo>
                    <a:pt x="231860" y="114300"/>
                  </a:lnTo>
                  <a:lnTo>
                    <a:pt x="251736" y="114300"/>
                  </a:lnTo>
                  <a:lnTo>
                    <a:pt x="250530" y="101600"/>
                  </a:lnTo>
                  <a:close/>
                </a:path>
                <a:path w="253364" h="2679700">
                  <a:moveTo>
                    <a:pt x="26643" y="88900"/>
                  </a:moveTo>
                  <a:lnTo>
                    <a:pt x="5761" y="88900"/>
                  </a:lnTo>
                  <a:lnTo>
                    <a:pt x="4042" y="101600"/>
                  </a:lnTo>
                  <a:lnTo>
                    <a:pt x="24814" y="101600"/>
                  </a:lnTo>
                  <a:lnTo>
                    <a:pt x="26643" y="88900"/>
                  </a:lnTo>
                  <a:close/>
                </a:path>
                <a:path w="253364" h="2679700">
                  <a:moveTo>
                    <a:pt x="247393" y="88900"/>
                  </a:moveTo>
                  <a:lnTo>
                    <a:pt x="226510" y="88900"/>
                  </a:lnTo>
                  <a:lnTo>
                    <a:pt x="228340" y="101600"/>
                  </a:lnTo>
                  <a:lnTo>
                    <a:pt x="249233" y="101600"/>
                  </a:lnTo>
                  <a:lnTo>
                    <a:pt x="247393" y="88900"/>
                  </a:lnTo>
                  <a:close/>
                </a:path>
                <a:path w="253364" h="2679700">
                  <a:moveTo>
                    <a:pt x="30695" y="76200"/>
                  </a:moveTo>
                  <a:lnTo>
                    <a:pt x="10044" y="76200"/>
                  </a:lnTo>
                  <a:lnTo>
                    <a:pt x="7762" y="88900"/>
                  </a:lnTo>
                  <a:lnTo>
                    <a:pt x="28362" y="88900"/>
                  </a:lnTo>
                  <a:lnTo>
                    <a:pt x="30695" y="76200"/>
                  </a:lnTo>
                  <a:close/>
                </a:path>
                <a:path w="253364" h="2679700">
                  <a:moveTo>
                    <a:pt x="243301" y="76200"/>
                  </a:moveTo>
                  <a:lnTo>
                    <a:pt x="222449" y="76200"/>
                  </a:lnTo>
                  <a:lnTo>
                    <a:pt x="224781" y="88900"/>
                  </a:lnTo>
                  <a:lnTo>
                    <a:pt x="245381" y="88900"/>
                  </a:lnTo>
                  <a:lnTo>
                    <a:pt x="243301" y="76200"/>
                  </a:lnTo>
                  <a:close/>
                </a:path>
                <a:path w="253364" h="2679700">
                  <a:moveTo>
                    <a:pt x="38417" y="63500"/>
                  </a:moveTo>
                  <a:lnTo>
                    <a:pt x="15393" y="63500"/>
                  </a:lnTo>
                  <a:lnTo>
                    <a:pt x="12588" y="76200"/>
                  </a:lnTo>
                  <a:lnTo>
                    <a:pt x="35380" y="76200"/>
                  </a:lnTo>
                  <a:lnTo>
                    <a:pt x="38417" y="63500"/>
                  </a:lnTo>
                  <a:close/>
                </a:path>
                <a:path w="253364" h="2679700">
                  <a:moveTo>
                    <a:pt x="237992" y="63500"/>
                  </a:moveTo>
                  <a:lnTo>
                    <a:pt x="214736" y="63500"/>
                  </a:lnTo>
                  <a:lnTo>
                    <a:pt x="217773" y="76200"/>
                  </a:lnTo>
                  <a:lnTo>
                    <a:pt x="240778" y="76200"/>
                  </a:lnTo>
                  <a:lnTo>
                    <a:pt x="237992" y="63500"/>
                  </a:lnTo>
                  <a:close/>
                </a:path>
                <a:path w="253364" h="2679700">
                  <a:moveTo>
                    <a:pt x="47918" y="50800"/>
                  </a:moveTo>
                  <a:lnTo>
                    <a:pt x="21757" y="50800"/>
                  </a:lnTo>
                  <a:lnTo>
                    <a:pt x="18449" y="63500"/>
                  </a:lnTo>
                  <a:lnTo>
                    <a:pt x="44258" y="63500"/>
                  </a:lnTo>
                  <a:lnTo>
                    <a:pt x="47918" y="50800"/>
                  </a:lnTo>
                  <a:close/>
                </a:path>
                <a:path w="253364" h="2679700">
                  <a:moveTo>
                    <a:pt x="228149" y="50800"/>
                  </a:moveTo>
                  <a:lnTo>
                    <a:pt x="205235" y="50800"/>
                  </a:lnTo>
                  <a:lnTo>
                    <a:pt x="208895" y="63500"/>
                  </a:lnTo>
                  <a:lnTo>
                    <a:pt x="231668" y="63500"/>
                  </a:lnTo>
                  <a:lnTo>
                    <a:pt x="228149" y="50800"/>
                  </a:lnTo>
                  <a:close/>
                </a:path>
                <a:path w="253364" h="2679700">
                  <a:moveTo>
                    <a:pt x="63070" y="38100"/>
                  </a:moveTo>
                  <a:lnTo>
                    <a:pt x="33047" y="38100"/>
                  </a:lnTo>
                  <a:lnTo>
                    <a:pt x="29056" y="50800"/>
                  </a:lnTo>
                  <a:lnTo>
                    <a:pt x="58666" y="50800"/>
                  </a:lnTo>
                  <a:lnTo>
                    <a:pt x="63070" y="38100"/>
                  </a:lnTo>
                  <a:close/>
                </a:path>
                <a:path w="253364" h="2679700">
                  <a:moveTo>
                    <a:pt x="220106" y="38100"/>
                  </a:moveTo>
                  <a:lnTo>
                    <a:pt x="190084" y="38100"/>
                  </a:lnTo>
                  <a:lnTo>
                    <a:pt x="194487" y="50800"/>
                  </a:lnTo>
                  <a:lnTo>
                    <a:pt x="224097" y="50800"/>
                  </a:lnTo>
                  <a:lnTo>
                    <a:pt x="220106" y="38100"/>
                  </a:lnTo>
                  <a:close/>
                </a:path>
                <a:path w="253364" h="2679700">
                  <a:moveTo>
                    <a:pt x="85360" y="25400"/>
                  </a:moveTo>
                  <a:lnTo>
                    <a:pt x="45867" y="25400"/>
                  </a:lnTo>
                  <a:lnTo>
                    <a:pt x="41282" y="38100"/>
                  </a:lnTo>
                  <a:lnTo>
                    <a:pt x="80203" y="38100"/>
                  </a:lnTo>
                  <a:lnTo>
                    <a:pt x="85360" y="25400"/>
                  </a:lnTo>
                  <a:close/>
                </a:path>
                <a:path w="253364" h="2679700">
                  <a:moveTo>
                    <a:pt x="206914" y="25400"/>
                  </a:moveTo>
                  <a:lnTo>
                    <a:pt x="167794" y="25400"/>
                  </a:lnTo>
                  <a:lnTo>
                    <a:pt x="172952" y="38100"/>
                  </a:lnTo>
                  <a:lnTo>
                    <a:pt x="211861" y="38100"/>
                  </a:lnTo>
                  <a:lnTo>
                    <a:pt x="206914" y="25400"/>
                  </a:lnTo>
                  <a:close/>
                </a:path>
                <a:path w="253364" h="2679700">
                  <a:moveTo>
                    <a:pt x="187128" y="12700"/>
                  </a:moveTo>
                  <a:lnTo>
                    <a:pt x="66015" y="12700"/>
                  </a:lnTo>
                  <a:lnTo>
                    <a:pt x="61140" y="25400"/>
                  </a:lnTo>
                  <a:lnTo>
                    <a:pt x="192426" y="25400"/>
                  </a:lnTo>
                  <a:lnTo>
                    <a:pt x="187128" y="12700"/>
                  </a:lnTo>
                  <a:close/>
                </a:path>
                <a:path w="253364" h="2679700">
                  <a:moveTo>
                    <a:pt x="158443" y="0"/>
                  </a:moveTo>
                  <a:lnTo>
                    <a:pt x="94710" y="0"/>
                  </a:lnTo>
                  <a:lnTo>
                    <a:pt x="89180" y="12700"/>
                  </a:lnTo>
                  <a:lnTo>
                    <a:pt x="163973" y="12700"/>
                  </a:lnTo>
                  <a:lnTo>
                    <a:pt x="158443" y="0"/>
                  </a:lnTo>
                  <a:close/>
                </a:path>
              </a:pathLst>
            </a:custGeom>
            <a:solidFill>
              <a:srgbClr val="2F6FE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3" name="object 73"/>
          <p:cNvSpPr txBox="1"/>
          <p:nvPr/>
        </p:nvSpPr>
        <p:spPr>
          <a:xfrm>
            <a:off x="2776536" y="4086137"/>
            <a:ext cx="227329" cy="19431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550" spc="-114">
                <a:solidFill>
                  <a:srgbClr val="0369E5"/>
                </a:solidFill>
                <a:latin typeface="Segoe UI Symbol"/>
                <a:cs typeface="Segoe UI Symbol"/>
              </a:rPr>
              <a:t>∞</a:t>
            </a:r>
            <a:endParaRPr sz="1550">
              <a:latin typeface="Segoe UI Symbol"/>
              <a:cs typeface="Segoe UI Symbol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2829941" y="4345304"/>
            <a:ext cx="132715" cy="10160"/>
          </a:xfrm>
          <a:custGeom>
            <a:avLst/>
            <a:gdLst/>
            <a:ahLst/>
            <a:cxnLst/>
            <a:rect l="l" t="t" r="r" b="b"/>
            <a:pathLst>
              <a:path w="132714" h="10160">
                <a:moveTo>
                  <a:pt x="132714" y="0"/>
                </a:moveTo>
                <a:lnTo>
                  <a:pt x="0" y="0"/>
                </a:lnTo>
                <a:lnTo>
                  <a:pt x="0" y="9652"/>
                </a:lnTo>
                <a:lnTo>
                  <a:pt x="132714" y="9652"/>
                </a:lnTo>
                <a:lnTo>
                  <a:pt x="132714" y="0"/>
                </a:lnTo>
                <a:close/>
              </a:path>
            </a:pathLst>
          </a:custGeom>
          <a:solidFill>
            <a:srgbClr val="9DB8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 txBox="1"/>
          <p:nvPr/>
        </p:nvSpPr>
        <p:spPr>
          <a:xfrm>
            <a:off x="2830467" y="4372610"/>
            <a:ext cx="125730" cy="1929764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840"/>
              </a:lnSpc>
            </a:pPr>
            <a:r>
              <a:rPr dirty="0" sz="750" spc="-10">
                <a:solidFill>
                  <a:srgbClr val="333333"/>
                </a:solidFill>
                <a:latin typeface="Segoe UI Symbol"/>
                <a:cs typeface="Segoe UI Symbol"/>
              </a:rPr>
              <a:t>Continuous</a:t>
            </a:r>
            <a:r>
              <a:rPr dirty="0" sz="750" spc="-4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dirty="0" sz="750">
                <a:solidFill>
                  <a:srgbClr val="333333"/>
                </a:solidFill>
                <a:latin typeface="Segoe UI Symbol"/>
                <a:cs typeface="Segoe UI Symbol"/>
              </a:rPr>
              <a:t>monitoring</a:t>
            </a:r>
            <a:r>
              <a:rPr dirty="0" sz="750" spc="125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dirty="0" sz="750" spc="55">
                <a:solidFill>
                  <a:srgbClr val="0369E5"/>
                </a:solidFill>
                <a:latin typeface="Segoe UI Symbol"/>
                <a:cs typeface="Segoe UI Symbol"/>
              </a:rPr>
              <a:t>→</a:t>
            </a:r>
            <a:r>
              <a:rPr dirty="0" sz="750" spc="-40">
                <a:solidFill>
                  <a:srgbClr val="0369E5"/>
                </a:solidFill>
                <a:latin typeface="Segoe UI Symbol"/>
                <a:cs typeface="Segoe UI Symbol"/>
              </a:rPr>
              <a:t> </a:t>
            </a:r>
            <a:r>
              <a:rPr dirty="0" sz="750">
                <a:solidFill>
                  <a:srgbClr val="333333"/>
                </a:solidFill>
                <a:latin typeface="Segoe UI Symbol"/>
                <a:cs typeface="Segoe UI Symbol"/>
              </a:rPr>
              <a:t>actionable</a:t>
            </a:r>
            <a:r>
              <a:rPr dirty="0" sz="750" spc="-35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dirty="0" sz="750" spc="-10">
                <a:solidFill>
                  <a:srgbClr val="333333"/>
                </a:solidFill>
                <a:latin typeface="Segoe UI Symbol"/>
                <a:cs typeface="Segoe UI Symbol"/>
              </a:rPr>
              <a:t>insights</a:t>
            </a:r>
            <a:endParaRPr sz="750">
              <a:latin typeface="Segoe UI Symbol"/>
              <a:cs typeface="Segoe UI Symbol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5373242" y="8157844"/>
            <a:ext cx="12065" cy="1643380"/>
          </a:xfrm>
          <a:custGeom>
            <a:avLst/>
            <a:gdLst/>
            <a:ahLst/>
            <a:cxnLst/>
            <a:rect l="l" t="t" r="r" b="b"/>
            <a:pathLst>
              <a:path w="12064" h="1643379">
                <a:moveTo>
                  <a:pt x="12065" y="0"/>
                </a:moveTo>
                <a:lnTo>
                  <a:pt x="0" y="0"/>
                </a:lnTo>
                <a:lnTo>
                  <a:pt x="0" y="1643252"/>
                </a:lnTo>
                <a:lnTo>
                  <a:pt x="12065" y="1643252"/>
                </a:lnTo>
                <a:lnTo>
                  <a:pt x="12065" y="0"/>
                </a:lnTo>
                <a:close/>
              </a:path>
            </a:pathLst>
          </a:custGeom>
          <a:solidFill>
            <a:srgbClr val="1F3B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 txBox="1"/>
          <p:nvPr/>
        </p:nvSpPr>
        <p:spPr>
          <a:xfrm>
            <a:off x="5234533" y="8058146"/>
            <a:ext cx="308610" cy="184277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algn="ctr">
              <a:lnSpc>
                <a:spcPts val="1030"/>
              </a:lnSpc>
            </a:pPr>
            <a:r>
              <a:rPr dirty="0" sz="950" spc="-25">
                <a:solidFill>
                  <a:srgbClr val="0B2E6B"/>
                </a:solidFill>
                <a:latin typeface="Segoe UI Symbol"/>
                <a:cs typeface="Segoe UI Symbol"/>
              </a:rPr>
              <a:t>SECURITY</a:t>
            </a:r>
            <a:r>
              <a:rPr dirty="0" sz="950" spc="5">
                <a:solidFill>
                  <a:srgbClr val="0B2E6B"/>
                </a:solidFill>
                <a:latin typeface="Segoe UI Symbol"/>
                <a:cs typeface="Segoe UI Symbol"/>
              </a:rPr>
              <a:t> </a:t>
            </a:r>
            <a:r>
              <a:rPr dirty="0" sz="950" spc="-30">
                <a:solidFill>
                  <a:srgbClr val="0B2E6B"/>
                </a:solidFill>
                <a:latin typeface="Segoe UI Symbol"/>
                <a:cs typeface="Segoe UI Symbol"/>
              </a:rPr>
              <a:t>ASSESSMENT</a:t>
            </a:r>
            <a:r>
              <a:rPr dirty="0" sz="950" spc="5">
                <a:solidFill>
                  <a:srgbClr val="0B2E6B"/>
                </a:solidFill>
                <a:latin typeface="Segoe UI Symbol"/>
                <a:cs typeface="Segoe UI Symbol"/>
              </a:rPr>
              <a:t> </a:t>
            </a:r>
            <a:r>
              <a:rPr dirty="0" sz="950" spc="-10">
                <a:solidFill>
                  <a:srgbClr val="0B2E6B"/>
                </a:solidFill>
                <a:latin typeface="Segoe UI Symbol"/>
                <a:cs typeface="Segoe UI Symbol"/>
              </a:rPr>
              <a:t>PLATFORM</a:t>
            </a:r>
            <a:endParaRPr sz="950">
              <a:latin typeface="Segoe UI Symbol"/>
              <a:cs typeface="Segoe UI Symbol"/>
            </a:endParaRPr>
          </a:p>
          <a:p>
            <a:pPr algn="ctr" marL="31115">
              <a:lnSpc>
                <a:spcPct val="100000"/>
              </a:lnSpc>
              <a:spcBef>
                <a:spcPts val="420"/>
              </a:spcBef>
            </a:pPr>
            <a:r>
              <a:rPr dirty="0" sz="700" spc="-10">
                <a:solidFill>
                  <a:srgbClr val="5C6F77"/>
                </a:solidFill>
                <a:latin typeface="Segoe UI Symbol"/>
                <a:cs typeface="Segoe UI Symbol"/>
              </a:rPr>
              <a:t>DETECT</a:t>
            </a:r>
            <a:r>
              <a:rPr dirty="0" sz="700" spc="85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700" spc="175">
                <a:solidFill>
                  <a:srgbClr val="5C6F77"/>
                </a:solidFill>
                <a:latin typeface="Segoe UI Symbol"/>
                <a:cs typeface="Segoe UI Symbol"/>
              </a:rPr>
              <a:t>|</a:t>
            </a:r>
            <a:r>
              <a:rPr dirty="0" sz="700" spc="90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700" spc="-25">
                <a:solidFill>
                  <a:srgbClr val="5C6F77"/>
                </a:solidFill>
                <a:latin typeface="Segoe UI Symbol"/>
                <a:cs typeface="Segoe UI Symbol"/>
              </a:rPr>
              <a:t>ASSESS</a:t>
            </a:r>
            <a:r>
              <a:rPr dirty="0" sz="700" spc="90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700" spc="175">
                <a:solidFill>
                  <a:srgbClr val="5C6F77"/>
                </a:solidFill>
                <a:latin typeface="Segoe UI Symbol"/>
                <a:cs typeface="Segoe UI Symbol"/>
              </a:rPr>
              <a:t>|</a:t>
            </a:r>
            <a:r>
              <a:rPr dirty="0" sz="700" spc="90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700" spc="-10">
                <a:solidFill>
                  <a:srgbClr val="5C6F77"/>
                </a:solidFill>
                <a:latin typeface="Segoe UI Symbol"/>
                <a:cs typeface="Segoe UI Symbol"/>
              </a:rPr>
              <a:t>PRIORITIZE</a:t>
            </a:r>
            <a:r>
              <a:rPr dirty="0" sz="700" spc="90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700" spc="175">
                <a:solidFill>
                  <a:srgbClr val="5C6F77"/>
                </a:solidFill>
                <a:latin typeface="Segoe UI Symbol"/>
                <a:cs typeface="Segoe UI Symbol"/>
              </a:rPr>
              <a:t>|</a:t>
            </a:r>
            <a:r>
              <a:rPr dirty="0" sz="700" spc="85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700" spc="-10">
                <a:solidFill>
                  <a:srgbClr val="5C6F77"/>
                </a:solidFill>
                <a:latin typeface="Segoe UI Symbol"/>
                <a:cs typeface="Segoe UI Symbol"/>
              </a:rPr>
              <a:t>SECURE</a:t>
            </a:r>
            <a:endParaRPr sz="700">
              <a:latin typeface="Segoe UI Symbol"/>
              <a:cs typeface="Segoe UI Symbol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4848083" y="7096168"/>
            <a:ext cx="239395" cy="1352550"/>
            <a:chOff x="4848083" y="7096168"/>
            <a:chExt cx="239395" cy="1352550"/>
          </a:xfrm>
        </p:grpSpPr>
        <p:sp>
          <p:nvSpPr>
            <p:cNvPr id="79" name="object 79"/>
            <p:cNvSpPr/>
            <p:nvPr/>
          </p:nvSpPr>
          <p:spPr>
            <a:xfrm>
              <a:off x="4856860" y="7104570"/>
              <a:ext cx="222250" cy="1232535"/>
            </a:xfrm>
            <a:custGeom>
              <a:avLst/>
              <a:gdLst/>
              <a:ahLst/>
              <a:cxnLst/>
              <a:rect l="l" t="t" r="r" b="b"/>
              <a:pathLst>
                <a:path w="222250" h="1232534">
                  <a:moveTo>
                    <a:pt x="110998" y="0"/>
                  </a:moveTo>
                  <a:lnTo>
                    <a:pt x="67670" y="8636"/>
                  </a:lnTo>
                  <a:lnTo>
                    <a:pt x="32364" y="32379"/>
                  </a:lnTo>
                  <a:lnTo>
                    <a:pt x="8625" y="67681"/>
                  </a:lnTo>
                  <a:lnTo>
                    <a:pt x="0" y="110998"/>
                  </a:lnTo>
                  <a:lnTo>
                    <a:pt x="0" y="1122045"/>
                  </a:lnTo>
                  <a:lnTo>
                    <a:pt x="8620" y="1164968"/>
                  </a:lnTo>
                  <a:lnTo>
                    <a:pt x="32321" y="1200082"/>
                  </a:lnTo>
                  <a:lnTo>
                    <a:pt x="67526" y="1223788"/>
                  </a:lnTo>
                  <a:lnTo>
                    <a:pt x="110656" y="1232490"/>
                  </a:lnTo>
                  <a:lnTo>
                    <a:pt x="153791" y="1223788"/>
                  </a:lnTo>
                  <a:lnTo>
                    <a:pt x="189069" y="1200082"/>
                  </a:lnTo>
                  <a:lnTo>
                    <a:pt x="212975" y="1164968"/>
                  </a:lnTo>
                  <a:lnTo>
                    <a:pt x="221996" y="1122045"/>
                  </a:lnTo>
                  <a:lnTo>
                    <a:pt x="221996" y="110998"/>
                  </a:lnTo>
                  <a:lnTo>
                    <a:pt x="212980" y="67681"/>
                  </a:lnTo>
                  <a:lnTo>
                    <a:pt x="189111" y="32379"/>
                  </a:lnTo>
                  <a:lnTo>
                    <a:pt x="153935" y="8636"/>
                  </a:lnTo>
                  <a:lnTo>
                    <a:pt x="110998" y="0"/>
                  </a:lnTo>
                  <a:close/>
                </a:path>
              </a:pathLst>
            </a:custGeom>
            <a:solidFill>
              <a:srgbClr val="FDD9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4848083" y="7096168"/>
              <a:ext cx="239395" cy="1249680"/>
            </a:xfrm>
            <a:custGeom>
              <a:avLst/>
              <a:gdLst/>
              <a:ahLst/>
              <a:cxnLst/>
              <a:rect l="l" t="t" r="r" b="b"/>
              <a:pathLst>
                <a:path w="239395" h="1249679">
                  <a:moveTo>
                    <a:pt x="137410" y="1248409"/>
                  </a:moveTo>
                  <a:lnTo>
                    <a:pt x="101446" y="1248409"/>
                  </a:lnTo>
                  <a:lnTo>
                    <a:pt x="106996" y="1249679"/>
                  </a:lnTo>
                  <a:lnTo>
                    <a:pt x="131870" y="1249679"/>
                  </a:lnTo>
                  <a:lnTo>
                    <a:pt x="137410" y="1248409"/>
                  </a:lnTo>
                  <a:close/>
                </a:path>
                <a:path w="239395" h="1249679">
                  <a:moveTo>
                    <a:pt x="137410" y="1269"/>
                  </a:moveTo>
                  <a:lnTo>
                    <a:pt x="101013" y="1269"/>
                  </a:lnTo>
                  <a:lnTo>
                    <a:pt x="89340" y="3809"/>
                  </a:lnTo>
                  <a:lnTo>
                    <a:pt x="84082" y="5079"/>
                  </a:lnTo>
                  <a:lnTo>
                    <a:pt x="78512" y="7619"/>
                  </a:lnTo>
                  <a:lnTo>
                    <a:pt x="73073" y="8889"/>
                  </a:lnTo>
                  <a:lnTo>
                    <a:pt x="67764" y="11429"/>
                  </a:lnTo>
                  <a:lnTo>
                    <a:pt x="62607" y="13969"/>
                  </a:lnTo>
                  <a:lnTo>
                    <a:pt x="57589" y="17779"/>
                  </a:lnTo>
                  <a:lnTo>
                    <a:pt x="52382" y="20319"/>
                  </a:lnTo>
                  <a:lnTo>
                    <a:pt x="47768" y="24342"/>
                  </a:lnTo>
                  <a:lnTo>
                    <a:pt x="43192" y="27939"/>
                  </a:lnTo>
                  <a:lnTo>
                    <a:pt x="39170" y="30479"/>
                  </a:lnTo>
                  <a:lnTo>
                    <a:pt x="35008" y="35559"/>
                  </a:lnTo>
                  <a:lnTo>
                    <a:pt x="31046" y="39369"/>
                  </a:lnTo>
                  <a:lnTo>
                    <a:pt x="27277" y="43179"/>
                  </a:lnTo>
                  <a:lnTo>
                    <a:pt x="23727" y="48259"/>
                  </a:lnTo>
                  <a:lnTo>
                    <a:pt x="20379" y="52069"/>
                  </a:lnTo>
                  <a:lnTo>
                    <a:pt x="7167" y="78739"/>
                  </a:lnTo>
                  <a:lnTo>
                    <a:pt x="5147" y="83819"/>
                  </a:lnTo>
                  <a:lnTo>
                    <a:pt x="3548" y="90169"/>
                  </a:lnTo>
                  <a:lnTo>
                    <a:pt x="2221" y="95249"/>
                  </a:lnTo>
                  <a:lnTo>
                    <a:pt x="1176" y="101599"/>
                  </a:lnTo>
                  <a:lnTo>
                    <a:pt x="472" y="106679"/>
                  </a:lnTo>
                  <a:lnTo>
                    <a:pt x="431" y="107949"/>
                  </a:lnTo>
                  <a:lnTo>
                    <a:pt x="70" y="113029"/>
                  </a:lnTo>
                  <a:lnTo>
                    <a:pt x="0" y="1136649"/>
                  </a:lnTo>
                  <a:lnTo>
                    <a:pt x="220" y="1139619"/>
                  </a:lnTo>
                  <a:lnTo>
                    <a:pt x="283" y="1140462"/>
                  </a:lnTo>
                  <a:lnTo>
                    <a:pt x="377" y="1141720"/>
                  </a:lnTo>
                  <a:lnTo>
                    <a:pt x="472" y="1142999"/>
                  </a:lnTo>
                  <a:lnTo>
                    <a:pt x="1177" y="1148104"/>
                  </a:lnTo>
                  <a:lnTo>
                    <a:pt x="11723" y="1182369"/>
                  </a:lnTo>
                  <a:lnTo>
                    <a:pt x="14175" y="1187449"/>
                  </a:lnTo>
                  <a:lnTo>
                    <a:pt x="17040" y="1192529"/>
                  </a:lnTo>
                  <a:lnTo>
                    <a:pt x="20379" y="1197609"/>
                  </a:lnTo>
                  <a:lnTo>
                    <a:pt x="23475" y="1202689"/>
                  </a:lnTo>
                  <a:lnTo>
                    <a:pt x="27015" y="1206499"/>
                  </a:lnTo>
                  <a:lnTo>
                    <a:pt x="30765" y="1211579"/>
                  </a:lnTo>
                  <a:lnTo>
                    <a:pt x="34716" y="1215389"/>
                  </a:lnTo>
                  <a:lnTo>
                    <a:pt x="38859" y="1219199"/>
                  </a:lnTo>
                  <a:lnTo>
                    <a:pt x="43730" y="1223207"/>
                  </a:lnTo>
                  <a:lnTo>
                    <a:pt x="47909" y="1227014"/>
                  </a:lnTo>
                  <a:lnTo>
                    <a:pt x="48054" y="1227014"/>
                  </a:lnTo>
                  <a:lnTo>
                    <a:pt x="52382" y="1229359"/>
                  </a:lnTo>
                  <a:lnTo>
                    <a:pt x="57227" y="1233169"/>
                  </a:lnTo>
                  <a:lnTo>
                    <a:pt x="62235" y="1235709"/>
                  </a:lnTo>
                  <a:lnTo>
                    <a:pt x="67382" y="1238249"/>
                  </a:lnTo>
                  <a:lnTo>
                    <a:pt x="73073" y="1240789"/>
                  </a:lnTo>
                  <a:lnTo>
                    <a:pt x="78110" y="1243329"/>
                  </a:lnTo>
                  <a:lnTo>
                    <a:pt x="83659" y="1244599"/>
                  </a:lnTo>
                  <a:lnTo>
                    <a:pt x="89763" y="1247139"/>
                  </a:lnTo>
                  <a:lnTo>
                    <a:pt x="95554" y="1248409"/>
                  </a:lnTo>
                  <a:lnTo>
                    <a:pt x="143743" y="1248409"/>
                  </a:lnTo>
                  <a:lnTo>
                    <a:pt x="149103" y="1247139"/>
                  </a:lnTo>
                  <a:lnTo>
                    <a:pt x="149524" y="1245869"/>
                  </a:lnTo>
                  <a:lnTo>
                    <a:pt x="154783" y="1244599"/>
                  </a:lnTo>
                  <a:lnTo>
                    <a:pt x="181265" y="1233169"/>
                  </a:lnTo>
                  <a:lnTo>
                    <a:pt x="114396" y="1233169"/>
                  </a:lnTo>
                  <a:lnTo>
                    <a:pt x="108765" y="1231899"/>
                  </a:lnTo>
                  <a:lnTo>
                    <a:pt x="104100" y="1231899"/>
                  </a:lnTo>
                  <a:lnTo>
                    <a:pt x="98651" y="1230629"/>
                  </a:lnTo>
                  <a:lnTo>
                    <a:pt x="99084" y="1230629"/>
                  </a:lnTo>
                  <a:lnTo>
                    <a:pt x="93714" y="1229359"/>
                  </a:lnTo>
                  <a:lnTo>
                    <a:pt x="94146" y="1229359"/>
                  </a:lnTo>
                  <a:lnTo>
                    <a:pt x="88888" y="1228089"/>
                  </a:lnTo>
                  <a:lnTo>
                    <a:pt x="89301" y="1228089"/>
                  </a:lnTo>
                  <a:lnTo>
                    <a:pt x="84939" y="1227014"/>
                  </a:lnTo>
                  <a:lnTo>
                    <a:pt x="79527" y="1224279"/>
                  </a:lnTo>
                  <a:lnTo>
                    <a:pt x="79929" y="1224279"/>
                  </a:lnTo>
                  <a:lnTo>
                    <a:pt x="75776" y="1223207"/>
                  </a:lnTo>
                  <a:lnTo>
                    <a:pt x="70629" y="1220469"/>
                  </a:lnTo>
                  <a:lnTo>
                    <a:pt x="71001" y="1220469"/>
                  </a:lnTo>
                  <a:lnTo>
                    <a:pt x="66357" y="1217929"/>
                  </a:lnTo>
                  <a:lnTo>
                    <a:pt x="66729" y="1217929"/>
                  </a:lnTo>
                  <a:lnTo>
                    <a:pt x="62224" y="1215389"/>
                  </a:lnTo>
                  <a:lnTo>
                    <a:pt x="62576" y="1215389"/>
                  </a:lnTo>
                  <a:lnTo>
                    <a:pt x="58233" y="1212849"/>
                  </a:lnTo>
                  <a:lnTo>
                    <a:pt x="58574" y="1212849"/>
                  </a:lnTo>
                  <a:lnTo>
                    <a:pt x="54382" y="1209039"/>
                  </a:lnTo>
                  <a:lnTo>
                    <a:pt x="54714" y="1209039"/>
                  </a:lnTo>
                  <a:lnTo>
                    <a:pt x="50693" y="1206499"/>
                  </a:lnTo>
                  <a:lnTo>
                    <a:pt x="51004" y="1206499"/>
                  </a:lnTo>
                  <a:lnTo>
                    <a:pt x="47153" y="1202689"/>
                  </a:lnTo>
                  <a:lnTo>
                    <a:pt x="47444" y="1202689"/>
                  </a:lnTo>
                  <a:lnTo>
                    <a:pt x="43785" y="1198879"/>
                  </a:lnTo>
                  <a:lnTo>
                    <a:pt x="44067" y="1198879"/>
                  </a:lnTo>
                  <a:lnTo>
                    <a:pt x="41741" y="1196339"/>
                  </a:lnTo>
                  <a:lnTo>
                    <a:pt x="40849" y="1196339"/>
                  </a:lnTo>
                  <a:lnTo>
                    <a:pt x="38383" y="1192529"/>
                  </a:lnTo>
                  <a:lnTo>
                    <a:pt x="37812" y="1192529"/>
                  </a:lnTo>
                  <a:lnTo>
                    <a:pt x="34726" y="1187449"/>
                  </a:lnTo>
                  <a:lnTo>
                    <a:pt x="34958" y="1187449"/>
                  </a:lnTo>
                  <a:lnTo>
                    <a:pt x="32072" y="1183639"/>
                  </a:lnTo>
                  <a:lnTo>
                    <a:pt x="32293" y="1183639"/>
                  </a:lnTo>
                  <a:lnTo>
                    <a:pt x="30295" y="1179829"/>
                  </a:lnTo>
                  <a:lnTo>
                    <a:pt x="29829" y="1179829"/>
                  </a:lnTo>
                  <a:lnTo>
                    <a:pt x="27387" y="1174749"/>
                  </a:lnTo>
                  <a:lnTo>
                    <a:pt x="27567" y="1174749"/>
                  </a:lnTo>
                  <a:lnTo>
                    <a:pt x="25909" y="1170939"/>
                  </a:lnTo>
                  <a:lnTo>
                    <a:pt x="25516" y="1170939"/>
                  </a:lnTo>
                  <a:lnTo>
                    <a:pt x="23536" y="1165859"/>
                  </a:lnTo>
                  <a:lnTo>
                    <a:pt x="23686" y="1165859"/>
                  </a:lnTo>
                  <a:lnTo>
                    <a:pt x="21948" y="1160779"/>
                  </a:lnTo>
                  <a:lnTo>
                    <a:pt x="22078" y="1160779"/>
                  </a:lnTo>
                  <a:lnTo>
                    <a:pt x="20954" y="1156969"/>
                  </a:lnTo>
                  <a:lnTo>
                    <a:pt x="20690" y="1156969"/>
                  </a:lnTo>
                  <a:lnTo>
                    <a:pt x="19701" y="1151889"/>
                  </a:lnTo>
                  <a:lnTo>
                    <a:pt x="19545" y="1151889"/>
                  </a:lnTo>
                  <a:lnTo>
                    <a:pt x="18765" y="1146809"/>
                  </a:lnTo>
                  <a:lnTo>
                    <a:pt x="18629" y="1146809"/>
                  </a:lnTo>
                  <a:lnTo>
                    <a:pt x="17423" y="119379"/>
                  </a:lnTo>
                  <a:lnTo>
                    <a:pt x="17564" y="114299"/>
                  </a:lnTo>
                  <a:lnTo>
                    <a:pt x="22078" y="88899"/>
                  </a:lnTo>
                  <a:lnTo>
                    <a:pt x="22295" y="88899"/>
                  </a:lnTo>
                  <a:lnTo>
                    <a:pt x="23686" y="83819"/>
                  </a:lnTo>
                  <a:lnTo>
                    <a:pt x="24031" y="83819"/>
                  </a:lnTo>
                  <a:lnTo>
                    <a:pt x="25516" y="80009"/>
                  </a:lnTo>
                  <a:lnTo>
                    <a:pt x="25356" y="80009"/>
                  </a:lnTo>
                  <a:lnTo>
                    <a:pt x="27567" y="74929"/>
                  </a:lnTo>
                  <a:lnTo>
                    <a:pt x="27998" y="74929"/>
                  </a:lnTo>
                  <a:lnTo>
                    <a:pt x="29829" y="71119"/>
                  </a:lnTo>
                  <a:lnTo>
                    <a:pt x="29629" y="71119"/>
                  </a:lnTo>
                  <a:lnTo>
                    <a:pt x="32293" y="66039"/>
                  </a:lnTo>
                  <a:lnTo>
                    <a:pt x="32793" y="66039"/>
                  </a:lnTo>
                  <a:lnTo>
                    <a:pt x="34958" y="62229"/>
                  </a:lnTo>
                  <a:lnTo>
                    <a:pt x="34726" y="62229"/>
                  </a:lnTo>
                  <a:lnTo>
                    <a:pt x="37812" y="58419"/>
                  </a:lnTo>
                  <a:lnTo>
                    <a:pt x="37561" y="58419"/>
                  </a:lnTo>
                  <a:lnTo>
                    <a:pt x="40849" y="54609"/>
                  </a:lnTo>
                  <a:lnTo>
                    <a:pt x="40577" y="54609"/>
                  </a:lnTo>
                  <a:lnTo>
                    <a:pt x="44066" y="50799"/>
                  </a:lnTo>
                  <a:lnTo>
                    <a:pt x="43785" y="50799"/>
                  </a:lnTo>
                  <a:lnTo>
                    <a:pt x="47444" y="46989"/>
                  </a:lnTo>
                  <a:lnTo>
                    <a:pt x="48437" y="46989"/>
                  </a:lnTo>
                  <a:lnTo>
                    <a:pt x="51004" y="44449"/>
                  </a:lnTo>
                  <a:lnTo>
                    <a:pt x="50693" y="44449"/>
                  </a:lnTo>
                  <a:lnTo>
                    <a:pt x="54714" y="40639"/>
                  </a:lnTo>
                  <a:lnTo>
                    <a:pt x="54382" y="40639"/>
                  </a:lnTo>
                  <a:lnTo>
                    <a:pt x="58574" y="38099"/>
                  </a:lnTo>
                  <a:lnTo>
                    <a:pt x="58233" y="38099"/>
                  </a:lnTo>
                  <a:lnTo>
                    <a:pt x="62576" y="35559"/>
                  </a:lnTo>
                  <a:lnTo>
                    <a:pt x="62224" y="35559"/>
                  </a:lnTo>
                  <a:lnTo>
                    <a:pt x="66729" y="31749"/>
                  </a:lnTo>
                  <a:lnTo>
                    <a:pt x="68679" y="31749"/>
                  </a:lnTo>
                  <a:lnTo>
                    <a:pt x="71001" y="30479"/>
                  </a:lnTo>
                  <a:lnTo>
                    <a:pt x="70629" y="30479"/>
                  </a:lnTo>
                  <a:lnTo>
                    <a:pt x="75406" y="27939"/>
                  </a:lnTo>
                  <a:lnTo>
                    <a:pt x="75013" y="27939"/>
                  </a:lnTo>
                  <a:lnTo>
                    <a:pt x="79929" y="25399"/>
                  </a:lnTo>
                  <a:lnTo>
                    <a:pt x="79528" y="25399"/>
                  </a:lnTo>
                  <a:lnTo>
                    <a:pt x="83721" y="24342"/>
                  </a:lnTo>
                  <a:lnTo>
                    <a:pt x="89301" y="21589"/>
                  </a:lnTo>
                  <a:lnTo>
                    <a:pt x="91517" y="21589"/>
                  </a:lnTo>
                  <a:lnTo>
                    <a:pt x="94146" y="20319"/>
                  </a:lnTo>
                  <a:lnTo>
                    <a:pt x="98651" y="20319"/>
                  </a:lnTo>
                  <a:lnTo>
                    <a:pt x="104100" y="19049"/>
                  </a:lnTo>
                  <a:lnTo>
                    <a:pt x="103667" y="19049"/>
                  </a:lnTo>
                  <a:lnTo>
                    <a:pt x="109208" y="17779"/>
                  </a:lnTo>
                  <a:lnTo>
                    <a:pt x="181627" y="17779"/>
                  </a:lnTo>
                  <a:lnTo>
                    <a:pt x="176259" y="13969"/>
                  </a:lnTo>
                  <a:lnTo>
                    <a:pt x="171472" y="11429"/>
                  </a:lnTo>
                  <a:lnTo>
                    <a:pt x="166184" y="10159"/>
                  </a:lnTo>
                  <a:lnTo>
                    <a:pt x="160755" y="7619"/>
                  </a:lnTo>
                  <a:lnTo>
                    <a:pt x="155195" y="5079"/>
                  </a:lnTo>
                  <a:lnTo>
                    <a:pt x="149524" y="3809"/>
                  </a:lnTo>
                  <a:lnTo>
                    <a:pt x="149103" y="3809"/>
                  </a:lnTo>
                  <a:lnTo>
                    <a:pt x="143743" y="2539"/>
                  </a:lnTo>
                  <a:lnTo>
                    <a:pt x="143311" y="2539"/>
                  </a:lnTo>
                  <a:lnTo>
                    <a:pt x="137410" y="1269"/>
                  </a:lnTo>
                  <a:close/>
                </a:path>
                <a:path w="239395" h="1249679">
                  <a:moveTo>
                    <a:pt x="198277" y="1195069"/>
                  </a:moveTo>
                  <a:lnTo>
                    <a:pt x="194798" y="1198879"/>
                  </a:lnTo>
                  <a:lnTo>
                    <a:pt x="195080" y="1198879"/>
                  </a:lnTo>
                  <a:lnTo>
                    <a:pt x="191410" y="1202689"/>
                  </a:lnTo>
                  <a:lnTo>
                    <a:pt x="191712" y="1202689"/>
                  </a:lnTo>
                  <a:lnTo>
                    <a:pt x="187862" y="1206499"/>
                  </a:lnTo>
                  <a:lnTo>
                    <a:pt x="188173" y="1206499"/>
                  </a:lnTo>
                  <a:lnTo>
                    <a:pt x="184151" y="1209039"/>
                  </a:lnTo>
                  <a:lnTo>
                    <a:pt x="184473" y="1209039"/>
                  </a:lnTo>
                  <a:lnTo>
                    <a:pt x="180290" y="1212849"/>
                  </a:lnTo>
                  <a:lnTo>
                    <a:pt x="180623" y="1212849"/>
                  </a:lnTo>
                  <a:lnTo>
                    <a:pt x="176279" y="1215389"/>
                  </a:lnTo>
                  <a:lnTo>
                    <a:pt x="176631" y="1215389"/>
                  </a:lnTo>
                  <a:lnTo>
                    <a:pt x="172137" y="1217929"/>
                  </a:lnTo>
                  <a:lnTo>
                    <a:pt x="172499" y="1217929"/>
                  </a:lnTo>
                  <a:lnTo>
                    <a:pt x="167863" y="1220469"/>
                  </a:lnTo>
                  <a:lnTo>
                    <a:pt x="168235" y="1220469"/>
                  </a:lnTo>
                  <a:lnTo>
                    <a:pt x="163080" y="1223207"/>
                  </a:lnTo>
                  <a:lnTo>
                    <a:pt x="158935" y="1224279"/>
                  </a:lnTo>
                  <a:lnTo>
                    <a:pt x="159313" y="1224279"/>
                  </a:lnTo>
                  <a:lnTo>
                    <a:pt x="153917" y="1227014"/>
                  </a:lnTo>
                  <a:lnTo>
                    <a:pt x="149555" y="1228089"/>
                  </a:lnTo>
                  <a:lnTo>
                    <a:pt x="149978" y="1228089"/>
                  </a:lnTo>
                  <a:lnTo>
                    <a:pt x="144719" y="1229359"/>
                  </a:lnTo>
                  <a:lnTo>
                    <a:pt x="145141" y="1229359"/>
                  </a:lnTo>
                  <a:lnTo>
                    <a:pt x="139782" y="1230629"/>
                  </a:lnTo>
                  <a:lnTo>
                    <a:pt x="140215" y="1230629"/>
                  </a:lnTo>
                  <a:lnTo>
                    <a:pt x="134755" y="1231899"/>
                  </a:lnTo>
                  <a:lnTo>
                    <a:pt x="130091" y="1231899"/>
                  </a:lnTo>
                  <a:lnTo>
                    <a:pt x="124470" y="1233169"/>
                  </a:lnTo>
                  <a:lnTo>
                    <a:pt x="181265" y="1233169"/>
                  </a:lnTo>
                  <a:lnTo>
                    <a:pt x="186132" y="1230629"/>
                  </a:lnTo>
                  <a:lnTo>
                    <a:pt x="190588" y="1227014"/>
                  </a:lnTo>
                  <a:lnTo>
                    <a:pt x="195108" y="1223207"/>
                  </a:lnTo>
                  <a:lnTo>
                    <a:pt x="199696" y="1219199"/>
                  </a:lnTo>
                  <a:lnTo>
                    <a:pt x="204149" y="1215389"/>
                  </a:lnTo>
                  <a:lnTo>
                    <a:pt x="207818" y="1211579"/>
                  </a:lnTo>
                  <a:lnTo>
                    <a:pt x="211851" y="1206499"/>
                  </a:lnTo>
                  <a:lnTo>
                    <a:pt x="215139" y="1202689"/>
                  </a:lnTo>
                  <a:lnTo>
                    <a:pt x="218476" y="1197609"/>
                  </a:lnTo>
                  <a:lnTo>
                    <a:pt x="219255" y="1196339"/>
                  </a:lnTo>
                  <a:lnTo>
                    <a:pt x="198015" y="1196339"/>
                  </a:lnTo>
                  <a:lnTo>
                    <a:pt x="198277" y="1195069"/>
                  </a:lnTo>
                  <a:close/>
                </a:path>
                <a:path w="239395" h="1249679">
                  <a:moveTo>
                    <a:pt x="40577" y="1195069"/>
                  </a:moveTo>
                  <a:lnTo>
                    <a:pt x="40849" y="1196339"/>
                  </a:lnTo>
                  <a:lnTo>
                    <a:pt x="41741" y="1196339"/>
                  </a:lnTo>
                  <a:lnTo>
                    <a:pt x="40577" y="1195069"/>
                  </a:lnTo>
                  <a:close/>
                </a:path>
                <a:path w="239395" h="1249679">
                  <a:moveTo>
                    <a:pt x="201303" y="1191259"/>
                  </a:moveTo>
                  <a:lnTo>
                    <a:pt x="198015" y="1196339"/>
                  </a:lnTo>
                  <a:lnTo>
                    <a:pt x="219255" y="1196339"/>
                  </a:lnTo>
                  <a:lnTo>
                    <a:pt x="221593" y="1192529"/>
                  </a:lnTo>
                  <a:lnTo>
                    <a:pt x="201052" y="1192529"/>
                  </a:lnTo>
                  <a:lnTo>
                    <a:pt x="201303" y="1191259"/>
                  </a:lnTo>
                  <a:close/>
                </a:path>
                <a:path w="239395" h="1249679">
                  <a:moveTo>
                    <a:pt x="37561" y="1191259"/>
                  </a:moveTo>
                  <a:lnTo>
                    <a:pt x="37812" y="1192529"/>
                  </a:lnTo>
                  <a:lnTo>
                    <a:pt x="38383" y="1192529"/>
                  </a:lnTo>
                  <a:lnTo>
                    <a:pt x="37561" y="1191259"/>
                  </a:lnTo>
                  <a:close/>
                </a:path>
                <a:path w="239395" h="1249679">
                  <a:moveTo>
                    <a:pt x="209227" y="1178559"/>
                  </a:moveTo>
                  <a:lnTo>
                    <a:pt x="206562" y="1183639"/>
                  </a:lnTo>
                  <a:lnTo>
                    <a:pt x="206783" y="1183639"/>
                  </a:lnTo>
                  <a:lnTo>
                    <a:pt x="203898" y="1187449"/>
                  </a:lnTo>
                  <a:lnTo>
                    <a:pt x="204139" y="1187449"/>
                  </a:lnTo>
                  <a:lnTo>
                    <a:pt x="201052" y="1192529"/>
                  </a:lnTo>
                  <a:lnTo>
                    <a:pt x="221593" y="1192529"/>
                  </a:lnTo>
                  <a:lnTo>
                    <a:pt x="224489" y="1187449"/>
                  </a:lnTo>
                  <a:lnTo>
                    <a:pt x="227324" y="1182369"/>
                  </a:lnTo>
                  <a:lnTo>
                    <a:pt x="228516" y="1179829"/>
                  </a:lnTo>
                  <a:lnTo>
                    <a:pt x="209025" y="1179829"/>
                  </a:lnTo>
                  <a:lnTo>
                    <a:pt x="209227" y="1178559"/>
                  </a:lnTo>
                  <a:close/>
                </a:path>
                <a:path w="239395" h="1249679">
                  <a:moveTo>
                    <a:pt x="29629" y="1178559"/>
                  </a:moveTo>
                  <a:lnTo>
                    <a:pt x="29829" y="1179829"/>
                  </a:lnTo>
                  <a:lnTo>
                    <a:pt x="30295" y="1179829"/>
                  </a:lnTo>
                  <a:lnTo>
                    <a:pt x="29629" y="1178559"/>
                  </a:lnTo>
                  <a:close/>
                </a:path>
                <a:path w="239395" h="1249679">
                  <a:moveTo>
                    <a:pt x="213509" y="1169669"/>
                  </a:moveTo>
                  <a:lnTo>
                    <a:pt x="211287" y="1174749"/>
                  </a:lnTo>
                  <a:lnTo>
                    <a:pt x="211479" y="1174749"/>
                  </a:lnTo>
                  <a:lnTo>
                    <a:pt x="209025" y="1179829"/>
                  </a:lnTo>
                  <a:lnTo>
                    <a:pt x="228516" y="1179829"/>
                  </a:lnTo>
                  <a:lnTo>
                    <a:pt x="229707" y="1177289"/>
                  </a:lnTo>
                  <a:lnTo>
                    <a:pt x="231838" y="1172209"/>
                  </a:lnTo>
                  <a:lnTo>
                    <a:pt x="232188" y="1170939"/>
                  </a:lnTo>
                  <a:lnTo>
                    <a:pt x="213338" y="1170939"/>
                  </a:lnTo>
                  <a:lnTo>
                    <a:pt x="213509" y="1169669"/>
                  </a:lnTo>
                  <a:close/>
                </a:path>
                <a:path w="239395" h="1249679">
                  <a:moveTo>
                    <a:pt x="25356" y="1169669"/>
                  </a:moveTo>
                  <a:lnTo>
                    <a:pt x="25516" y="1170939"/>
                  </a:lnTo>
                  <a:lnTo>
                    <a:pt x="25909" y="1170939"/>
                  </a:lnTo>
                  <a:lnTo>
                    <a:pt x="25356" y="1169669"/>
                  </a:lnTo>
                  <a:close/>
                </a:path>
                <a:path w="239395" h="1249679">
                  <a:moveTo>
                    <a:pt x="218276" y="1155699"/>
                  </a:moveTo>
                  <a:lnTo>
                    <a:pt x="216787" y="1160779"/>
                  </a:lnTo>
                  <a:lnTo>
                    <a:pt x="216918" y="1160779"/>
                  </a:lnTo>
                  <a:lnTo>
                    <a:pt x="215178" y="1165859"/>
                  </a:lnTo>
                  <a:lnTo>
                    <a:pt x="215319" y="1165859"/>
                  </a:lnTo>
                  <a:lnTo>
                    <a:pt x="213338" y="1170939"/>
                  </a:lnTo>
                  <a:lnTo>
                    <a:pt x="232188" y="1170939"/>
                  </a:lnTo>
                  <a:lnTo>
                    <a:pt x="233588" y="1165859"/>
                  </a:lnTo>
                  <a:lnTo>
                    <a:pt x="235317" y="1160779"/>
                  </a:lnTo>
                  <a:lnTo>
                    <a:pt x="236113" y="1156969"/>
                  </a:lnTo>
                  <a:lnTo>
                    <a:pt x="218174" y="1156969"/>
                  </a:lnTo>
                  <a:lnTo>
                    <a:pt x="218276" y="1155699"/>
                  </a:lnTo>
                  <a:close/>
                </a:path>
                <a:path w="239395" h="1249679">
                  <a:moveTo>
                    <a:pt x="20580" y="1155699"/>
                  </a:moveTo>
                  <a:lnTo>
                    <a:pt x="20690" y="1156969"/>
                  </a:lnTo>
                  <a:lnTo>
                    <a:pt x="20954" y="1156969"/>
                  </a:lnTo>
                  <a:lnTo>
                    <a:pt x="20580" y="1155699"/>
                  </a:lnTo>
                  <a:close/>
                </a:path>
                <a:path w="239395" h="1249679">
                  <a:moveTo>
                    <a:pt x="234882" y="88899"/>
                  </a:moveTo>
                  <a:lnTo>
                    <a:pt x="216787" y="88899"/>
                  </a:lnTo>
                  <a:lnTo>
                    <a:pt x="218276" y="93979"/>
                  </a:lnTo>
                  <a:lnTo>
                    <a:pt x="219411" y="99059"/>
                  </a:lnTo>
                  <a:lnTo>
                    <a:pt x="220296" y="104139"/>
                  </a:lnTo>
                  <a:lnTo>
                    <a:pt x="220930" y="109219"/>
                  </a:lnTo>
                  <a:lnTo>
                    <a:pt x="221216" y="113029"/>
                  </a:lnTo>
                  <a:lnTo>
                    <a:pt x="221224" y="1136649"/>
                  </a:lnTo>
                  <a:lnTo>
                    <a:pt x="221023" y="1139619"/>
                  </a:lnTo>
                  <a:lnTo>
                    <a:pt x="220651" y="1142999"/>
                  </a:lnTo>
                  <a:lnTo>
                    <a:pt x="220548" y="1143900"/>
                  </a:lnTo>
                  <a:lnTo>
                    <a:pt x="219321" y="1151889"/>
                  </a:lnTo>
                  <a:lnTo>
                    <a:pt x="219164" y="1151889"/>
                  </a:lnTo>
                  <a:lnTo>
                    <a:pt x="218174" y="1156969"/>
                  </a:lnTo>
                  <a:lnTo>
                    <a:pt x="236113" y="1156969"/>
                  </a:lnTo>
                  <a:lnTo>
                    <a:pt x="236644" y="1154429"/>
                  </a:lnTo>
                  <a:lnTo>
                    <a:pt x="237131" y="1151889"/>
                  </a:lnTo>
                  <a:lnTo>
                    <a:pt x="219321" y="1151889"/>
                  </a:lnTo>
                  <a:lnTo>
                    <a:pt x="219514" y="1150635"/>
                  </a:lnTo>
                  <a:lnTo>
                    <a:pt x="237372" y="1150635"/>
                  </a:lnTo>
                  <a:lnTo>
                    <a:pt x="237619" y="1149349"/>
                  </a:lnTo>
                  <a:lnTo>
                    <a:pt x="237679" y="1148104"/>
                  </a:lnTo>
                  <a:lnTo>
                    <a:pt x="238300" y="1143900"/>
                  </a:lnTo>
                  <a:lnTo>
                    <a:pt x="239027" y="119379"/>
                  </a:lnTo>
                  <a:lnTo>
                    <a:pt x="238890" y="114299"/>
                  </a:lnTo>
                  <a:lnTo>
                    <a:pt x="238856" y="113029"/>
                  </a:lnTo>
                  <a:lnTo>
                    <a:pt x="238539" y="109219"/>
                  </a:lnTo>
                  <a:lnTo>
                    <a:pt x="238433" y="107949"/>
                  </a:lnTo>
                  <a:lnTo>
                    <a:pt x="238384" y="106679"/>
                  </a:lnTo>
                  <a:lnTo>
                    <a:pt x="237619" y="101599"/>
                  </a:lnTo>
                  <a:lnTo>
                    <a:pt x="236554" y="95249"/>
                  </a:lnTo>
                  <a:lnTo>
                    <a:pt x="234882" y="88899"/>
                  </a:lnTo>
                  <a:close/>
                </a:path>
                <a:path w="239395" h="1249679">
                  <a:moveTo>
                    <a:pt x="19456" y="1150635"/>
                  </a:moveTo>
                  <a:lnTo>
                    <a:pt x="19545" y="1151889"/>
                  </a:lnTo>
                  <a:lnTo>
                    <a:pt x="19701" y="1151889"/>
                  </a:lnTo>
                  <a:lnTo>
                    <a:pt x="19456" y="1150635"/>
                  </a:lnTo>
                  <a:close/>
                </a:path>
                <a:path w="239395" h="1249679">
                  <a:moveTo>
                    <a:pt x="18571" y="1145548"/>
                  </a:moveTo>
                  <a:lnTo>
                    <a:pt x="18629" y="1146809"/>
                  </a:lnTo>
                  <a:lnTo>
                    <a:pt x="18765" y="1146809"/>
                  </a:lnTo>
                  <a:lnTo>
                    <a:pt x="18571" y="1145548"/>
                  </a:lnTo>
                  <a:close/>
                </a:path>
                <a:path w="239395" h="1249679">
                  <a:moveTo>
                    <a:pt x="22295" y="88899"/>
                  </a:moveTo>
                  <a:lnTo>
                    <a:pt x="22078" y="88899"/>
                  </a:lnTo>
                  <a:lnTo>
                    <a:pt x="21948" y="90169"/>
                  </a:lnTo>
                  <a:lnTo>
                    <a:pt x="22295" y="88899"/>
                  </a:lnTo>
                  <a:close/>
                </a:path>
                <a:path w="239395" h="1249679">
                  <a:moveTo>
                    <a:pt x="233588" y="83819"/>
                  </a:moveTo>
                  <a:lnTo>
                    <a:pt x="215178" y="83819"/>
                  </a:lnTo>
                  <a:lnTo>
                    <a:pt x="216918" y="90169"/>
                  </a:lnTo>
                  <a:lnTo>
                    <a:pt x="216787" y="88899"/>
                  </a:lnTo>
                  <a:lnTo>
                    <a:pt x="234882" y="88899"/>
                  </a:lnTo>
                  <a:lnTo>
                    <a:pt x="233588" y="83819"/>
                  </a:lnTo>
                  <a:close/>
                </a:path>
                <a:path w="239395" h="1249679">
                  <a:moveTo>
                    <a:pt x="24031" y="83819"/>
                  </a:moveTo>
                  <a:lnTo>
                    <a:pt x="23686" y="83819"/>
                  </a:lnTo>
                  <a:lnTo>
                    <a:pt x="23536" y="85089"/>
                  </a:lnTo>
                  <a:lnTo>
                    <a:pt x="24031" y="83819"/>
                  </a:lnTo>
                  <a:close/>
                </a:path>
                <a:path w="239395" h="1249679">
                  <a:moveTo>
                    <a:pt x="230240" y="74929"/>
                  </a:moveTo>
                  <a:lnTo>
                    <a:pt x="211287" y="74929"/>
                  </a:lnTo>
                  <a:lnTo>
                    <a:pt x="213509" y="80009"/>
                  </a:lnTo>
                  <a:lnTo>
                    <a:pt x="213338" y="80009"/>
                  </a:lnTo>
                  <a:lnTo>
                    <a:pt x="215319" y="85089"/>
                  </a:lnTo>
                  <a:lnTo>
                    <a:pt x="215178" y="83819"/>
                  </a:lnTo>
                  <a:lnTo>
                    <a:pt x="233588" y="83819"/>
                  </a:lnTo>
                  <a:lnTo>
                    <a:pt x="231838" y="78739"/>
                  </a:lnTo>
                  <a:lnTo>
                    <a:pt x="230240" y="74929"/>
                  </a:lnTo>
                  <a:close/>
                </a:path>
                <a:path w="239395" h="1249679">
                  <a:moveTo>
                    <a:pt x="27998" y="74929"/>
                  </a:moveTo>
                  <a:lnTo>
                    <a:pt x="27567" y="74929"/>
                  </a:lnTo>
                  <a:lnTo>
                    <a:pt x="27387" y="76199"/>
                  </a:lnTo>
                  <a:lnTo>
                    <a:pt x="27998" y="74929"/>
                  </a:lnTo>
                  <a:close/>
                </a:path>
                <a:path w="239395" h="1249679">
                  <a:moveTo>
                    <a:pt x="226190" y="66039"/>
                  </a:moveTo>
                  <a:lnTo>
                    <a:pt x="206562" y="66039"/>
                  </a:lnTo>
                  <a:lnTo>
                    <a:pt x="209227" y="71119"/>
                  </a:lnTo>
                  <a:lnTo>
                    <a:pt x="209025" y="71119"/>
                  </a:lnTo>
                  <a:lnTo>
                    <a:pt x="211479" y="76199"/>
                  </a:lnTo>
                  <a:lnTo>
                    <a:pt x="211287" y="74929"/>
                  </a:lnTo>
                  <a:lnTo>
                    <a:pt x="230240" y="74929"/>
                  </a:lnTo>
                  <a:lnTo>
                    <a:pt x="229707" y="73659"/>
                  </a:lnTo>
                  <a:lnTo>
                    <a:pt x="227324" y="68579"/>
                  </a:lnTo>
                  <a:lnTo>
                    <a:pt x="226190" y="66039"/>
                  </a:lnTo>
                  <a:close/>
                </a:path>
                <a:path w="239395" h="1249679">
                  <a:moveTo>
                    <a:pt x="32793" y="66039"/>
                  </a:moveTo>
                  <a:lnTo>
                    <a:pt x="32293" y="66039"/>
                  </a:lnTo>
                  <a:lnTo>
                    <a:pt x="32072" y="67309"/>
                  </a:lnTo>
                  <a:lnTo>
                    <a:pt x="32793" y="66039"/>
                  </a:lnTo>
                  <a:close/>
                </a:path>
                <a:path w="239395" h="1249679">
                  <a:moveTo>
                    <a:pt x="214317" y="46989"/>
                  </a:moveTo>
                  <a:lnTo>
                    <a:pt x="191410" y="46989"/>
                  </a:lnTo>
                  <a:lnTo>
                    <a:pt x="195080" y="50799"/>
                  </a:lnTo>
                  <a:lnTo>
                    <a:pt x="194798" y="50799"/>
                  </a:lnTo>
                  <a:lnTo>
                    <a:pt x="198277" y="54609"/>
                  </a:lnTo>
                  <a:lnTo>
                    <a:pt x="198015" y="54609"/>
                  </a:lnTo>
                  <a:lnTo>
                    <a:pt x="201303" y="58419"/>
                  </a:lnTo>
                  <a:lnTo>
                    <a:pt x="201052" y="58419"/>
                  </a:lnTo>
                  <a:lnTo>
                    <a:pt x="204139" y="62229"/>
                  </a:lnTo>
                  <a:lnTo>
                    <a:pt x="203898" y="62229"/>
                  </a:lnTo>
                  <a:lnTo>
                    <a:pt x="206783" y="67309"/>
                  </a:lnTo>
                  <a:lnTo>
                    <a:pt x="206562" y="66039"/>
                  </a:lnTo>
                  <a:lnTo>
                    <a:pt x="226190" y="66039"/>
                  </a:lnTo>
                  <a:lnTo>
                    <a:pt x="224489" y="62229"/>
                  </a:lnTo>
                  <a:lnTo>
                    <a:pt x="221814" y="58419"/>
                  </a:lnTo>
                  <a:lnTo>
                    <a:pt x="218718" y="53339"/>
                  </a:lnTo>
                  <a:lnTo>
                    <a:pt x="215139" y="48259"/>
                  </a:lnTo>
                  <a:lnTo>
                    <a:pt x="214317" y="46989"/>
                  </a:lnTo>
                  <a:close/>
                </a:path>
                <a:path w="239395" h="1249679">
                  <a:moveTo>
                    <a:pt x="48437" y="46989"/>
                  </a:moveTo>
                  <a:lnTo>
                    <a:pt x="47444" y="46989"/>
                  </a:lnTo>
                  <a:lnTo>
                    <a:pt x="47153" y="48259"/>
                  </a:lnTo>
                  <a:lnTo>
                    <a:pt x="48437" y="46989"/>
                  </a:lnTo>
                  <a:close/>
                </a:path>
                <a:path w="239395" h="1249679">
                  <a:moveTo>
                    <a:pt x="200809" y="31749"/>
                  </a:moveTo>
                  <a:lnTo>
                    <a:pt x="172137" y="31749"/>
                  </a:lnTo>
                  <a:lnTo>
                    <a:pt x="176631" y="35559"/>
                  </a:lnTo>
                  <a:lnTo>
                    <a:pt x="176279" y="35559"/>
                  </a:lnTo>
                  <a:lnTo>
                    <a:pt x="180623" y="38099"/>
                  </a:lnTo>
                  <a:lnTo>
                    <a:pt x="180290" y="38099"/>
                  </a:lnTo>
                  <a:lnTo>
                    <a:pt x="184473" y="40639"/>
                  </a:lnTo>
                  <a:lnTo>
                    <a:pt x="184151" y="40639"/>
                  </a:lnTo>
                  <a:lnTo>
                    <a:pt x="188173" y="44449"/>
                  </a:lnTo>
                  <a:lnTo>
                    <a:pt x="187862" y="44449"/>
                  </a:lnTo>
                  <a:lnTo>
                    <a:pt x="191712" y="48259"/>
                  </a:lnTo>
                  <a:lnTo>
                    <a:pt x="191410" y="46989"/>
                  </a:lnTo>
                  <a:lnTo>
                    <a:pt x="214317" y="46989"/>
                  </a:lnTo>
                  <a:lnTo>
                    <a:pt x="211851" y="43179"/>
                  </a:lnTo>
                  <a:lnTo>
                    <a:pt x="208100" y="39369"/>
                  </a:lnTo>
                  <a:lnTo>
                    <a:pt x="204149" y="35559"/>
                  </a:lnTo>
                  <a:lnTo>
                    <a:pt x="200809" y="31749"/>
                  </a:lnTo>
                  <a:close/>
                </a:path>
                <a:path w="239395" h="1249679">
                  <a:moveTo>
                    <a:pt x="68679" y="31749"/>
                  </a:moveTo>
                  <a:lnTo>
                    <a:pt x="66729" y="31749"/>
                  </a:lnTo>
                  <a:lnTo>
                    <a:pt x="66357" y="33019"/>
                  </a:lnTo>
                  <a:lnTo>
                    <a:pt x="68679" y="31749"/>
                  </a:lnTo>
                  <a:close/>
                </a:path>
                <a:path w="239395" h="1249679">
                  <a:moveTo>
                    <a:pt x="187925" y="21589"/>
                  </a:moveTo>
                  <a:lnTo>
                    <a:pt x="149555" y="21589"/>
                  </a:lnTo>
                  <a:lnTo>
                    <a:pt x="155143" y="24342"/>
                  </a:lnTo>
                  <a:lnTo>
                    <a:pt x="159327" y="25399"/>
                  </a:lnTo>
                  <a:lnTo>
                    <a:pt x="158935" y="25399"/>
                  </a:lnTo>
                  <a:lnTo>
                    <a:pt x="163842" y="27939"/>
                  </a:lnTo>
                  <a:lnTo>
                    <a:pt x="163460" y="27939"/>
                  </a:lnTo>
                  <a:lnTo>
                    <a:pt x="168235" y="30479"/>
                  </a:lnTo>
                  <a:lnTo>
                    <a:pt x="167863" y="30479"/>
                  </a:lnTo>
                  <a:lnTo>
                    <a:pt x="172499" y="33019"/>
                  </a:lnTo>
                  <a:lnTo>
                    <a:pt x="172137" y="31749"/>
                  </a:lnTo>
                  <a:lnTo>
                    <a:pt x="200809" y="31749"/>
                  </a:lnTo>
                  <a:lnTo>
                    <a:pt x="199696" y="30479"/>
                  </a:lnTo>
                  <a:lnTo>
                    <a:pt x="195673" y="27939"/>
                  </a:lnTo>
                  <a:lnTo>
                    <a:pt x="191098" y="24342"/>
                  </a:lnTo>
                  <a:lnTo>
                    <a:pt x="187925" y="21589"/>
                  </a:lnTo>
                  <a:close/>
                </a:path>
                <a:path w="239395" h="1249679">
                  <a:moveTo>
                    <a:pt x="91517" y="21589"/>
                  </a:moveTo>
                  <a:lnTo>
                    <a:pt x="89301" y="21589"/>
                  </a:lnTo>
                  <a:lnTo>
                    <a:pt x="88888" y="22859"/>
                  </a:lnTo>
                  <a:lnTo>
                    <a:pt x="91517" y="21589"/>
                  </a:lnTo>
                  <a:close/>
                </a:path>
                <a:path w="239395" h="1249679">
                  <a:moveTo>
                    <a:pt x="181627" y="17779"/>
                  </a:moveTo>
                  <a:lnTo>
                    <a:pt x="129647" y="17779"/>
                  </a:lnTo>
                  <a:lnTo>
                    <a:pt x="135197" y="19049"/>
                  </a:lnTo>
                  <a:lnTo>
                    <a:pt x="134755" y="19049"/>
                  </a:lnTo>
                  <a:lnTo>
                    <a:pt x="140215" y="20319"/>
                  </a:lnTo>
                  <a:lnTo>
                    <a:pt x="144719" y="20319"/>
                  </a:lnTo>
                  <a:lnTo>
                    <a:pt x="149978" y="22859"/>
                  </a:lnTo>
                  <a:lnTo>
                    <a:pt x="149555" y="21589"/>
                  </a:lnTo>
                  <a:lnTo>
                    <a:pt x="187925" y="21589"/>
                  </a:lnTo>
                  <a:lnTo>
                    <a:pt x="186474" y="20319"/>
                  </a:lnTo>
                  <a:lnTo>
                    <a:pt x="181627" y="17779"/>
                  </a:lnTo>
                  <a:close/>
                </a:path>
                <a:path w="239395" h="1249679">
                  <a:moveTo>
                    <a:pt x="99084" y="20319"/>
                  </a:moveTo>
                  <a:lnTo>
                    <a:pt x="94146" y="20319"/>
                  </a:lnTo>
                  <a:lnTo>
                    <a:pt x="93714" y="21589"/>
                  </a:lnTo>
                  <a:lnTo>
                    <a:pt x="99084" y="20319"/>
                  </a:lnTo>
                  <a:close/>
                </a:path>
                <a:path w="239395" h="1249679">
                  <a:moveTo>
                    <a:pt x="144719" y="20319"/>
                  </a:moveTo>
                  <a:lnTo>
                    <a:pt x="139782" y="20319"/>
                  </a:lnTo>
                  <a:lnTo>
                    <a:pt x="145141" y="21589"/>
                  </a:lnTo>
                  <a:lnTo>
                    <a:pt x="144719" y="20319"/>
                  </a:lnTo>
                  <a:close/>
                </a:path>
                <a:path w="239395" h="1249679">
                  <a:moveTo>
                    <a:pt x="125355" y="0"/>
                  </a:moveTo>
                  <a:lnTo>
                    <a:pt x="113059" y="0"/>
                  </a:lnTo>
                  <a:lnTo>
                    <a:pt x="106996" y="1269"/>
                  </a:lnTo>
                  <a:lnTo>
                    <a:pt x="131427" y="1269"/>
                  </a:lnTo>
                  <a:lnTo>
                    <a:pt x="125355" y="0"/>
                  </a:lnTo>
                  <a:close/>
                </a:path>
              </a:pathLst>
            </a:custGeom>
            <a:solidFill>
              <a:srgbClr val="F2A0B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1" name="object 8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874958" y="7384478"/>
              <a:ext cx="166496" cy="258190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4967858" y="8366569"/>
              <a:ext cx="11430" cy="82550"/>
            </a:xfrm>
            <a:custGeom>
              <a:avLst/>
              <a:gdLst/>
              <a:ahLst/>
              <a:cxnLst/>
              <a:rect l="l" t="t" r="r" b="b"/>
              <a:pathLst>
                <a:path w="11429" h="82550">
                  <a:moveTo>
                    <a:pt x="10858" y="0"/>
                  </a:moveTo>
                  <a:lnTo>
                    <a:pt x="0" y="0"/>
                  </a:lnTo>
                  <a:lnTo>
                    <a:pt x="0" y="82042"/>
                  </a:lnTo>
                  <a:lnTo>
                    <a:pt x="10858" y="82042"/>
                  </a:lnTo>
                  <a:lnTo>
                    <a:pt x="10858" y="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3" name="object 83"/>
          <p:cNvSpPr txBox="1"/>
          <p:nvPr/>
        </p:nvSpPr>
        <p:spPr>
          <a:xfrm>
            <a:off x="4866672" y="8487690"/>
            <a:ext cx="176530" cy="18415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z="1150" spc="-25">
                <a:solidFill>
                  <a:srgbClr val="142C57"/>
                </a:solidFill>
                <a:latin typeface="Segoe UI Symbol"/>
                <a:cs typeface="Segoe UI Symbol"/>
              </a:rPr>
              <a:t>VS</a:t>
            </a:r>
            <a:endParaRPr sz="1150">
              <a:latin typeface="Segoe UI Symbol"/>
              <a:cs typeface="Segoe UI Symbol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4557518" y="7137972"/>
            <a:ext cx="529590" cy="2896235"/>
            <a:chOff x="4557518" y="7137972"/>
            <a:chExt cx="529590" cy="2896235"/>
          </a:xfrm>
        </p:grpSpPr>
        <p:sp>
          <p:nvSpPr>
            <p:cNvPr id="85" name="object 85"/>
            <p:cNvSpPr/>
            <p:nvPr/>
          </p:nvSpPr>
          <p:spPr>
            <a:xfrm>
              <a:off x="4967859" y="8703183"/>
              <a:ext cx="11430" cy="59690"/>
            </a:xfrm>
            <a:custGeom>
              <a:avLst/>
              <a:gdLst/>
              <a:ahLst/>
              <a:cxnLst/>
              <a:rect l="l" t="t" r="r" b="b"/>
              <a:pathLst>
                <a:path w="11429" h="59690">
                  <a:moveTo>
                    <a:pt x="10858" y="0"/>
                  </a:moveTo>
                  <a:lnTo>
                    <a:pt x="0" y="0"/>
                  </a:lnTo>
                  <a:lnTo>
                    <a:pt x="0" y="59118"/>
                  </a:lnTo>
                  <a:lnTo>
                    <a:pt x="10858" y="59118"/>
                  </a:lnTo>
                  <a:lnTo>
                    <a:pt x="10858" y="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4856861" y="8774366"/>
              <a:ext cx="222250" cy="1251585"/>
            </a:xfrm>
            <a:custGeom>
              <a:avLst/>
              <a:gdLst/>
              <a:ahLst/>
              <a:cxnLst/>
              <a:rect l="l" t="t" r="r" b="b"/>
              <a:pathLst>
                <a:path w="222250" h="1251584">
                  <a:moveTo>
                    <a:pt x="110998" y="0"/>
                  </a:moveTo>
                  <a:lnTo>
                    <a:pt x="67670" y="8546"/>
                  </a:lnTo>
                  <a:lnTo>
                    <a:pt x="32364" y="32258"/>
                  </a:lnTo>
                  <a:lnTo>
                    <a:pt x="8625" y="67591"/>
                  </a:lnTo>
                  <a:lnTo>
                    <a:pt x="0" y="110998"/>
                  </a:lnTo>
                  <a:lnTo>
                    <a:pt x="0" y="1140142"/>
                  </a:lnTo>
                  <a:lnTo>
                    <a:pt x="8620" y="1183303"/>
                  </a:lnTo>
                  <a:lnTo>
                    <a:pt x="32321" y="1218539"/>
                  </a:lnTo>
                  <a:lnTo>
                    <a:pt x="67526" y="1242291"/>
                  </a:lnTo>
                  <a:lnTo>
                    <a:pt x="110656" y="1250999"/>
                  </a:lnTo>
                  <a:lnTo>
                    <a:pt x="153791" y="1242291"/>
                  </a:lnTo>
                  <a:lnTo>
                    <a:pt x="189069" y="1218539"/>
                  </a:lnTo>
                  <a:lnTo>
                    <a:pt x="212975" y="1183303"/>
                  </a:lnTo>
                  <a:lnTo>
                    <a:pt x="221996" y="1140142"/>
                  </a:lnTo>
                  <a:lnTo>
                    <a:pt x="221996" y="110998"/>
                  </a:lnTo>
                  <a:lnTo>
                    <a:pt x="212980" y="67591"/>
                  </a:lnTo>
                  <a:lnTo>
                    <a:pt x="189111" y="32258"/>
                  </a:lnTo>
                  <a:lnTo>
                    <a:pt x="153935" y="8546"/>
                  </a:lnTo>
                  <a:lnTo>
                    <a:pt x="110998" y="0"/>
                  </a:lnTo>
                  <a:close/>
                </a:path>
              </a:pathLst>
            </a:custGeom>
            <a:solidFill>
              <a:srgbClr val="D9F9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4848063" y="8765433"/>
              <a:ext cx="239395" cy="1268730"/>
            </a:xfrm>
            <a:custGeom>
              <a:avLst/>
              <a:gdLst/>
              <a:ahLst/>
              <a:cxnLst/>
              <a:rect l="l" t="t" r="r" b="b"/>
              <a:pathLst>
                <a:path w="239395" h="1268729">
                  <a:moveTo>
                    <a:pt x="137872" y="1267459"/>
                  </a:moveTo>
                  <a:lnTo>
                    <a:pt x="101466" y="1267459"/>
                  </a:lnTo>
                  <a:lnTo>
                    <a:pt x="107458" y="1268729"/>
                  </a:lnTo>
                  <a:lnTo>
                    <a:pt x="131890" y="1268729"/>
                  </a:lnTo>
                  <a:lnTo>
                    <a:pt x="137872" y="1267459"/>
                  </a:lnTo>
                  <a:close/>
                </a:path>
                <a:path w="239395" h="1268729">
                  <a:moveTo>
                    <a:pt x="137430" y="1269"/>
                  </a:moveTo>
                  <a:lnTo>
                    <a:pt x="101033" y="1269"/>
                  </a:lnTo>
                  <a:lnTo>
                    <a:pt x="89361" y="3809"/>
                  </a:lnTo>
                  <a:lnTo>
                    <a:pt x="84103" y="6349"/>
                  </a:lnTo>
                  <a:lnTo>
                    <a:pt x="78533" y="7619"/>
                  </a:lnTo>
                  <a:lnTo>
                    <a:pt x="52402" y="21589"/>
                  </a:lnTo>
                  <a:lnTo>
                    <a:pt x="48059" y="24129"/>
                  </a:lnTo>
                  <a:lnTo>
                    <a:pt x="27297" y="44449"/>
                  </a:lnTo>
                  <a:lnTo>
                    <a:pt x="23747" y="48259"/>
                  </a:lnTo>
                  <a:lnTo>
                    <a:pt x="3568" y="90169"/>
                  </a:lnTo>
                  <a:lnTo>
                    <a:pt x="0" y="114304"/>
                  </a:lnTo>
                  <a:lnTo>
                    <a:pt x="20" y="1155699"/>
                  </a:lnTo>
                  <a:lnTo>
                    <a:pt x="241" y="1158669"/>
                  </a:lnTo>
                  <a:lnTo>
                    <a:pt x="304" y="1159512"/>
                  </a:lnTo>
                  <a:lnTo>
                    <a:pt x="397" y="1160770"/>
                  </a:lnTo>
                  <a:lnTo>
                    <a:pt x="492" y="1162049"/>
                  </a:lnTo>
                  <a:lnTo>
                    <a:pt x="1266" y="1168399"/>
                  </a:lnTo>
                  <a:lnTo>
                    <a:pt x="14196" y="1206499"/>
                  </a:lnTo>
                  <a:lnTo>
                    <a:pt x="27297" y="1225549"/>
                  </a:lnTo>
                  <a:lnTo>
                    <a:pt x="30786" y="1230629"/>
                  </a:lnTo>
                  <a:lnTo>
                    <a:pt x="35029" y="1234439"/>
                  </a:lnTo>
                  <a:lnTo>
                    <a:pt x="38879" y="1238249"/>
                  </a:lnTo>
                  <a:lnTo>
                    <a:pt x="43750" y="1242257"/>
                  </a:lnTo>
                  <a:lnTo>
                    <a:pt x="47929" y="1246064"/>
                  </a:lnTo>
                  <a:lnTo>
                    <a:pt x="48074" y="1246064"/>
                  </a:lnTo>
                  <a:lnTo>
                    <a:pt x="52402" y="1248409"/>
                  </a:lnTo>
                  <a:lnTo>
                    <a:pt x="57247" y="1252219"/>
                  </a:lnTo>
                  <a:lnTo>
                    <a:pt x="62255" y="1254759"/>
                  </a:lnTo>
                  <a:lnTo>
                    <a:pt x="67785" y="1257299"/>
                  </a:lnTo>
                  <a:lnTo>
                    <a:pt x="73093" y="1259839"/>
                  </a:lnTo>
                  <a:lnTo>
                    <a:pt x="78130" y="1262379"/>
                  </a:lnTo>
                  <a:lnTo>
                    <a:pt x="83680" y="1263649"/>
                  </a:lnTo>
                  <a:lnTo>
                    <a:pt x="84103" y="1263649"/>
                  </a:lnTo>
                  <a:lnTo>
                    <a:pt x="89784" y="1266189"/>
                  </a:lnTo>
                  <a:lnTo>
                    <a:pt x="95575" y="1267459"/>
                  </a:lnTo>
                  <a:lnTo>
                    <a:pt x="143764" y="1267459"/>
                  </a:lnTo>
                  <a:lnTo>
                    <a:pt x="149545" y="1264919"/>
                  </a:lnTo>
                  <a:lnTo>
                    <a:pt x="155215" y="1263649"/>
                  </a:lnTo>
                  <a:lnTo>
                    <a:pt x="181286" y="1252219"/>
                  </a:lnTo>
                  <a:lnTo>
                    <a:pt x="114416" y="1252219"/>
                  </a:lnTo>
                  <a:lnTo>
                    <a:pt x="108785" y="1250949"/>
                  </a:lnTo>
                  <a:lnTo>
                    <a:pt x="104121" y="1250949"/>
                  </a:lnTo>
                  <a:lnTo>
                    <a:pt x="98671" y="1249679"/>
                  </a:lnTo>
                  <a:lnTo>
                    <a:pt x="99104" y="1249679"/>
                  </a:lnTo>
                  <a:lnTo>
                    <a:pt x="93735" y="1248409"/>
                  </a:lnTo>
                  <a:lnTo>
                    <a:pt x="94166" y="1248409"/>
                  </a:lnTo>
                  <a:lnTo>
                    <a:pt x="88909" y="1247139"/>
                  </a:lnTo>
                  <a:lnTo>
                    <a:pt x="89321" y="1247139"/>
                  </a:lnTo>
                  <a:lnTo>
                    <a:pt x="84959" y="1246064"/>
                  </a:lnTo>
                  <a:lnTo>
                    <a:pt x="79547" y="1243329"/>
                  </a:lnTo>
                  <a:lnTo>
                    <a:pt x="79950" y="1243329"/>
                  </a:lnTo>
                  <a:lnTo>
                    <a:pt x="75797" y="1242257"/>
                  </a:lnTo>
                  <a:lnTo>
                    <a:pt x="70650" y="1239519"/>
                  </a:lnTo>
                  <a:lnTo>
                    <a:pt x="71022" y="1239519"/>
                  </a:lnTo>
                  <a:lnTo>
                    <a:pt x="66377" y="1236979"/>
                  </a:lnTo>
                  <a:lnTo>
                    <a:pt x="66750" y="1236979"/>
                  </a:lnTo>
                  <a:lnTo>
                    <a:pt x="62245" y="1234439"/>
                  </a:lnTo>
                  <a:lnTo>
                    <a:pt x="62597" y="1234439"/>
                  </a:lnTo>
                  <a:lnTo>
                    <a:pt x="58253" y="1231899"/>
                  </a:lnTo>
                  <a:lnTo>
                    <a:pt x="58595" y="1231899"/>
                  </a:lnTo>
                  <a:lnTo>
                    <a:pt x="54403" y="1228089"/>
                  </a:lnTo>
                  <a:lnTo>
                    <a:pt x="54734" y="1228089"/>
                  </a:lnTo>
                  <a:lnTo>
                    <a:pt x="50713" y="1225549"/>
                  </a:lnTo>
                  <a:lnTo>
                    <a:pt x="51024" y="1225549"/>
                  </a:lnTo>
                  <a:lnTo>
                    <a:pt x="47174" y="1221739"/>
                  </a:lnTo>
                  <a:lnTo>
                    <a:pt x="47465" y="1221739"/>
                  </a:lnTo>
                  <a:lnTo>
                    <a:pt x="43806" y="1217929"/>
                  </a:lnTo>
                  <a:lnTo>
                    <a:pt x="44088" y="1217929"/>
                  </a:lnTo>
                  <a:lnTo>
                    <a:pt x="41761" y="1215389"/>
                  </a:lnTo>
                  <a:lnTo>
                    <a:pt x="40869" y="1215389"/>
                  </a:lnTo>
                  <a:lnTo>
                    <a:pt x="38403" y="1211579"/>
                  </a:lnTo>
                  <a:lnTo>
                    <a:pt x="37833" y="1211579"/>
                  </a:lnTo>
                  <a:lnTo>
                    <a:pt x="34747" y="1206499"/>
                  </a:lnTo>
                  <a:lnTo>
                    <a:pt x="34978" y="1206499"/>
                  </a:lnTo>
                  <a:lnTo>
                    <a:pt x="32093" y="1202689"/>
                  </a:lnTo>
                  <a:lnTo>
                    <a:pt x="32314" y="1202689"/>
                  </a:lnTo>
                  <a:lnTo>
                    <a:pt x="30315" y="1198879"/>
                  </a:lnTo>
                  <a:lnTo>
                    <a:pt x="29850" y="1198879"/>
                  </a:lnTo>
                  <a:lnTo>
                    <a:pt x="27407" y="1193799"/>
                  </a:lnTo>
                  <a:lnTo>
                    <a:pt x="27588" y="1193799"/>
                  </a:lnTo>
                  <a:lnTo>
                    <a:pt x="25930" y="1189989"/>
                  </a:lnTo>
                  <a:lnTo>
                    <a:pt x="25537" y="1189989"/>
                  </a:lnTo>
                  <a:lnTo>
                    <a:pt x="23557" y="1184909"/>
                  </a:lnTo>
                  <a:lnTo>
                    <a:pt x="23707" y="1184909"/>
                  </a:lnTo>
                  <a:lnTo>
                    <a:pt x="21968" y="1179829"/>
                  </a:lnTo>
                  <a:lnTo>
                    <a:pt x="22099" y="1179829"/>
                  </a:lnTo>
                  <a:lnTo>
                    <a:pt x="20975" y="1176019"/>
                  </a:lnTo>
                  <a:lnTo>
                    <a:pt x="20711" y="1176019"/>
                  </a:lnTo>
                  <a:lnTo>
                    <a:pt x="19721" y="1170939"/>
                  </a:lnTo>
                  <a:lnTo>
                    <a:pt x="19565" y="1170939"/>
                  </a:lnTo>
                  <a:lnTo>
                    <a:pt x="18785" y="1165859"/>
                  </a:lnTo>
                  <a:lnTo>
                    <a:pt x="18650" y="1165859"/>
                  </a:lnTo>
                  <a:lnTo>
                    <a:pt x="17946" y="1159512"/>
                  </a:lnTo>
                  <a:lnTo>
                    <a:pt x="17853" y="1158669"/>
                  </a:lnTo>
                  <a:lnTo>
                    <a:pt x="17649" y="1155699"/>
                  </a:lnTo>
                  <a:lnTo>
                    <a:pt x="17650" y="114304"/>
                  </a:lnTo>
                  <a:lnTo>
                    <a:pt x="17853" y="111330"/>
                  </a:lnTo>
                  <a:lnTo>
                    <a:pt x="18650" y="104139"/>
                  </a:lnTo>
                  <a:lnTo>
                    <a:pt x="19565" y="99059"/>
                  </a:lnTo>
                  <a:lnTo>
                    <a:pt x="19721" y="99059"/>
                  </a:lnTo>
                  <a:lnTo>
                    <a:pt x="20711" y="93979"/>
                  </a:lnTo>
                  <a:lnTo>
                    <a:pt x="20900" y="93979"/>
                  </a:lnTo>
                  <a:lnTo>
                    <a:pt x="22099" y="88899"/>
                  </a:lnTo>
                  <a:lnTo>
                    <a:pt x="22403" y="88899"/>
                  </a:lnTo>
                  <a:lnTo>
                    <a:pt x="23707" y="85089"/>
                  </a:lnTo>
                  <a:lnTo>
                    <a:pt x="23557" y="85089"/>
                  </a:lnTo>
                  <a:lnTo>
                    <a:pt x="25537" y="80009"/>
                  </a:lnTo>
                  <a:lnTo>
                    <a:pt x="25377" y="80009"/>
                  </a:lnTo>
                  <a:lnTo>
                    <a:pt x="27588" y="76199"/>
                  </a:lnTo>
                  <a:lnTo>
                    <a:pt x="27407" y="76199"/>
                  </a:lnTo>
                  <a:lnTo>
                    <a:pt x="29850" y="71119"/>
                  </a:lnTo>
                  <a:lnTo>
                    <a:pt x="29649" y="71119"/>
                  </a:lnTo>
                  <a:lnTo>
                    <a:pt x="32314" y="67309"/>
                  </a:lnTo>
                  <a:lnTo>
                    <a:pt x="32093" y="67309"/>
                  </a:lnTo>
                  <a:lnTo>
                    <a:pt x="34978" y="63499"/>
                  </a:lnTo>
                  <a:lnTo>
                    <a:pt x="34747" y="63499"/>
                  </a:lnTo>
                  <a:lnTo>
                    <a:pt x="37833" y="58419"/>
                  </a:lnTo>
                  <a:lnTo>
                    <a:pt x="38403" y="58419"/>
                  </a:lnTo>
                  <a:lnTo>
                    <a:pt x="40869" y="54609"/>
                  </a:lnTo>
                  <a:lnTo>
                    <a:pt x="41470" y="54609"/>
                  </a:lnTo>
                  <a:lnTo>
                    <a:pt x="44088" y="50799"/>
                  </a:lnTo>
                  <a:lnTo>
                    <a:pt x="45025" y="50799"/>
                  </a:lnTo>
                  <a:lnTo>
                    <a:pt x="47465" y="48259"/>
                  </a:lnTo>
                  <a:lnTo>
                    <a:pt x="47174" y="48259"/>
                  </a:lnTo>
                  <a:lnTo>
                    <a:pt x="51024" y="44449"/>
                  </a:lnTo>
                  <a:lnTo>
                    <a:pt x="50713" y="44449"/>
                  </a:lnTo>
                  <a:lnTo>
                    <a:pt x="54734" y="40639"/>
                  </a:lnTo>
                  <a:lnTo>
                    <a:pt x="55800" y="40639"/>
                  </a:lnTo>
                  <a:lnTo>
                    <a:pt x="58595" y="38099"/>
                  </a:lnTo>
                  <a:lnTo>
                    <a:pt x="58253" y="38099"/>
                  </a:lnTo>
                  <a:lnTo>
                    <a:pt x="62597" y="35559"/>
                  </a:lnTo>
                  <a:lnTo>
                    <a:pt x="62245" y="35559"/>
                  </a:lnTo>
                  <a:lnTo>
                    <a:pt x="66750" y="33019"/>
                  </a:lnTo>
                  <a:lnTo>
                    <a:pt x="66377" y="33019"/>
                  </a:lnTo>
                  <a:lnTo>
                    <a:pt x="71022" y="30479"/>
                  </a:lnTo>
                  <a:lnTo>
                    <a:pt x="70650" y="30479"/>
                  </a:lnTo>
                  <a:lnTo>
                    <a:pt x="75426" y="27939"/>
                  </a:lnTo>
                  <a:lnTo>
                    <a:pt x="75034" y="27939"/>
                  </a:lnTo>
                  <a:lnTo>
                    <a:pt x="79950" y="25399"/>
                  </a:lnTo>
                  <a:lnTo>
                    <a:pt x="82067" y="25399"/>
                  </a:lnTo>
                  <a:lnTo>
                    <a:pt x="84585" y="24129"/>
                  </a:lnTo>
                  <a:lnTo>
                    <a:pt x="84173" y="24129"/>
                  </a:lnTo>
                  <a:lnTo>
                    <a:pt x="89321" y="22859"/>
                  </a:lnTo>
                  <a:lnTo>
                    <a:pt x="88909" y="22859"/>
                  </a:lnTo>
                  <a:lnTo>
                    <a:pt x="94166" y="21589"/>
                  </a:lnTo>
                  <a:lnTo>
                    <a:pt x="93735" y="21589"/>
                  </a:lnTo>
                  <a:lnTo>
                    <a:pt x="99104" y="20319"/>
                  </a:lnTo>
                  <a:lnTo>
                    <a:pt x="98671" y="20319"/>
                  </a:lnTo>
                  <a:lnTo>
                    <a:pt x="104121" y="19049"/>
                  </a:lnTo>
                  <a:lnTo>
                    <a:pt x="108785" y="19049"/>
                  </a:lnTo>
                  <a:lnTo>
                    <a:pt x="114416" y="17779"/>
                  </a:lnTo>
                  <a:lnTo>
                    <a:pt x="181648" y="17779"/>
                  </a:lnTo>
                  <a:lnTo>
                    <a:pt x="176279" y="15239"/>
                  </a:lnTo>
                  <a:lnTo>
                    <a:pt x="171493" y="12699"/>
                  </a:lnTo>
                  <a:lnTo>
                    <a:pt x="166205" y="10159"/>
                  </a:lnTo>
                  <a:lnTo>
                    <a:pt x="160775" y="7619"/>
                  </a:lnTo>
                  <a:lnTo>
                    <a:pt x="154804" y="6349"/>
                  </a:lnTo>
                  <a:lnTo>
                    <a:pt x="149123" y="3809"/>
                  </a:lnTo>
                  <a:lnTo>
                    <a:pt x="143764" y="2539"/>
                  </a:lnTo>
                  <a:lnTo>
                    <a:pt x="143332" y="2539"/>
                  </a:lnTo>
                  <a:lnTo>
                    <a:pt x="137430" y="1269"/>
                  </a:lnTo>
                  <a:close/>
                </a:path>
                <a:path w="239395" h="1268729">
                  <a:moveTo>
                    <a:pt x="198297" y="1214119"/>
                  </a:moveTo>
                  <a:lnTo>
                    <a:pt x="194819" y="1217929"/>
                  </a:lnTo>
                  <a:lnTo>
                    <a:pt x="195101" y="1217929"/>
                  </a:lnTo>
                  <a:lnTo>
                    <a:pt x="191431" y="1221739"/>
                  </a:lnTo>
                  <a:lnTo>
                    <a:pt x="191733" y="1221739"/>
                  </a:lnTo>
                  <a:lnTo>
                    <a:pt x="187882" y="1225549"/>
                  </a:lnTo>
                  <a:lnTo>
                    <a:pt x="188193" y="1225549"/>
                  </a:lnTo>
                  <a:lnTo>
                    <a:pt x="184171" y="1228089"/>
                  </a:lnTo>
                  <a:lnTo>
                    <a:pt x="184494" y="1228089"/>
                  </a:lnTo>
                  <a:lnTo>
                    <a:pt x="180310" y="1231899"/>
                  </a:lnTo>
                  <a:lnTo>
                    <a:pt x="180643" y="1231899"/>
                  </a:lnTo>
                  <a:lnTo>
                    <a:pt x="176300" y="1234439"/>
                  </a:lnTo>
                  <a:lnTo>
                    <a:pt x="176652" y="1234439"/>
                  </a:lnTo>
                  <a:lnTo>
                    <a:pt x="172157" y="1236979"/>
                  </a:lnTo>
                  <a:lnTo>
                    <a:pt x="172519" y="1236979"/>
                  </a:lnTo>
                  <a:lnTo>
                    <a:pt x="167883" y="1239519"/>
                  </a:lnTo>
                  <a:lnTo>
                    <a:pt x="168256" y="1239519"/>
                  </a:lnTo>
                  <a:lnTo>
                    <a:pt x="163101" y="1242257"/>
                  </a:lnTo>
                  <a:lnTo>
                    <a:pt x="158955" y="1243329"/>
                  </a:lnTo>
                  <a:lnTo>
                    <a:pt x="159333" y="1243329"/>
                  </a:lnTo>
                  <a:lnTo>
                    <a:pt x="153937" y="1246064"/>
                  </a:lnTo>
                  <a:lnTo>
                    <a:pt x="149575" y="1247139"/>
                  </a:lnTo>
                  <a:lnTo>
                    <a:pt x="149998" y="1247139"/>
                  </a:lnTo>
                  <a:lnTo>
                    <a:pt x="144739" y="1248409"/>
                  </a:lnTo>
                  <a:lnTo>
                    <a:pt x="145162" y="1248409"/>
                  </a:lnTo>
                  <a:lnTo>
                    <a:pt x="139802" y="1249679"/>
                  </a:lnTo>
                  <a:lnTo>
                    <a:pt x="140236" y="1249679"/>
                  </a:lnTo>
                  <a:lnTo>
                    <a:pt x="134776" y="1250949"/>
                  </a:lnTo>
                  <a:lnTo>
                    <a:pt x="130111" y="1250949"/>
                  </a:lnTo>
                  <a:lnTo>
                    <a:pt x="124490" y="1252219"/>
                  </a:lnTo>
                  <a:lnTo>
                    <a:pt x="181286" y="1252219"/>
                  </a:lnTo>
                  <a:lnTo>
                    <a:pt x="186152" y="1249679"/>
                  </a:lnTo>
                  <a:lnTo>
                    <a:pt x="190609" y="1246064"/>
                  </a:lnTo>
                  <a:lnTo>
                    <a:pt x="195129" y="1242257"/>
                  </a:lnTo>
                  <a:lnTo>
                    <a:pt x="199716" y="1238249"/>
                  </a:lnTo>
                  <a:lnTo>
                    <a:pt x="203868" y="1234439"/>
                  </a:lnTo>
                  <a:lnTo>
                    <a:pt x="208121" y="1230629"/>
                  </a:lnTo>
                  <a:lnTo>
                    <a:pt x="211599" y="1225549"/>
                  </a:lnTo>
                  <a:lnTo>
                    <a:pt x="215159" y="1221739"/>
                  </a:lnTo>
                  <a:lnTo>
                    <a:pt x="218738" y="1216659"/>
                  </a:lnTo>
                  <a:lnTo>
                    <a:pt x="219459" y="1215389"/>
                  </a:lnTo>
                  <a:lnTo>
                    <a:pt x="198036" y="1215389"/>
                  </a:lnTo>
                  <a:lnTo>
                    <a:pt x="198297" y="1214119"/>
                  </a:lnTo>
                  <a:close/>
                </a:path>
                <a:path w="239395" h="1268729">
                  <a:moveTo>
                    <a:pt x="40598" y="1214119"/>
                  </a:moveTo>
                  <a:lnTo>
                    <a:pt x="40869" y="1215389"/>
                  </a:lnTo>
                  <a:lnTo>
                    <a:pt x="41761" y="1215389"/>
                  </a:lnTo>
                  <a:lnTo>
                    <a:pt x="40598" y="1214119"/>
                  </a:lnTo>
                  <a:close/>
                </a:path>
                <a:path w="239395" h="1268729">
                  <a:moveTo>
                    <a:pt x="201324" y="1210309"/>
                  </a:moveTo>
                  <a:lnTo>
                    <a:pt x="198036" y="1215389"/>
                  </a:lnTo>
                  <a:lnTo>
                    <a:pt x="219459" y="1215389"/>
                  </a:lnTo>
                  <a:lnTo>
                    <a:pt x="221624" y="1211579"/>
                  </a:lnTo>
                  <a:lnTo>
                    <a:pt x="201072" y="1211579"/>
                  </a:lnTo>
                  <a:lnTo>
                    <a:pt x="201324" y="1210309"/>
                  </a:lnTo>
                  <a:close/>
                </a:path>
                <a:path w="239395" h="1268729">
                  <a:moveTo>
                    <a:pt x="37581" y="1210309"/>
                  </a:moveTo>
                  <a:lnTo>
                    <a:pt x="37833" y="1211579"/>
                  </a:lnTo>
                  <a:lnTo>
                    <a:pt x="38403" y="1211579"/>
                  </a:lnTo>
                  <a:lnTo>
                    <a:pt x="37581" y="1210309"/>
                  </a:lnTo>
                  <a:close/>
                </a:path>
                <a:path w="239395" h="1268729">
                  <a:moveTo>
                    <a:pt x="209247" y="1197609"/>
                  </a:moveTo>
                  <a:lnTo>
                    <a:pt x="206583" y="1202689"/>
                  </a:lnTo>
                  <a:lnTo>
                    <a:pt x="206804" y="1202689"/>
                  </a:lnTo>
                  <a:lnTo>
                    <a:pt x="203918" y="1206499"/>
                  </a:lnTo>
                  <a:lnTo>
                    <a:pt x="204160" y="1206499"/>
                  </a:lnTo>
                  <a:lnTo>
                    <a:pt x="201072" y="1211579"/>
                  </a:lnTo>
                  <a:lnTo>
                    <a:pt x="221624" y="1211579"/>
                  </a:lnTo>
                  <a:lnTo>
                    <a:pt x="224509" y="1206499"/>
                  </a:lnTo>
                  <a:lnTo>
                    <a:pt x="227345" y="1201419"/>
                  </a:lnTo>
                  <a:lnTo>
                    <a:pt x="228450" y="1198879"/>
                  </a:lnTo>
                  <a:lnTo>
                    <a:pt x="209045" y="1198879"/>
                  </a:lnTo>
                  <a:lnTo>
                    <a:pt x="209247" y="1197609"/>
                  </a:lnTo>
                  <a:close/>
                </a:path>
                <a:path w="239395" h="1268729">
                  <a:moveTo>
                    <a:pt x="29649" y="1197609"/>
                  </a:moveTo>
                  <a:lnTo>
                    <a:pt x="29850" y="1198879"/>
                  </a:lnTo>
                  <a:lnTo>
                    <a:pt x="30315" y="1198879"/>
                  </a:lnTo>
                  <a:lnTo>
                    <a:pt x="29649" y="1197609"/>
                  </a:lnTo>
                  <a:close/>
                </a:path>
                <a:path w="239395" h="1268729">
                  <a:moveTo>
                    <a:pt x="213530" y="1188719"/>
                  </a:moveTo>
                  <a:lnTo>
                    <a:pt x="211307" y="1193799"/>
                  </a:lnTo>
                  <a:lnTo>
                    <a:pt x="211499" y="1193799"/>
                  </a:lnTo>
                  <a:lnTo>
                    <a:pt x="209045" y="1198879"/>
                  </a:lnTo>
                  <a:lnTo>
                    <a:pt x="228450" y="1198879"/>
                  </a:lnTo>
                  <a:lnTo>
                    <a:pt x="229556" y="1196339"/>
                  </a:lnTo>
                  <a:lnTo>
                    <a:pt x="231707" y="1191259"/>
                  </a:lnTo>
                  <a:lnTo>
                    <a:pt x="232088" y="1189989"/>
                  </a:lnTo>
                  <a:lnTo>
                    <a:pt x="213358" y="1189989"/>
                  </a:lnTo>
                  <a:lnTo>
                    <a:pt x="213530" y="1188719"/>
                  </a:lnTo>
                  <a:close/>
                </a:path>
                <a:path w="239395" h="1268729">
                  <a:moveTo>
                    <a:pt x="25377" y="1188719"/>
                  </a:moveTo>
                  <a:lnTo>
                    <a:pt x="25537" y="1189989"/>
                  </a:lnTo>
                  <a:lnTo>
                    <a:pt x="25930" y="1189989"/>
                  </a:lnTo>
                  <a:lnTo>
                    <a:pt x="25377" y="1188719"/>
                  </a:lnTo>
                  <a:close/>
                </a:path>
                <a:path w="239395" h="1268729">
                  <a:moveTo>
                    <a:pt x="218296" y="1174749"/>
                  </a:moveTo>
                  <a:lnTo>
                    <a:pt x="216808" y="1179829"/>
                  </a:lnTo>
                  <a:lnTo>
                    <a:pt x="216938" y="1179829"/>
                  </a:lnTo>
                  <a:lnTo>
                    <a:pt x="215199" y="1184909"/>
                  </a:lnTo>
                  <a:lnTo>
                    <a:pt x="215340" y="1184909"/>
                  </a:lnTo>
                  <a:lnTo>
                    <a:pt x="213358" y="1189989"/>
                  </a:lnTo>
                  <a:lnTo>
                    <a:pt x="232088" y="1189989"/>
                  </a:lnTo>
                  <a:lnTo>
                    <a:pt x="233609" y="1184909"/>
                  </a:lnTo>
                  <a:lnTo>
                    <a:pt x="235337" y="1179829"/>
                  </a:lnTo>
                  <a:lnTo>
                    <a:pt x="236133" y="1176019"/>
                  </a:lnTo>
                  <a:lnTo>
                    <a:pt x="218195" y="1176019"/>
                  </a:lnTo>
                  <a:lnTo>
                    <a:pt x="218296" y="1174749"/>
                  </a:lnTo>
                  <a:close/>
                </a:path>
                <a:path w="239395" h="1268729">
                  <a:moveTo>
                    <a:pt x="20600" y="1174749"/>
                  </a:moveTo>
                  <a:lnTo>
                    <a:pt x="20711" y="1176019"/>
                  </a:lnTo>
                  <a:lnTo>
                    <a:pt x="20975" y="1176019"/>
                  </a:lnTo>
                  <a:lnTo>
                    <a:pt x="20600" y="1174749"/>
                  </a:lnTo>
                  <a:close/>
                </a:path>
                <a:path w="239395" h="1268729">
                  <a:moveTo>
                    <a:pt x="237213" y="99059"/>
                  </a:moveTo>
                  <a:lnTo>
                    <a:pt x="219341" y="99059"/>
                  </a:lnTo>
                  <a:lnTo>
                    <a:pt x="220317" y="104139"/>
                  </a:lnTo>
                  <a:lnTo>
                    <a:pt x="220697" y="107949"/>
                  </a:lnTo>
                  <a:lnTo>
                    <a:pt x="220910" y="109229"/>
                  </a:lnTo>
                  <a:lnTo>
                    <a:pt x="221247" y="114304"/>
                  </a:lnTo>
                  <a:lnTo>
                    <a:pt x="221249" y="1155699"/>
                  </a:lnTo>
                  <a:lnTo>
                    <a:pt x="221044" y="1158669"/>
                  </a:lnTo>
                  <a:lnTo>
                    <a:pt x="220671" y="1162049"/>
                  </a:lnTo>
                  <a:lnTo>
                    <a:pt x="220569" y="1162950"/>
                  </a:lnTo>
                  <a:lnTo>
                    <a:pt x="219341" y="1170939"/>
                  </a:lnTo>
                  <a:lnTo>
                    <a:pt x="219184" y="1170939"/>
                  </a:lnTo>
                  <a:lnTo>
                    <a:pt x="218195" y="1176019"/>
                  </a:lnTo>
                  <a:lnTo>
                    <a:pt x="236133" y="1176019"/>
                  </a:lnTo>
                  <a:lnTo>
                    <a:pt x="236664" y="1173479"/>
                  </a:lnTo>
                  <a:lnTo>
                    <a:pt x="237152" y="1170939"/>
                  </a:lnTo>
                  <a:lnTo>
                    <a:pt x="219341" y="1170939"/>
                  </a:lnTo>
                  <a:lnTo>
                    <a:pt x="219534" y="1169685"/>
                  </a:lnTo>
                  <a:lnTo>
                    <a:pt x="237393" y="1169685"/>
                  </a:lnTo>
                  <a:lnTo>
                    <a:pt x="237639" y="1168399"/>
                  </a:lnTo>
                  <a:lnTo>
                    <a:pt x="237699" y="1167154"/>
                  </a:lnTo>
                  <a:lnTo>
                    <a:pt x="238320" y="1162950"/>
                  </a:lnTo>
                  <a:lnTo>
                    <a:pt x="238358" y="1162696"/>
                  </a:lnTo>
                  <a:lnTo>
                    <a:pt x="238454" y="1162049"/>
                  </a:lnTo>
                  <a:lnTo>
                    <a:pt x="238907" y="1155699"/>
                  </a:lnTo>
                  <a:lnTo>
                    <a:pt x="238907" y="114304"/>
                  </a:lnTo>
                  <a:lnTo>
                    <a:pt x="238695" y="111330"/>
                  </a:lnTo>
                  <a:lnTo>
                    <a:pt x="238635" y="110489"/>
                  </a:lnTo>
                  <a:lnTo>
                    <a:pt x="238545" y="109229"/>
                  </a:lnTo>
                  <a:lnTo>
                    <a:pt x="238454" y="107949"/>
                  </a:lnTo>
                  <a:lnTo>
                    <a:pt x="237639" y="101599"/>
                  </a:lnTo>
                  <a:lnTo>
                    <a:pt x="237213" y="99059"/>
                  </a:lnTo>
                  <a:close/>
                </a:path>
                <a:path w="239395" h="1268729">
                  <a:moveTo>
                    <a:pt x="19477" y="1169685"/>
                  </a:moveTo>
                  <a:lnTo>
                    <a:pt x="19565" y="1170939"/>
                  </a:lnTo>
                  <a:lnTo>
                    <a:pt x="19721" y="1170939"/>
                  </a:lnTo>
                  <a:lnTo>
                    <a:pt x="19477" y="1169685"/>
                  </a:lnTo>
                  <a:close/>
                </a:path>
                <a:path w="239395" h="1268729">
                  <a:moveTo>
                    <a:pt x="18591" y="1164598"/>
                  </a:moveTo>
                  <a:lnTo>
                    <a:pt x="18650" y="1165859"/>
                  </a:lnTo>
                  <a:lnTo>
                    <a:pt x="18785" y="1165859"/>
                  </a:lnTo>
                  <a:lnTo>
                    <a:pt x="18591" y="1164598"/>
                  </a:lnTo>
                  <a:close/>
                </a:path>
                <a:path w="239395" h="1268729">
                  <a:moveTo>
                    <a:pt x="19721" y="99059"/>
                  </a:moveTo>
                  <a:lnTo>
                    <a:pt x="19565" y="99059"/>
                  </a:lnTo>
                  <a:lnTo>
                    <a:pt x="19474" y="100329"/>
                  </a:lnTo>
                  <a:lnTo>
                    <a:pt x="19721" y="99059"/>
                  </a:lnTo>
                  <a:close/>
                </a:path>
                <a:path w="239395" h="1268729">
                  <a:moveTo>
                    <a:pt x="236237" y="93979"/>
                  </a:moveTo>
                  <a:lnTo>
                    <a:pt x="218195" y="93979"/>
                  </a:lnTo>
                  <a:lnTo>
                    <a:pt x="219431" y="100329"/>
                  </a:lnTo>
                  <a:lnTo>
                    <a:pt x="219341" y="99059"/>
                  </a:lnTo>
                  <a:lnTo>
                    <a:pt x="237213" y="99059"/>
                  </a:lnTo>
                  <a:lnTo>
                    <a:pt x="236574" y="95249"/>
                  </a:lnTo>
                  <a:lnTo>
                    <a:pt x="236237" y="93979"/>
                  </a:lnTo>
                  <a:close/>
                </a:path>
                <a:path w="239395" h="1268729">
                  <a:moveTo>
                    <a:pt x="20900" y="93979"/>
                  </a:moveTo>
                  <a:lnTo>
                    <a:pt x="20711" y="93979"/>
                  </a:lnTo>
                  <a:lnTo>
                    <a:pt x="20600" y="95249"/>
                  </a:lnTo>
                  <a:lnTo>
                    <a:pt x="20900" y="93979"/>
                  </a:lnTo>
                  <a:close/>
                </a:path>
                <a:path w="239395" h="1268729">
                  <a:moveTo>
                    <a:pt x="234903" y="88899"/>
                  </a:moveTo>
                  <a:lnTo>
                    <a:pt x="216808" y="88899"/>
                  </a:lnTo>
                  <a:lnTo>
                    <a:pt x="218296" y="95249"/>
                  </a:lnTo>
                  <a:lnTo>
                    <a:pt x="218195" y="93979"/>
                  </a:lnTo>
                  <a:lnTo>
                    <a:pt x="236237" y="93979"/>
                  </a:lnTo>
                  <a:lnTo>
                    <a:pt x="234903" y="88899"/>
                  </a:lnTo>
                  <a:close/>
                </a:path>
                <a:path w="239395" h="1268729">
                  <a:moveTo>
                    <a:pt x="22403" y="88899"/>
                  </a:moveTo>
                  <a:lnTo>
                    <a:pt x="22099" y="88899"/>
                  </a:lnTo>
                  <a:lnTo>
                    <a:pt x="21968" y="90169"/>
                  </a:lnTo>
                  <a:lnTo>
                    <a:pt x="22403" y="88899"/>
                  </a:lnTo>
                  <a:close/>
                </a:path>
                <a:path w="239395" h="1268729">
                  <a:moveTo>
                    <a:pt x="221834" y="58419"/>
                  </a:moveTo>
                  <a:lnTo>
                    <a:pt x="201072" y="58419"/>
                  </a:lnTo>
                  <a:lnTo>
                    <a:pt x="204160" y="63499"/>
                  </a:lnTo>
                  <a:lnTo>
                    <a:pt x="203918" y="63499"/>
                  </a:lnTo>
                  <a:lnTo>
                    <a:pt x="206804" y="67309"/>
                  </a:lnTo>
                  <a:lnTo>
                    <a:pt x="206583" y="67309"/>
                  </a:lnTo>
                  <a:lnTo>
                    <a:pt x="209247" y="71119"/>
                  </a:lnTo>
                  <a:lnTo>
                    <a:pt x="209045" y="71119"/>
                  </a:lnTo>
                  <a:lnTo>
                    <a:pt x="211499" y="76199"/>
                  </a:lnTo>
                  <a:lnTo>
                    <a:pt x="211307" y="76199"/>
                  </a:lnTo>
                  <a:lnTo>
                    <a:pt x="213530" y="80009"/>
                  </a:lnTo>
                  <a:lnTo>
                    <a:pt x="213358" y="80009"/>
                  </a:lnTo>
                  <a:lnTo>
                    <a:pt x="215340" y="85089"/>
                  </a:lnTo>
                  <a:lnTo>
                    <a:pt x="215199" y="85089"/>
                  </a:lnTo>
                  <a:lnTo>
                    <a:pt x="216938" y="90169"/>
                  </a:lnTo>
                  <a:lnTo>
                    <a:pt x="216808" y="88899"/>
                  </a:lnTo>
                  <a:lnTo>
                    <a:pt x="234903" y="88899"/>
                  </a:lnTo>
                  <a:lnTo>
                    <a:pt x="224509" y="63499"/>
                  </a:lnTo>
                  <a:lnTo>
                    <a:pt x="221834" y="58419"/>
                  </a:lnTo>
                  <a:close/>
                </a:path>
                <a:path w="239395" h="1268729">
                  <a:moveTo>
                    <a:pt x="25864" y="79170"/>
                  </a:moveTo>
                  <a:lnTo>
                    <a:pt x="25377" y="80009"/>
                  </a:lnTo>
                  <a:lnTo>
                    <a:pt x="25537" y="80009"/>
                  </a:lnTo>
                  <a:lnTo>
                    <a:pt x="25864" y="79170"/>
                  </a:lnTo>
                  <a:close/>
                </a:path>
                <a:path w="239395" h="1268729">
                  <a:moveTo>
                    <a:pt x="38403" y="58419"/>
                  </a:moveTo>
                  <a:lnTo>
                    <a:pt x="37833" y="58419"/>
                  </a:lnTo>
                  <a:lnTo>
                    <a:pt x="37581" y="59689"/>
                  </a:lnTo>
                  <a:lnTo>
                    <a:pt x="38403" y="58419"/>
                  </a:lnTo>
                  <a:close/>
                </a:path>
                <a:path w="239395" h="1268729">
                  <a:moveTo>
                    <a:pt x="219512" y="54609"/>
                  </a:moveTo>
                  <a:lnTo>
                    <a:pt x="198036" y="54609"/>
                  </a:lnTo>
                  <a:lnTo>
                    <a:pt x="201324" y="59689"/>
                  </a:lnTo>
                  <a:lnTo>
                    <a:pt x="201072" y="58419"/>
                  </a:lnTo>
                  <a:lnTo>
                    <a:pt x="221834" y="58419"/>
                  </a:lnTo>
                  <a:lnTo>
                    <a:pt x="219512" y="54609"/>
                  </a:lnTo>
                  <a:close/>
                </a:path>
                <a:path w="239395" h="1268729">
                  <a:moveTo>
                    <a:pt x="41470" y="54609"/>
                  </a:moveTo>
                  <a:lnTo>
                    <a:pt x="40869" y="54609"/>
                  </a:lnTo>
                  <a:lnTo>
                    <a:pt x="40598" y="55879"/>
                  </a:lnTo>
                  <a:lnTo>
                    <a:pt x="41470" y="54609"/>
                  </a:lnTo>
                  <a:close/>
                </a:path>
                <a:path w="239395" h="1268729">
                  <a:moveTo>
                    <a:pt x="216949" y="50799"/>
                  </a:moveTo>
                  <a:lnTo>
                    <a:pt x="194819" y="50799"/>
                  </a:lnTo>
                  <a:lnTo>
                    <a:pt x="198297" y="55879"/>
                  </a:lnTo>
                  <a:lnTo>
                    <a:pt x="198036" y="54609"/>
                  </a:lnTo>
                  <a:lnTo>
                    <a:pt x="219512" y="54609"/>
                  </a:lnTo>
                  <a:lnTo>
                    <a:pt x="218738" y="53339"/>
                  </a:lnTo>
                  <a:lnTo>
                    <a:pt x="216949" y="50799"/>
                  </a:lnTo>
                  <a:close/>
                </a:path>
                <a:path w="239395" h="1268729">
                  <a:moveTo>
                    <a:pt x="45025" y="50799"/>
                  </a:moveTo>
                  <a:lnTo>
                    <a:pt x="44088" y="50799"/>
                  </a:lnTo>
                  <a:lnTo>
                    <a:pt x="43806" y="52069"/>
                  </a:lnTo>
                  <a:lnTo>
                    <a:pt x="45025" y="50799"/>
                  </a:lnTo>
                  <a:close/>
                </a:path>
                <a:path w="239395" h="1268729">
                  <a:moveTo>
                    <a:pt x="209058" y="40639"/>
                  </a:moveTo>
                  <a:lnTo>
                    <a:pt x="184171" y="40639"/>
                  </a:lnTo>
                  <a:lnTo>
                    <a:pt x="188193" y="44449"/>
                  </a:lnTo>
                  <a:lnTo>
                    <a:pt x="187882" y="44449"/>
                  </a:lnTo>
                  <a:lnTo>
                    <a:pt x="191733" y="48259"/>
                  </a:lnTo>
                  <a:lnTo>
                    <a:pt x="191431" y="48259"/>
                  </a:lnTo>
                  <a:lnTo>
                    <a:pt x="195101" y="52069"/>
                  </a:lnTo>
                  <a:lnTo>
                    <a:pt x="194819" y="50799"/>
                  </a:lnTo>
                  <a:lnTo>
                    <a:pt x="216949" y="50799"/>
                  </a:lnTo>
                  <a:lnTo>
                    <a:pt x="215159" y="48259"/>
                  </a:lnTo>
                  <a:lnTo>
                    <a:pt x="211871" y="44449"/>
                  </a:lnTo>
                  <a:lnTo>
                    <a:pt x="209058" y="40639"/>
                  </a:lnTo>
                  <a:close/>
                </a:path>
                <a:path w="239395" h="1268729">
                  <a:moveTo>
                    <a:pt x="55800" y="40639"/>
                  </a:moveTo>
                  <a:lnTo>
                    <a:pt x="54734" y="40639"/>
                  </a:lnTo>
                  <a:lnTo>
                    <a:pt x="54403" y="41909"/>
                  </a:lnTo>
                  <a:lnTo>
                    <a:pt x="55800" y="40639"/>
                  </a:lnTo>
                  <a:close/>
                </a:path>
                <a:path w="239395" h="1268729">
                  <a:moveTo>
                    <a:pt x="192463" y="25399"/>
                  </a:moveTo>
                  <a:lnTo>
                    <a:pt x="158955" y="25399"/>
                  </a:lnTo>
                  <a:lnTo>
                    <a:pt x="163863" y="27939"/>
                  </a:lnTo>
                  <a:lnTo>
                    <a:pt x="163480" y="27939"/>
                  </a:lnTo>
                  <a:lnTo>
                    <a:pt x="168256" y="30479"/>
                  </a:lnTo>
                  <a:lnTo>
                    <a:pt x="167883" y="30479"/>
                  </a:lnTo>
                  <a:lnTo>
                    <a:pt x="172519" y="33019"/>
                  </a:lnTo>
                  <a:lnTo>
                    <a:pt x="172157" y="33019"/>
                  </a:lnTo>
                  <a:lnTo>
                    <a:pt x="176652" y="35559"/>
                  </a:lnTo>
                  <a:lnTo>
                    <a:pt x="176300" y="35559"/>
                  </a:lnTo>
                  <a:lnTo>
                    <a:pt x="180643" y="38099"/>
                  </a:lnTo>
                  <a:lnTo>
                    <a:pt x="180310" y="38099"/>
                  </a:lnTo>
                  <a:lnTo>
                    <a:pt x="184494" y="41909"/>
                  </a:lnTo>
                  <a:lnTo>
                    <a:pt x="184171" y="40639"/>
                  </a:lnTo>
                  <a:lnTo>
                    <a:pt x="209058" y="40639"/>
                  </a:lnTo>
                  <a:lnTo>
                    <a:pt x="208121" y="39369"/>
                  </a:lnTo>
                  <a:lnTo>
                    <a:pt x="204170" y="35559"/>
                  </a:lnTo>
                  <a:lnTo>
                    <a:pt x="199716" y="31749"/>
                  </a:lnTo>
                  <a:lnTo>
                    <a:pt x="195694" y="27939"/>
                  </a:lnTo>
                  <a:lnTo>
                    <a:pt x="192463" y="25399"/>
                  </a:lnTo>
                  <a:close/>
                </a:path>
                <a:path w="239395" h="1268729">
                  <a:moveTo>
                    <a:pt x="82067" y="25399"/>
                  </a:moveTo>
                  <a:lnTo>
                    <a:pt x="79950" y="25399"/>
                  </a:lnTo>
                  <a:lnTo>
                    <a:pt x="79549" y="26669"/>
                  </a:lnTo>
                  <a:lnTo>
                    <a:pt x="82067" y="25399"/>
                  </a:lnTo>
                  <a:close/>
                </a:path>
                <a:path w="239395" h="1268729">
                  <a:moveTo>
                    <a:pt x="181648" y="17779"/>
                  </a:moveTo>
                  <a:lnTo>
                    <a:pt x="124490" y="17779"/>
                  </a:lnTo>
                  <a:lnTo>
                    <a:pt x="130111" y="19049"/>
                  </a:lnTo>
                  <a:lnTo>
                    <a:pt x="134776" y="19049"/>
                  </a:lnTo>
                  <a:lnTo>
                    <a:pt x="140236" y="20319"/>
                  </a:lnTo>
                  <a:lnTo>
                    <a:pt x="139802" y="20319"/>
                  </a:lnTo>
                  <a:lnTo>
                    <a:pt x="145162" y="21589"/>
                  </a:lnTo>
                  <a:lnTo>
                    <a:pt x="144739" y="21589"/>
                  </a:lnTo>
                  <a:lnTo>
                    <a:pt x="149998" y="22859"/>
                  </a:lnTo>
                  <a:lnTo>
                    <a:pt x="149575" y="22859"/>
                  </a:lnTo>
                  <a:lnTo>
                    <a:pt x="154724" y="24129"/>
                  </a:lnTo>
                  <a:lnTo>
                    <a:pt x="154321" y="24129"/>
                  </a:lnTo>
                  <a:lnTo>
                    <a:pt x="159348" y="26669"/>
                  </a:lnTo>
                  <a:lnTo>
                    <a:pt x="158955" y="25399"/>
                  </a:lnTo>
                  <a:lnTo>
                    <a:pt x="192463" y="25399"/>
                  </a:lnTo>
                  <a:lnTo>
                    <a:pt x="190848" y="24129"/>
                  </a:lnTo>
                  <a:lnTo>
                    <a:pt x="186494" y="21589"/>
                  </a:lnTo>
                  <a:lnTo>
                    <a:pt x="181648" y="17779"/>
                  </a:lnTo>
                  <a:close/>
                </a:path>
                <a:path w="239395" h="1268729">
                  <a:moveTo>
                    <a:pt x="125375" y="0"/>
                  </a:moveTo>
                  <a:lnTo>
                    <a:pt x="119232" y="0"/>
                  </a:lnTo>
                  <a:lnTo>
                    <a:pt x="113079" y="1269"/>
                  </a:lnTo>
                  <a:lnTo>
                    <a:pt x="131447" y="1269"/>
                  </a:lnTo>
                  <a:lnTo>
                    <a:pt x="125375" y="0"/>
                  </a:lnTo>
                  <a:close/>
                </a:path>
              </a:pathLst>
            </a:custGeom>
            <a:solidFill>
              <a:srgbClr val="52C98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8" name="object 8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874958" y="8952928"/>
              <a:ext cx="173736" cy="205104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4564888" y="7141972"/>
              <a:ext cx="236854" cy="1258570"/>
            </a:xfrm>
            <a:custGeom>
              <a:avLst/>
              <a:gdLst/>
              <a:ahLst/>
              <a:cxnLst/>
              <a:rect l="l" t="t" r="r" b="b"/>
              <a:pathLst>
                <a:path w="236854" h="1258570">
                  <a:moveTo>
                    <a:pt x="160464" y="0"/>
                  </a:moveTo>
                  <a:lnTo>
                    <a:pt x="76009" y="0"/>
                  </a:lnTo>
                  <a:lnTo>
                    <a:pt x="46380" y="5848"/>
                  </a:lnTo>
                  <a:lnTo>
                    <a:pt x="22237" y="22067"/>
                  </a:lnTo>
                  <a:lnTo>
                    <a:pt x="5978" y="46254"/>
                  </a:lnTo>
                  <a:lnTo>
                    <a:pt x="0" y="76009"/>
                  </a:lnTo>
                  <a:lnTo>
                    <a:pt x="0" y="1182370"/>
                  </a:lnTo>
                  <a:lnTo>
                    <a:pt x="5978" y="1212140"/>
                  </a:lnTo>
                  <a:lnTo>
                    <a:pt x="22237" y="1236330"/>
                  </a:lnTo>
                  <a:lnTo>
                    <a:pt x="46380" y="1252542"/>
                  </a:lnTo>
                  <a:lnTo>
                    <a:pt x="76009" y="1258379"/>
                  </a:lnTo>
                  <a:lnTo>
                    <a:pt x="160464" y="1258379"/>
                  </a:lnTo>
                  <a:lnTo>
                    <a:pt x="190093" y="1252542"/>
                  </a:lnTo>
                  <a:lnTo>
                    <a:pt x="214236" y="1236330"/>
                  </a:lnTo>
                  <a:lnTo>
                    <a:pt x="230495" y="1212140"/>
                  </a:lnTo>
                  <a:lnTo>
                    <a:pt x="236474" y="1182370"/>
                  </a:lnTo>
                  <a:lnTo>
                    <a:pt x="236474" y="76009"/>
                  </a:lnTo>
                  <a:lnTo>
                    <a:pt x="230495" y="46254"/>
                  </a:lnTo>
                  <a:lnTo>
                    <a:pt x="214236" y="22067"/>
                  </a:lnTo>
                  <a:lnTo>
                    <a:pt x="190093" y="5848"/>
                  </a:lnTo>
                  <a:lnTo>
                    <a:pt x="160464" y="0"/>
                  </a:lnTo>
                  <a:close/>
                </a:path>
              </a:pathLst>
            </a:custGeom>
            <a:solidFill>
              <a:srgbClr val="FEE7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4557518" y="7137972"/>
              <a:ext cx="251460" cy="1270000"/>
            </a:xfrm>
            <a:custGeom>
              <a:avLst/>
              <a:gdLst/>
              <a:ahLst/>
              <a:cxnLst/>
              <a:rect l="l" t="t" r="r" b="b"/>
              <a:pathLst>
                <a:path w="251460" h="1270000">
                  <a:moveTo>
                    <a:pt x="214515" y="1257299"/>
                  </a:moveTo>
                  <a:lnTo>
                    <a:pt x="36395" y="1257299"/>
                  </a:lnTo>
                  <a:lnTo>
                    <a:pt x="39763" y="1269999"/>
                  </a:lnTo>
                  <a:lnTo>
                    <a:pt x="211448" y="1269999"/>
                  </a:lnTo>
                  <a:lnTo>
                    <a:pt x="214515" y="1257299"/>
                  </a:lnTo>
                  <a:close/>
                </a:path>
                <a:path w="251460" h="1270000">
                  <a:moveTo>
                    <a:pt x="44841" y="1244599"/>
                  </a:moveTo>
                  <a:lnTo>
                    <a:pt x="21365" y="1244599"/>
                  </a:lnTo>
                  <a:lnTo>
                    <a:pt x="24371" y="1257299"/>
                  </a:lnTo>
                  <a:lnTo>
                    <a:pt x="47908" y="1257299"/>
                  </a:lnTo>
                  <a:lnTo>
                    <a:pt x="44841" y="1244599"/>
                  </a:lnTo>
                  <a:close/>
                </a:path>
                <a:path w="251460" h="1270000">
                  <a:moveTo>
                    <a:pt x="229607" y="1244599"/>
                  </a:moveTo>
                  <a:lnTo>
                    <a:pt x="206372" y="1244599"/>
                  </a:lnTo>
                  <a:lnTo>
                    <a:pt x="203305" y="1257299"/>
                  </a:lnTo>
                  <a:lnTo>
                    <a:pt x="226842" y="1257299"/>
                  </a:lnTo>
                  <a:lnTo>
                    <a:pt x="229607" y="1244599"/>
                  </a:lnTo>
                  <a:close/>
                </a:path>
                <a:path w="251460" h="1270000">
                  <a:moveTo>
                    <a:pt x="30393" y="1231899"/>
                  </a:moveTo>
                  <a:lnTo>
                    <a:pt x="11833" y="1231899"/>
                  </a:lnTo>
                  <a:lnTo>
                    <a:pt x="13985" y="1244599"/>
                  </a:lnTo>
                  <a:lnTo>
                    <a:pt x="32767" y="1244599"/>
                  </a:lnTo>
                  <a:lnTo>
                    <a:pt x="30393" y="1231899"/>
                  </a:lnTo>
                  <a:close/>
                </a:path>
                <a:path w="251460" h="1270000">
                  <a:moveTo>
                    <a:pt x="239189" y="1231899"/>
                  </a:moveTo>
                  <a:lnTo>
                    <a:pt x="220819" y="1231899"/>
                  </a:lnTo>
                  <a:lnTo>
                    <a:pt x="218446" y="1244599"/>
                  </a:lnTo>
                  <a:lnTo>
                    <a:pt x="237228" y="1244599"/>
                  </a:lnTo>
                  <a:lnTo>
                    <a:pt x="239189" y="1231899"/>
                  </a:lnTo>
                  <a:close/>
                </a:path>
                <a:path w="251460" h="1270000">
                  <a:moveTo>
                    <a:pt x="21586" y="1219199"/>
                  </a:moveTo>
                  <a:lnTo>
                    <a:pt x="6343" y="1219199"/>
                  </a:lnTo>
                  <a:lnTo>
                    <a:pt x="8003" y="1231899"/>
                  </a:lnTo>
                  <a:lnTo>
                    <a:pt x="23265" y="1231899"/>
                  </a:lnTo>
                  <a:lnTo>
                    <a:pt x="21586" y="1219199"/>
                  </a:lnTo>
                  <a:close/>
                </a:path>
                <a:path w="251460" h="1270000">
                  <a:moveTo>
                    <a:pt x="244868" y="1219199"/>
                  </a:moveTo>
                  <a:lnTo>
                    <a:pt x="229627" y="1219199"/>
                  </a:lnTo>
                  <a:lnTo>
                    <a:pt x="227958" y="1231899"/>
                  </a:lnTo>
                  <a:lnTo>
                    <a:pt x="243050" y="1231899"/>
                  </a:lnTo>
                  <a:lnTo>
                    <a:pt x="244868" y="1219199"/>
                  </a:lnTo>
                  <a:close/>
                </a:path>
                <a:path w="251460" h="1270000">
                  <a:moveTo>
                    <a:pt x="17052" y="1206499"/>
                  </a:moveTo>
                  <a:lnTo>
                    <a:pt x="1609" y="1206499"/>
                  </a:lnTo>
                  <a:lnTo>
                    <a:pt x="2543" y="1219199"/>
                  </a:lnTo>
                  <a:lnTo>
                    <a:pt x="17966" y="1219199"/>
                  </a:lnTo>
                  <a:lnTo>
                    <a:pt x="17052" y="1206499"/>
                  </a:lnTo>
                  <a:close/>
                </a:path>
                <a:path w="251460" h="1270000">
                  <a:moveTo>
                    <a:pt x="249685" y="1206499"/>
                  </a:moveTo>
                  <a:lnTo>
                    <a:pt x="234061" y="1206499"/>
                  </a:lnTo>
                  <a:lnTo>
                    <a:pt x="233136" y="1219199"/>
                  </a:lnTo>
                  <a:lnTo>
                    <a:pt x="248759" y="1219199"/>
                  </a:lnTo>
                  <a:lnTo>
                    <a:pt x="249685" y="1206499"/>
                  </a:lnTo>
                  <a:close/>
                </a:path>
                <a:path w="251460" h="1270000">
                  <a:moveTo>
                    <a:pt x="15060" y="76199"/>
                  </a:moveTo>
                  <a:lnTo>
                    <a:pt x="0" y="76199"/>
                  </a:lnTo>
                  <a:lnTo>
                    <a:pt x="0" y="1193799"/>
                  </a:lnTo>
                  <a:lnTo>
                    <a:pt x="331" y="1206499"/>
                  </a:lnTo>
                  <a:lnTo>
                    <a:pt x="15332" y="1206499"/>
                  </a:lnTo>
                  <a:lnTo>
                    <a:pt x="15040" y="1193799"/>
                  </a:lnTo>
                  <a:lnTo>
                    <a:pt x="15060" y="76199"/>
                  </a:lnTo>
                  <a:close/>
                </a:path>
                <a:path w="251460" h="1270000">
                  <a:moveTo>
                    <a:pt x="15292" y="1193799"/>
                  </a:moveTo>
                  <a:lnTo>
                    <a:pt x="15332" y="1206499"/>
                  </a:lnTo>
                  <a:lnTo>
                    <a:pt x="15714" y="1206499"/>
                  </a:lnTo>
                  <a:lnTo>
                    <a:pt x="15292" y="1193799"/>
                  </a:lnTo>
                  <a:close/>
                </a:path>
                <a:path w="251460" h="1270000">
                  <a:moveTo>
                    <a:pt x="235921" y="1193799"/>
                  </a:moveTo>
                  <a:lnTo>
                    <a:pt x="235438" y="1206499"/>
                  </a:lnTo>
                  <a:lnTo>
                    <a:pt x="235880" y="1206499"/>
                  </a:lnTo>
                  <a:lnTo>
                    <a:pt x="235921" y="1193799"/>
                  </a:lnTo>
                  <a:close/>
                </a:path>
                <a:path w="251460" h="1270000">
                  <a:moveTo>
                    <a:pt x="251213" y="76199"/>
                  </a:moveTo>
                  <a:lnTo>
                    <a:pt x="236173" y="76199"/>
                  </a:lnTo>
                  <a:lnTo>
                    <a:pt x="236253" y="1193799"/>
                  </a:lnTo>
                  <a:lnTo>
                    <a:pt x="235880" y="1206499"/>
                  </a:lnTo>
                  <a:lnTo>
                    <a:pt x="250921" y="1206499"/>
                  </a:lnTo>
                  <a:lnTo>
                    <a:pt x="251213" y="1193799"/>
                  </a:lnTo>
                  <a:lnTo>
                    <a:pt x="251213" y="76199"/>
                  </a:lnTo>
                  <a:close/>
                </a:path>
                <a:path w="251460" h="1270000">
                  <a:moveTo>
                    <a:pt x="17152" y="63499"/>
                  </a:moveTo>
                  <a:lnTo>
                    <a:pt x="1537" y="63499"/>
                  </a:lnTo>
                  <a:lnTo>
                    <a:pt x="864" y="76199"/>
                  </a:lnTo>
                  <a:lnTo>
                    <a:pt x="16377" y="76199"/>
                  </a:lnTo>
                  <a:lnTo>
                    <a:pt x="17152" y="63499"/>
                  </a:lnTo>
                  <a:close/>
                </a:path>
                <a:path w="251460" h="1270000">
                  <a:moveTo>
                    <a:pt x="249685" y="63499"/>
                  </a:moveTo>
                  <a:lnTo>
                    <a:pt x="234161" y="63499"/>
                  </a:lnTo>
                  <a:lnTo>
                    <a:pt x="234905" y="76199"/>
                  </a:lnTo>
                  <a:lnTo>
                    <a:pt x="250348" y="76199"/>
                  </a:lnTo>
                  <a:lnTo>
                    <a:pt x="249685" y="63499"/>
                  </a:lnTo>
                  <a:close/>
                </a:path>
                <a:path w="251460" h="1270000">
                  <a:moveTo>
                    <a:pt x="21747" y="50799"/>
                  </a:moveTo>
                  <a:lnTo>
                    <a:pt x="6343" y="50799"/>
                  </a:lnTo>
                  <a:lnTo>
                    <a:pt x="4866" y="63499"/>
                  </a:lnTo>
                  <a:lnTo>
                    <a:pt x="20238" y="63499"/>
                  </a:lnTo>
                  <a:lnTo>
                    <a:pt x="21747" y="50799"/>
                  </a:lnTo>
                  <a:close/>
                </a:path>
                <a:path w="251460" h="1270000">
                  <a:moveTo>
                    <a:pt x="244868" y="50799"/>
                  </a:moveTo>
                  <a:lnTo>
                    <a:pt x="229466" y="50799"/>
                  </a:lnTo>
                  <a:lnTo>
                    <a:pt x="230985" y="63499"/>
                  </a:lnTo>
                  <a:lnTo>
                    <a:pt x="246346" y="63499"/>
                  </a:lnTo>
                  <a:lnTo>
                    <a:pt x="244868" y="50799"/>
                  </a:lnTo>
                  <a:close/>
                </a:path>
                <a:path w="251460" h="1270000">
                  <a:moveTo>
                    <a:pt x="30624" y="38099"/>
                  </a:moveTo>
                  <a:lnTo>
                    <a:pt x="12024" y="38099"/>
                  </a:lnTo>
                  <a:lnTo>
                    <a:pt x="10013" y="50799"/>
                  </a:lnTo>
                  <a:lnTo>
                    <a:pt x="28373" y="50799"/>
                  </a:lnTo>
                  <a:lnTo>
                    <a:pt x="30624" y="38099"/>
                  </a:lnTo>
                  <a:close/>
                </a:path>
                <a:path w="251460" h="1270000">
                  <a:moveTo>
                    <a:pt x="239379" y="38099"/>
                  </a:moveTo>
                  <a:lnTo>
                    <a:pt x="220588" y="38099"/>
                  </a:lnTo>
                  <a:lnTo>
                    <a:pt x="222840" y="50799"/>
                  </a:lnTo>
                  <a:lnTo>
                    <a:pt x="241380" y="50799"/>
                  </a:lnTo>
                  <a:lnTo>
                    <a:pt x="239379" y="38099"/>
                  </a:lnTo>
                  <a:close/>
                </a:path>
                <a:path w="251460" h="1270000">
                  <a:moveTo>
                    <a:pt x="42458" y="25399"/>
                  </a:moveTo>
                  <a:lnTo>
                    <a:pt x="21365" y="25399"/>
                  </a:lnTo>
                  <a:lnTo>
                    <a:pt x="18992" y="38099"/>
                  </a:lnTo>
                  <a:lnTo>
                    <a:pt x="39603" y="38099"/>
                  </a:lnTo>
                  <a:lnTo>
                    <a:pt x="42458" y="25399"/>
                  </a:lnTo>
                  <a:close/>
                </a:path>
                <a:path w="251460" h="1270000">
                  <a:moveTo>
                    <a:pt x="229848" y="25399"/>
                  </a:moveTo>
                  <a:lnTo>
                    <a:pt x="208754" y="25399"/>
                  </a:lnTo>
                  <a:lnTo>
                    <a:pt x="211609" y="38099"/>
                  </a:lnTo>
                  <a:lnTo>
                    <a:pt x="232451" y="38099"/>
                  </a:lnTo>
                  <a:lnTo>
                    <a:pt x="229848" y="25399"/>
                  </a:lnTo>
                  <a:close/>
                </a:path>
                <a:path w="251460" h="1270000">
                  <a:moveTo>
                    <a:pt x="72862" y="12699"/>
                  </a:moveTo>
                  <a:lnTo>
                    <a:pt x="36697" y="12699"/>
                  </a:lnTo>
                  <a:lnTo>
                    <a:pt x="33430" y="25399"/>
                  </a:lnTo>
                  <a:lnTo>
                    <a:pt x="69142" y="25399"/>
                  </a:lnTo>
                  <a:lnTo>
                    <a:pt x="72862" y="12699"/>
                  </a:lnTo>
                  <a:close/>
                </a:path>
                <a:path w="251460" h="1270000">
                  <a:moveTo>
                    <a:pt x="214817" y="12699"/>
                  </a:moveTo>
                  <a:lnTo>
                    <a:pt x="178351" y="12699"/>
                  </a:lnTo>
                  <a:lnTo>
                    <a:pt x="182071" y="25399"/>
                  </a:lnTo>
                  <a:lnTo>
                    <a:pt x="218075" y="25399"/>
                  </a:lnTo>
                  <a:lnTo>
                    <a:pt x="214817" y="12699"/>
                  </a:lnTo>
                  <a:close/>
                </a:path>
                <a:path w="251460" h="1270000">
                  <a:moveTo>
                    <a:pt x="192708" y="0"/>
                  </a:moveTo>
                  <a:lnTo>
                    <a:pt x="62094" y="0"/>
                  </a:lnTo>
                  <a:lnTo>
                    <a:pt x="58153" y="12699"/>
                  </a:lnTo>
                  <a:lnTo>
                    <a:pt x="196931" y="12699"/>
                  </a:lnTo>
                  <a:lnTo>
                    <a:pt x="192708" y="0"/>
                  </a:lnTo>
                  <a:close/>
                </a:path>
              </a:pathLst>
            </a:custGeom>
            <a:solidFill>
              <a:srgbClr val="F2A0B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1" name="object 9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583407" y="7234872"/>
              <a:ext cx="199434" cy="201998"/>
            </a:xfrm>
            <a:prstGeom prst="rect">
              <a:avLst/>
            </a:prstGeom>
          </p:spPr>
        </p:pic>
      </p:grpSp>
      <p:sp>
        <p:nvSpPr>
          <p:cNvPr id="92" name="object 92"/>
          <p:cNvSpPr txBox="1"/>
          <p:nvPr/>
        </p:nvSpPr>
        <p:spPr>
          <a:xfrm>
            <a:off x="4622226" y="7487673"/>
            <a:ext cx="424180" cy="74422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353060">
              <a:lnSpc>
                <a:spcPts val="1295"/>
              </a:lnSpc>
            </a:pPr>
            <a:r>
              <a:rPr dirty="0" sz="1250" spc="-20">
                <a:solidFill>
                  <a:srgbClr val="C0182F"/>
                </a:solidFill>
                <a:latin typeface="Segoe UI Symbol"/>
                <a:cs typeface="Segoe UI Symbol"/>
              </a:rPr>
              <a:t>RISK</a:t>
            </a:r>
            <a:endParaRPr sz="125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dirty="0" sz="600" b="1">
                <a:solidFill>
                  <a:srgbClr val="26323C"/>
                </a:solidFill>
                <a:latin typeface="Segoe UI Symbol"/>
                <a:cs typeface="Segoe UI Symbol"/>
              </a:rPr>
              <a:t>Weak</a:t>
            </a:r>
            <a:r>
              <a:rPr dirty="0" sz="600" spc="35" b="1">
                <a:solidFill>
                  <a:srgbClr val="26323C"/>
                </a:solidFill>
                <a:latin typeface="Segoe UI Symbol"/>
                <a:cs typeface="Segoe UI Symbol"/>
              </a:rPr>
              <a:t> </a:t>
            </a:r>
            <a:r>
              <a:rPr dirty="0" sz="600" spc="-10" b="1">
                <a:solidFill>
                  <a:srgbClr val="26323C"/>
                </a:solidFill>
                <a:latin typeface="Segoe UI Symbol"/>
                <a:cs typeface="Segoe UI Symbol"/>
              </a:rPr>
              <a:t>authentication</a:t>
            </a:r>
            <a:endParaRPr sz="600">
              <a:latin typeface="Segoe UI Symbol"/>
              <a:cs typeface="Segoe UI Symbol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4557518" y="8419655"/>
            <a:ext cx="251460" cy="1576070"/>
            <a:chOff x="4557518" y="8419655"/>
            <a:chExt cx="251460" cy="1576070"/>
          </a:xfrm>
        </p:grpSpPr>
        <p:pic>
          <p:nvPicPr>
            <p:cNvPr id="94" name="object 9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616767" y="8419655"/>
              <a:ext cx="132714" cy="276288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4564888" y="8717661"/>
              <a:ext cx="236854" cy="1270635"/>
            </a:xfrm>
            <a:custGeom>
              <a:avLst/>
              <a:gdLst/>
              <a:ahLst/>
              <a:cxnLst/>
              <a:rect l="l" t="t" r="r" b="b"/>
              <a:pathLst>
                <a:path w="236854" h="1270634">
                  <a:moveTo>
                    <a:pt x="160464" y="0"/>
                  </a:moveTo>
                  <a:lnTo>
                    <a:pt x="76009" y="0"/>
                  </a:lnTo>
                  <a:lnTo>
                    <a:pt x="46380" y="6165"/>
                  </a:lnTo>
                  <a:lnTo>
                    <a:pt x="22237" y="22489"/>
                  </a:lnTo>
                  <a:lnTo>
                    <a:pt x="5978" y="46571"/>
                  </a:lnTo>
                  <a:lnTo>
                    <a:pt x="0" y="76009"/>
                  </a:lnTo>
                  <a:lnTo>
                    <a:pt x="0" y="1194434"/>
                  </a:lnTo>
                  <a:lnTo>
                    <a:pt x="5978" y="1224041"/>
                  </a:lnTo>
                  <a:lnTo>
                    <a:pt x="22237" y="1248177"/>
                  </a:lnTo>
                  <a:lnTo>
                    <a:pt x="46380" y="1264444"/>
                  </a:lnTo>
                  <a:lnTo>
                    <a:pt x="76009" y="1270444"/>
                  </a:lnTo>
                  <a:lnTo>
                    <a:pt x="160464" y="1270444"/>
                  </a:lnTo>
                  <a:lnTo>
                    <a:pt x="190093" y="1264444"/>
                  </a:lnTo>
                  <a:lnTo>
                    <a:pt x="214236" y="1248177"/>
                  </a:lnTo>
                  <a:lnTo>
                    <a:pt x="230495" y="1224041"/>
                  </a:lnTo>
                  <a:lnTo>
                    <a:pt x="236474" y="1194434"/>
                  </a:lnTo>
                  <a:lnTo>
                    <a:pt x="236474" y="76009"/>
                  </a:lnTo>
                  <a:lnTo>
                    <a:pt x="230495" y="46571"/>
                  </a:lnTo>
                  <a:lnTo>
                    <a:pt x="214236" y="22489"/>
                  </a:lnTo>
                  <a:lnTo>
                    <a:pt x="190093" y="6165"/>
                  </a:lnTo>
                  <a:lnTo>
                    <a:pt x="160464" y="0"/>
                  </a:lnTo>
                  <a:close/>
                </a:path>
              </a:pathLst>
            </a:custGeom>
            <a:solidFill>
              <a:srgbClr val="D9F9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4557518" y="8712735"/>
              <a:ext cx="251460" cy="1282700"/>
            </a:xfrm>
            <a:custGeom>
              <a:avLst/>
              <a:gdLst/>
              <a:ahLst/>
              <a:cxnLst/>
              <a:rect l="l" t="t" r="r" b="b"/>
              <a:pathLst>
                <a:path w="251460" h="1282700">
                  <a:moveTo>
                    <a:pt x="214515" y="1269999"/>
                  </a:moveTo>
                  <a:lnTo>
                    <a:pt x="36697" y="1269999"/>
                  </a:lnTo>
                  <a:lnTo>
                    <a:pt x="39763" y="1282699"/>
                  </a:lnTo>
                  <a:lnTo>
                    <a:pt x="211137" y="1282699"/>
                  </a:lnTo>
                  <a:lnTo>
                    <a:pt x="214515" y="1269999"/>
                  </a:lnTo>
                  <a:close/>
                </a:path>
                <a:path w="251460" h="1282700">
                  <a:moveTo>
                    <a:pt x="44841" y="1257299"/>
                  </a:moveTo>
                  <a:lnTo>
                    <a:pt x="21365" y="1257299"/>
                  </a:lnTo>
                  <a:lnTo>
                    <a:pt x="24119" y="1269999"/>
                  </a:lnTo>
                  <a:lnTo>
                    <a:pt x="47908" y="1269999"/>
                  </a:lnTo>
                  <a:lnTo>
                    <a:pt x="44841" y="1257299"/>
                  </a:lnTo>
                  <a:close/>
                </a:path>
                <a:path w="251460" h="1282700">
                  <a:moveTo>
                    <a:pt x="229607" y="1257299"/>
                  </a:moveTo>
                  <a:lnTo>
                    <a:pt x="206372" y="1257299"/>
                  </a:lnTo>
                  <a:lnTo>
                    <a:pt x="203305" y="1269999"/>
                  </a:lnTo>
                  <a:lnTo>
                    <a:pt x="226842" y="1269999"/>
                  </a:lnTo>
                  <a:lnTo>
                    <a:pt x="229607" y="1257299"/>
                  </a:lnTo>
                  <a:close/>
                </a:path>
                <a:path w="251460" h="1282700">
                  <a:moveTo>
                    <a:pt x="30393" y="1244599"/>
                  </a:moveTo>
                  <a:lnTo>
                    <a:pt x="11833" y="1244599"/>
                  </a:lnTo>
                  <a:lnTo>
                    <a:pt x="13985" y="1257299"/>
                  </a:lnTo>
                  <a:lnTo>
                    <a:pt x="32767" y="1257299"/>
                  </a:lnTo>
                  <a:lnTo>
                    <a:pt x="30393" y="1244599"/>
                  </a:lnTo>
                  <a:close/>
                </a:path>
                <a:path w="251460" h="1282700">
                  <a:moveTo>
                    <a:pt x="239189" y="1244599"/>
                  </a:moveTo>
                  <a:lnTo>
                    <a:pt x="220819" y="1244599"/>
                  </a:lnTo>
                  <a:lnTo>
                    <a:pt x="218446" y="1257299"/>
                  </a:lnTo>
                  <a:lnTo>
                    <a:pt x="237228" y="1257299"/>
                  </a:lnTo>
                  <a:lnTo>
                    <a:pt x="239189" y="1244599"/>
                  </a:lnTo>
                  <a:close/>
                </a:path>
                <a:path w="251460" h="1282700">
                  <a:moveTo>
                    <a:pt x="21586" y="1231899"/>
                  </a:moveTo>
                  <a:lnTo>
                    <a:pt x="6343" y="1231899"/>
                  </a:lnTo>
                  <a:lnTo>
                    <a:pt x="8003" y="1244599"/>
                  </a:lnTo>
                  <a:lnTo>
                    <a:pt x="23265" y="1244599"/>
                  </a:lnTo>
                  <a:lnTo>
                    <a:pt x="21586" y="1231899"/>
                  </a:lnTo>
                  <a:close/>
                </a:path>
                <a:path w="251460" h="1282700">
                  <a:moveTo>
                    <a:pt x="244869" y="1231899"/>
                  </a:moveTo>
                  <a:lnTo>
                    <a:pt x="229627" y="1231899"/>
                  </a:lnTo>
                  <a:lnTo>
                    <a:pt x="227958" y="1244599"/>
                  </a:lnTo>
                  <a:lnTo>
                    <a:pt x="243050" y="1244599"/>
                  </a:lnTo>
                  <a:lnTo>
                    <a:pt x="244869" y="1231899"/>
                  </a:lnTo>
                  <a:close/>
                </a:path>
                <a:path w="251460" h="1282700">
                  <a:moveTo>
                    <a:pt x="17052" y="1219199"/>
                  </a:moveTo>
                  <a:lnTo>
                    <a:pt x="1609" y="1219199"/>
                  </a:lnTo>
                  <a:lnTo>
                    <a:pt x="2543" y="1231899"/>
                  </a:lnTo>
                  <a:lnTo>
                    <a:pt x="17966" y="1231899"/>
                  </a:lnTo>
                  <a:lnTo>
                    <a:pt x="17052" y="1219199"/>
                  </a:lnTo>
                  <a:close/>
                </a:path>
                <a:path w="251460" h="1282700">
                  <a:moveTo>
                    <a:pt x="249685" y="1219199"/>
                  </a:moveTo>
                  <a:lnTo>
                    <a:pt x="234061" y="1219199"/>
                  </a:lnTo>
                  <a:lnTo>
                    <a:pt x="233136" y="1231899"/>
                  </a:lnTo>
                  <a:lnTo>
                    <a:pt x="248759" y="1231899"/>
                  </a:lnTo>
                  <a:lnTo>
                    <a:pt x="249685" y="1219199"/>
                  </a:lnTo>
                  <a:close/>
                </a:path>
                <a:path w="251460" h="1282700">
                  <a:moveTo>
                    <a:pt x="15332" y="76199"/>
                  </a:moveTo>
                  <a:lnTo>
                    <a:pt x="292" y="76199"/>
                  </a:lnTo>
                  <a:lnTo>
                    <a:pt x="0" y="88899"/>
                  </a:lnTo>
                  <a:lnTo>
                    <a:pt x="0" y="1206499"/>
                  </a:lnTo>
                  <a:lnTo>
                    <a:pt x="331" y="1219199"/>
                  </a:lnTo>
                  <a:lnTo>
                    <a:pt x="15332" y="1219199"/>
                  </a:lnTo>
                  <a:lnTo>
                    <a:pt x="15040" y="1206499"/>
                  </a:lnTo>
                  <a:lnTo>
                    <a:pt x="14960" y="88899"/>
                  </a:lnTo>
                  <a:lnTo>
                    <a:pt x="15332" y="76199"/>
                  </a:lnTo>
                  <a:close/>
                </a:path>
                <a:path w="251460" h="1282700">
                  <a:moveTo>
                    <a:pt x="15292" y="1206499"/>
                  </a:moveTo>
                  <a:lnTo>
                    <a:pt x="15332" y="1219199"/>
                  </a:lnTo>
                  <a:lnTo>
                    <a:pt x="15714" y="1219199"/>
                  </a:lnTo>
                  <a:lnTo>
                    <a:pt x="15292" y="1206499"/>
                  </a:lnTo>
                  <a:close/>
                </a:path>
                <a:path w="251460" h="1282700">
                  <a:moveTo>
                    <a:pt x="235921" y="1206499"/>
                  </a:moveTo>
                  <a:lnTo>
                    <a:pt x="235438" y="1219199"/>
                  </a:lnTo>
                  <a:lnTo>
                    <a:pt x="235880" y="1219199"/>
                  </a:lnTo>
                  <a:lnTo>
                    <a:pt x="235921" y="1206499"/>
                  </a:lnTo>
                  <a:close/>
                </a:path>
                <a:path w="251460" h="1282700">
                  <a:moveTo>
                    <a:pt x="250882" y="76199"/>
                  </a:moveTo>
                  <a:lnTo>
                    <a:pt x="235921" y="76199"/>
                  </a:lnTo>
                  <a:lnTo>
                    <a:pt x="236173" y="88899"/>
                  </a:lnTo>
                  <a:lnTo>
                    <a:pt x="236253" y="1206499"/>
                  </a:lnTo>
                  <a:lnTo>
                    <a:pt x="235880" y="1219199"/>
                  </a:lnTo>
                  <a:lnTo>
                    <a:pt x="250921" y="1219199"/>
                  </a:lnTo>
                  <a:lnTo>
                    <a:pt x="251213" y="1206499"/>
                  </a:lnTo>
                  <a:lnTo>
                    <a:pt x="251213" y="88899"/>
                  </a:lnTo>
                  <a:lnTo>
                    <a:pt x="250882" y="76199"/>
                  </a:lnTo>
                  <a:close/>
                </a:path>
                <a:path w="251460" h="1282700">
                  <a:moveTo>
                    <a:pt x="18077" y="63499"/>
                  </a:moveTo>
                  <a:lnTo>
                    <a:pt x="2453" y="63499"/>
                  </a:lnTo>
                  <a:lnTo>
                    <a:pt x="1609" y="76199"/>
                  </a:lnTo>
                  <a:lnTo>
                    <a:pt x="17152" y="76199"/>
                  </a:lnTo>
                  <a:lnTo>
                    <a:pt x="18077" y="63499"/>
                  </a:lnTo>
                  <a:close/>
                </a:path>
                <a:path w="251460" h="1282700">
                  <a:moveTo>
                    <a:pt x="248669" y="63499"/>
                  </a:moveTo>
                  <a:lnTo>
                    <a:pt x="233246" y="63499"/>
                  </a:lnTo>
                  <a:lnTo>
                    <a:pt x="234161" y="76199"/>
                  </a:lnTo>
                  <a:lnTo>
                    <a:pt x="249685" y="76199"/>
                  </a:lnTo>
                  <a:lnTo>
                    <a:pt x="248669" y="63499"/>
                  </a:lnTo>
                  <a:close/>
                </a:path>
                <a:path w="251460" h="1282700">
                  <a:moveTo>
                    <a:pt x="23265" y="50799"/>
                  </a:moveTo>
                  <a:lnTo>
                    <a:pt x="6343" y="50799"/>
                  </a:lnTo>
                  <a:lnTo>
                    <a:pt x="4997" y="63499"/>
                  </a:lnTo>
                  <a:lnTo>
                    <a:pt x="21586" y="63499"/>
                  </a:lnTo>
                  <a:lnTo>
                    <a:pt x="23265" y="50799"/>
                  </a:lnTo>
                  <a:close/>
                </a:path>
                <a:path w="251460" h="1282700">
                  <a:moveTo>
                    <a:pt x="244868" y="50799"/>
                  </a:moveTo>
                  <a:lnTo>
                    <a:pt x="227958" y="50799"/>
                  </a:lnTo>
                  <a:lnTo>
                    <a:pt x="229627" y="63499"/>
                  </a:lnTo>
                  <a:lnTo>
                    <a:pt x="246346" y="63499"/>
                  </a:lnTo>
                  <a:lnTo>
                    <a:pt x="244868" y="50799"/>
                  </a:lnTo>
                  <a:close/>
                </a:path>
                <a:path w="251460" h="1282700">
                  <a:moveTo>
                    <a:pt x="30624" y="38099"/>
                  </a:moveTo>
                  <a:lnTo>
                    <a:pt x="12024" y="38099"/>
                  </a:lnTo>
                  <a:lnTo>
                    <a:pt x="10013" y="50799"/>
                  </a:lnTo>
                  <a:lnTo>
                    <a:pt x="28373" y="50799"/>
                  </a:lnTo>
                  <a:lnTo>
                    <a:pt x="30624" y="38099"/>
                  </a:lnTo>
                  <a:close/>
                </a:path>
                <a:path w="251460" h="1282700">
                  <a:moveTo>
                    <a:pt x="239379" y="38099"/>
                  </a:moveTo>
                  <a:lnTo>
                    <a:pt x="220588" y="38099"/>
                  </a:lnTo>
                  <a:lnTo>
                    <a:pt x="222840" y="50799"/>
                  </a:lnTo>
                  <a:lnTo>
                    <a:pt x="241380" y="50799"/>
                  </a:lnTo>
                  <a:lnTo>
                    <a:pt x="239379" y="38099"/>
                  </a:lnTo>
                  <a:close/>
                </a:path>
                <a:path w="251460" h="1282700">
                  <a:moveTo>
                    <a:pt x="45143" y="25399"/>
                  </a:moveTo>
                  <a:lnTo>
                    <a:pt x="21365" y="25399"/>
                  </a:lnTo>
                  <a:lnTo>
                    <a:pt x="18992" y="38099"/>
                  </a:lnTo>
                  <a:lnTo>
                    <a:pt x="42176" y="38099"/>
                  </a:lnTo>
                  <a:lnTo>
                    <a:pt x="45143" y="25399"/>
                  </a:lnTo>
                  <a:close/>
                </a:path>
                <a:path w="251460" h="1282700">
                  <a:moveTo>
                    <a:pt x="229848" y="25399"/>
                  </a:moveTo>
                  <a:lnTo>
                    <a:pt x="206080" y="25399"/>
                  </a:lnTo>
                  <a:lnTo>
                    <a:pt x="209045" y="38099"/>
                  </a:lnTo>
                  <a:lnTo>
                    <a:pt x="232451" y="38099"/>
                  </a:lnTo>
                  <a:lnTo>
                    <a:pt x="229848" y="25399"/>
                  </a:lnTo>
                  <a:close/>
                </a:path>
                <a:path w="251460" h="1282700">
                  <a:moveTo>
                    <a:pt x="214817" y="12699"/>
                  </a:moveTo>
                  <a:lnTo>
                    <a:pt x="36697" y="12699"/>
                  </a:lnTo>
                  <a:lnTo>
                    <a:pt x="33430" y="25399"/>
                  </a:lnTo>
                  <a:lnTo>
                    <a:pt x="218075" y="25399"/>
                  </a:lnTo>
                  <a:lnTo>
                    <a:pt x="214817" y="12699"/>
                  </a:lnTo>
                  <a:close/>
                </a:path>
                <a:path w="251460" h="1282700">
                  <a:moveTo>
                    <a:pt x="184725" y="0"/>
                  </a:moveTo>
                  <a:lnTo>
                    <a:pt x="66116" y="0"/>
                  </a:lnTo>
                  <a:lnTo>
                    <a:pt x="62094" y="12699"/>
                  </a:lnTo>
                  <a:lnTo>
                    <a:pt x="188757" y="12699"/>
                  </a:lnTo>
                  <a:lnTo>
                    <a:pt x="184725" y="0"/>
                  </a:lnTo>
                  <a:close/>
                </a:path>
              </a:pathLst>
            </a:custGeom>
            <a:solidFill>
              <a:srgbClr val="52C98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7" name="object 9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583407" y="8811768"/>
              <a:ext cx="199434" cy="201364"/>
            </a:xfrm>
            <a:prstGeom prst="rect">
              <a:avLst/>
            </a:prstGeom>
          </p:spPr>
        </p:pic>
      </p:grpSp>
      <p:sp>
        <p:nvSpPr>
          <p:cNvPr id="98" name="object 98"/>
          <p:cNvSpPr txBox="1"/>
          <p:nvPr/>
        </p:nvSpPr>
        <p:spPr>
          <a:xfrm>
            <a:off x="4622226" y="9048984"/>
            <a:ext cx="424180" cy="896619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93675">
              <a:lnSpc>
                <a:spcPts val="1295"/>
              </a:lnSpc>
            </a:pPr>
            <a:r>
              <a:rPr dirty="0" sz="1250" spc="-60">
                <a:solidFill>
                  <a:srgbClr val="157A46"/>
                </a:solidFill>
                <a:latin typeface="Segoe UI Symbol"/>
                <a:cs typeface="Segoe UI Symbol"/>
              </a:rPr>
              <a:t>SOLUTION</a:t>
            </a:r>
            <a:endParaRPr sz="125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dirty="0" sz="600" b="1">
                <a:solidFill>
                  <a:srgbClr val="1F2937"/>
                </a:solidFill>
                <a:latin typeface="Segoe UI Symbol"/>
                <a:cs typeface="Segoe UI Symbol"/>
              </a:rPr>
              <a:t>Adaptive</a:t>
            </a:r>
            <a:r>
              <a:rPr dirty="0" sz="600" spc="70" b="1">
                <a:solidFill>
                  <a:srgbClr val="1F2937"/>
                </a:solidFill>
                <a:latin typeface="Segoe UI Symbol"/>
                <a:cs typeface="Segoe UI Symbol"/>
              </a:rPr>
              <a:t> </a:t>
            </a:r>
            <a:r>
              <a:rPr dirty="0" sz="600" spc="-10" b="1">
                <a:solidFill>
                  <a:srgbClr val="1F2937"/>
                </a:solidFill>
                <a:latin typeface="Segoe UI Symbol"/>
                <a:cs typeface="Segoe UI Symbol"/>
              </a:rPr>
              <a:t>authentication</a:t>
            </a:r>
            <a:endParaRPr sz="600">
              <a:latin typeface="Segoe UI Symbol"/>
              <a:cs typeface="Segoe UI Symbol"/>
            </a:endParaRPr>
          </a:p>
        </p:txBody>
      </p:sp>
      <p:grpSp>
        <p:nvGrpSpPr>
          <p:cNvPr id="99" name="object 99"/>
          <p:cNvGrpSpPr/>
          <p:nvPr/>
        </p:nvGrpSpPr>
        <p:grpSpPr>
          <a:xfrm>
            <a:off x="4298985" y="7137972"/>
            <a:ext cx="251460" cy="1270000"/>
            <a:chOff x="4298985" y="7137972"/>
            <a:chExt cx="251460" cy="1270000"/>
          </a:xfrm>
        </p:grpSpPr>
        <p:sp>
          <p:nvSpPr>
            <p:cNvPr id="100" name="object 100"/>
            <p:cNvSpPr/>
            <p:nvPr/>
          </p:nvSpPr>
          <p:spPr>
            <a:xfrm>
              <a:off x="4306697" y="7141972"/>
              <a:ext cx="236854" cy="1258570"/>
            </a:xfrm>
            <a:custGeom>
              <a:avLst/>
              <a:gdLst/>
              <a:ahLst/>
              <a:cxnLst/>
              <a:rect l="l" t="t" r="r" b="b"/>
              <a:pathLst>
                <a:path w="236854" h="1258570">
                  <a:moveTo>
                    <a:pt x="160464" y="0"/>
                  </a:moveTo>
                  <a:lnTo>
                    <a:pt x="74802" y="0"/>
                  </a:lnTo>
                  <a:lnTo>
                    <a:pt x="45679" y="5849"/>
                  </a:lnTo>
                  <a:lnTo>
                    <a:pt x="21830" y="22067"/>
                  </a:lnTo>
                  <a:lnTo>
                    <a:pt x="5766" y="46254"/>
                  </a:lnTo>
                  <a:lnTo>
                    <a:pt x="0" y="76009"/>
                  </a:lnTo>
                  <a:lnTo>
                    <a:pt x="0" y="1182370"/>
                  </a:lnTo>
                  <a:lnTo>
                    <a:pt x="5766" y="1212140"/>
                  </a:lnTo>
                  <a:lnTo>
                    <a:pt x="21830" y="1236330"/>
                  </a:lnTo>
                  <a:lnTo>
                    <a:pt x="45679" y="1252542"/>
                  </a:lnTo>
                  <a:lnTo>
                    <a:pt x="74802" y="1258379"/>
                  </a:lnTo>
                  <a:lnTo>
                    <a:pt x="160464" y="1258379"/>
                  </a:lnTo>
                  <a:lnTo>
                    <a:pt x="189901" y="1252542"/>
                  </a:lnTo>
                  <a:lnTo>
                    <a:pt x="213980" y="1236330"/>
                  </a:lnTo>
                  <a:lnTo>
                    <a:pt x="230303" y="1212140"/>
                  </a:lnTo>
                  <a:lnTo>
                    <a:pt x="236474" y="1182370"/>
                  </a:lnTo>
                  <a:lnTo>
                    <a:pt x="236474" y="76009"/>
                  </a:lnTo>
                  <a:lnTo>
                    <a:pt x="230303" y="46254"/>
                  </a:lnTo>
                  <a:lnTo>
                    <a:pt x="213980" y="22067"/>
                  </a:lnTo>
                  <a:lnTo>
                    <a:pt x="189901" y="5848"/>
                  </a:lnTo>
                  <a:lnTo>
                    <a:pt x="160464" y="0"/>
                  </a:lnTo>
                  <a:close/>
                </a:path>
              </a:pathLst>
            </a:custGeom>
            <a:solidFill>
              <a:srgbClr val="FEE7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4298985" y="7137972"/>
              <a:ext cx="251460" cy="1270000"/>
            </a:xfrm>
            <a:custGeom>
              <a:avLst/>
              <a:gdLst/>
              <a:ahLst/>
              <a:cxnLst/>
              <a:rect l="l" t="t" r="r" b="b"/>
              <a:pathLst>
                <a:path w="251460" h="1270000">
                  <a:moveTo>
                    <a:pt x="214515" y="1257299"/>
                  </a:moveTo>
                  <a:lnTo>
                    <a:pt x="36395" y="1257299"/>
                  </a:lnTo>
                  <a:lnTo>
                    <a:pt x="39763" y="1269999"/>
                  </a:lnTo>
                  <a:lnTo>
                    <a:pt x="211137" y="1269999"/>
                  </a:lnTo>
                  <a:lnTo>
                    <a:pt x="214515" y="1257299"/>
                  </a:lnTo>
                  <a:close/>
                </a:path>
                <a:path w="251460" h="1270000">
                  <a:moveTo>
                    <a:pt x="44831" y="1244599"/>
                  </a:moveTo>
                  <a:lnTo>
                    <a:pt x="21365" y="1244599"/>
                  </a:lnTo>
                  <a:lnTo>
                    <a:pt x="24109" y="1257299"/>
                  </a:lnTo>
                  <a:lnTo>
                    <a:pt x="47908" y="1257299"/>
                  </a:lnTo>
                  <a:lnTo>
                    <a:pt x="44831" y="1244599"/>
                  </a:lnTo>
                  <a:close/>
                </a:path>
                <a:path w="251460" h="1270000">
                  <a:moveTo>
                    <a:pt x="229596" y="1244599"/>
                  </a:moveTo>
                  <a:lnTo>
                    <a:pt x="206371" y="1244599"/>
                  </a:lnTo>
                  <a:lnTo>
                    <a:pt x="203305" y="1257299"/>
                  </a:lnTo>
                  <a:lnTo>
                    <a:pt x="226842" y="1257299"/>
                  </a:lnTo>
                  <a:lnTo>
                    <a:pt x="229596" y="1244599"/>
                  </a:lnTo>
                  <a:close/>
                </a:path>
                <a:path w="251460" h="1270000">
                  <a:moveTo>
                    <a:pt x="30393" y="1231899"/>
                  </a:moveTo>
                  <a:lnTo>
                    <a:pt x="12014" y="1231899"/>
                  </a:lnTo>
                  <a:lnTo>
                    <a:pt x="13985" y="1244599"/>
                  </a:lnTo>
                  <a:lnTo>
                    <a:pt x="32766" y="1244599"/>
                  </a:lnTo>
                  <a:lnTo>
                    <a:pt x="30393" y="1231899"/>
                  </a:lnTo>
                  <a:close/>
                </a:path>
                <a:path w="251460" h="1270000">
                  <a:moveTo>
                    <a:pt x="239187" y="1231899"/>
                  </a:moveTo>
                  <a:lnTo>
                    <a:pt x="220819" y="1231899"/>
                  </a:lnTo>
                  <a:lnTo>
                    <a:pt x="218446" y="1244599"/>
                  </a:lnTo>
                  <a:lnTo>
                    <a:pt x="237016" y="1244599"/>
                  </a:lnTo>
                  <a:lnTo>
                    <a:pt x="239187" y="1231899"/>
                  </a:lnTo>
                  <a:close/>
                </a:path>
                <a:path w="251460" h="1270000">
                  <a:moveTo>
                    <a:pt x="21586" y="1219199"/>
                  </a:moveTo>
                  <a:lnTo>
                    <a:pt x="6343" y="1219199"/>
                  </a:lnTo>
                  <a:lnTo>
                    <a:pt x="8003" y="1231899"/>
                  </a:lnTo>
                  <a:lnTo>
                    <a:pt x="23254" y="1231899"/>
                  </a:lnTo>
                  <a:lnTo>
                    <a:pt x="21586" y="1219199"/>
                  </a:lnTo>
                  <a:close/>
                </a:path>
                <a:path w="251460" h="1270000">
                  <a:moveTo>
                    <a:pt x="246216" y="1219199"/>
                  </a:moveTo>
                  <a:lnTo>
                    <a:pt x="229617" y="1219199"/>
                  </a:lnTo>
                  <a:lnTo>
                    <a:pt x="227948" y="1231899"/>
                  </a:lnTo>
                  <a:lnTo>
                    <a:pt x="244718" y="1231899"/>
                  </a:lnTo>
                  <a:lnTo>
                    <a:pt x="246216" y="1219199"/>
                  </a:lnTo>
                  <a:close/>
                </a:path>
                <a:path w="251460" h="1270000">
                  <a:moveTo>
                    <a:pt x="17052" y="1206499"/>
                  </a:moveTo>
                  <a:lnTo>
                    <a:pt x="1527" y="1206499"/>
                  </a:lnTo>
                  <a:lnTo>
                    <a:pt x="2543" y="1219199"/>
                  </a:lnTo>
                  <a:lnTo>
                    <a:pt x="17956" y="1219199"/>
                  </a:lnTo>
                  <a:lnTo>
                    <a:pt x="17052" y="1206499"/>
                  </a:lnTo>
                  <a:close/>
                </a:path>
                <a:path w="251460" h="1270000">
                  <a:moveTo>
                    <a:pt x="249604" y="1206499"/>
                  </a:moveTo>
                  <a:lnTo>
                    <a:pt x="234061" y="1206499"/>
                  </a:lnTo>
                  <a:lnTo>
                    <a:pt x="233136" y="1219199"/>
                  </a:lnTo>
                  <a:lnTo>
                    <a:pt x="248759" y="1219199"/>
                  </a:lnTo>
                  <a:lnTo>
                    <a:pt x="249604" y="1206499"/>
                  </a:lnTo>
                  <a:close/>
                </a:path>
                <a:path w="251460" h="1270000">
                  <a:moveTo>
                    <a:pt x="15050" y="76199"/>
                  </a:moveTo>
                  <a:lnTo>
                    <a:pt x="0" y="76199"/>
                  </a:lnTo>
                  <a:lnTo>
                    <a:pt x="0" y="1193799"/>
                  </a:lnTo>
                  <a:lnTo>
                    <a:pt x="331" y="1206499"/>
                  </a:lnTo>
                  <a:lnTo>
                    <a:pt x="15322" y="1206499"/>
                  </a:lnTo>
                  <a:lnTo>
                    <a:pt x="15030" y="1193799"/>
                  </a:lnTo>
                  <a:lnTo>
                    <a:pt x="15050" y="76199"/>
                  </a:lnTo>
                  <a:close/>
                </a:path>
                <a:path w="251460" h="1270000">
                  <a:moveTo>
                    <a:pt x="15292" y="1193799"/>
                  </a:moveTo>
                  <a:lnTo>
                    <a:pt x="15322" y="1206499"/>
                  </a:lnTo>
                  <a:lnTo>
                    <a:pt x="15714" y="1206499"/>
                  </a:lnTo>
                  <a:lnTo>
                    <a:pt x="15292" y="1193799"/>
                  </a:lnTo>
                  <a:close/>
                </a:path>
                <a:path w="251460" h="1270000">
                  <a:moveTo>
                    <a:pt x="235921" y="1193799"/>
                  </a:moveTo>
                  <a:lnTo>
                    <a:pt x="235437" y="1206499"/>
                  </a:lnTo>
                  <a:lnTo>
                    <a:pt x="235880" y="1206499"/>
                  </a:lnTo>
                  <a:lnTo>
                    <a:pt x="235921" y="1193799"/>
                  </a:lnTo>
                  <a:close/>
                </a:path>
                <a:path w="251460" h="1270000">
                  <a:moveTo>
                    <a:pt x="251213" y="76199"/>
                  </a:moveTo>
                  <a:lnTo>
                    <a:pt x="236171" y="76199"/>
                  </a:lnTo>
                  <a:lnTo>
                    <a:pt x="236253" y="1193799"/>
                  </a:lnTo>
                  <a:lnTo>
                    <a:pt x="235880" y="1206499"/>
                  </a:lnTo>
                  <a:lnTo>
                    <a:pt x="250921" y="1206499"/>
                  </a:lnTo>
                  <a:lnTo>
                    <a:pt x="251213" y="1193799"/>
                  </a:lnTo>
                  <a:lnTo>
                    <a:pt x="251213" y="76199"/>
                  </a:lnTo>
                  <a:close/>
                </a:path>
                <a:path w="251460" h="1270000">
                  <a:moveTo>
                    <a:pt x="17142" y="63499"/>
                  </a:moveTo>
                  <a:lnTo>
                    <a:pt x="1527" y="63499"/>
                  </a:lnTo>
                  <a:lnTo>
                    <a:pt x="803" y="76199"/>
                  </a:lnTo>
                  <a:lnTo>
                    <a:pt x="16377" y="76199"/>
                  </a:lnTo>
                  <a:lnTo>
                    <a:pt x="17142" y="63499"/>
                  </a:lnTo>
                  <a:close/>
                </a:path>
                <a:path w="251460" h="1270000">
                  <a:moveTo>
                    <a:pt x="249604" y="63499"/>
                  </a:moveTo>
                  <a:lnTo>
                    <a:pt x="234161" y="63499"/>
                  </a:lnTo>
                  <a:lnTo>
                    <a:pt x="234905" y="76199"/>
                  </a:lnTo>
                  <a:lnTo>
                    <a:pt x="250348" y="76199"/>
                  </a:lnTo>
                  <a:lnTo>
                    <a:pt x="249604" y="63499"/>
                  </a:lnTo>
                  <a:close/>
                </a:path>
                <a:path w="251460" h="1270000">
                  <a:moveTo>
                    <a:pt x="21747" y="50799"/>
                  </a:moveTo>
                  <a:lnTo>
                    <a:pt x="6343" y="50799"/>
                  </a:lnTo>
                  <a:lnTo>
                    <a:pt x="4866" y="63499"/>
                  </a:lnTo>
                  <a:lnTo>
                    <a:pt x="20228" y="63499"/>
                  </a:lnTo>
                  <a:lnTo>
                    <a:pt x="21747" y="50799"/>
                  </a:lnTo>
                  <a:close/>
                </a:path>
                <a:path w="251460" h="1270000">
                  <a:moveTo>
                    <a:pt x="244718" y="50799"/>
                  </a:moveTo>
                  <a:lnTo>
                    <a:pt x="229466" y="50799"/>
                  </a:lnTo>
                  <a:lnTo>
                    <a:pt x="230974" y="63499"/>
                  </a:lnTo>
                  <a:lnTo>
                    <a:pt x="246346" y="63499"/>
                  </a:lnTo>
                  <a:lnTo>
                    <a:pt x="244718" y="50799"/>
                  </a:lnTo>
                  <a:close/>
                </a:path>
                <a:path w="251460" h="1270000">
                  <a:moveTo>
                    <a:pt x="30614" y="38099"/>
                  </a:moveTo>
                  <a:lnTo>
                    <a:pt x="12014" y="38099"/>
                  </a:lnTo>
                  <a:lnTo>
                    <a:pt x="9832" y="50799"/>
                  </a:lnTo>
                  <a:lnTo>
                    <a:pt x="28373" y="50799"/>
                  </a:lnTo>
                  <a:lnTo>
                    <a:pt x="30614" y="38099"/>
                  </a:lnTo>
                  <a:close/>
                </a:path>
                <a:path w="251460" h="1270000">
                  <a:moveTo>
                    <a:pt x="239379" y="38099"/>
                  </a:moveTo>
                  <a:lnTo>
                    <a:pt x="220588" y="38099"/>
                  </a:lnTo>
                  <a:lnTo>
                    <a:pt x="222840" y="50799"/>
                  </a:lnTo>
                  <a:lnTo>
                    <a:pt x="241369" y="50799"/>
                  </a:lnTo>
                  <a:lnTo>
                    <a:pt x="239379" y="38099"/>
                  </a:lnTo>
                  <a:close/>
                </a:path>
                <a:path w="251460" h="1270000">
                  <a:moveTo>
                    <a:pt x="42458" y="25399"/>
                  </a:moveTo>
                  <a:lnTo>
                    <a:pt x="21606" y="25399"/>
                  </a:lnTo>
                  <a:lnTo>
                    <a:pt x="18991" y="38099"/>
                  </a:lnTo>
                  <a:lnTo>
                    <a:pt x="39603" y="38099"/>
                  </a:lnTo>
                  <a:lnTo>
                    <a:pt x="42458" y="25399"/>
                  </a:lnTo>
                  <a:close/>
                </a:path>
                <a:path w="251460" h="1270000">
                  <a:moveTo>
                    <a:pt x="229838" y="25399"/>
                  </a:moveTo>
                  <a:lnTo>
                    <a:pt x="208744" y="25399"/>
                  </a:lnTo>
                  <a:lnTo>
                    <a:pt x="211609" y="38099"/>
                  </a:lnTo>
                  <a:lnTo>
                    <a:pt x="232451" y="38099"/>
                  </a:lnTo>
                  <a:lnTo>
                    <a:pt x="229838" y="25399"/>
                  </a:lnTo>
                  <a:close/>
                </a:path>
                <a:path w="251460" h="1270000">
                  <a:moveTo>
                    <a:pt x="72862" y="12699"/>
                  </a:moveTo>
                  <a:lnTo>
                    <a:pt x="36697" y="12699"/>
                  </a:lnTo>
                  <a:lnTo>
                    <a:pt x="33138" y="25399"/>
                  </a:lnTo>
                  <a:lnTo>
                    <a:pt x="69142" y="25399"/>
                  </a:lnTo>
                  <a:lnTo>
                    <a:pt x="72862" y="12699"/>
                  </a:lnTo>
                  <a:close/>
                </a:path>
                <a:path w="251460" h="1270000">
                  <a:moveTo>
                    <a:pt x="214816" y="12699"/>
                  </a:moveTo>
                  <a:lnTo>
                    <a:pt x="178341" y="12699"/>
                  </a:lnTo>
                  <a:lnTo>
                    <a:pt x="182071" y="25399"/>
                  </a:lnTo>
                  <a:lnTo>
                    <a:pt x="218064" y="25399"/>
                  </a:lnTo>
                  <a:lnTo>
                    <a:pt x="214816" y="12699"/>
                  </a:lnTo>
                  <a:close/>
                </a:path>
                <a:path w="251460" h="1270000">
                  <a:moveTo>
                    <a:pt x="192708" y="0"/>
                  </a:moveTo>
                  <a:lnTo>
                    <a:pt x="62094" y="0"/>
                  </a:lnTo>
                  <a:lnTo>
                    <a:pt x="58143" y="12699"/>
                  </a:lnTo>
                  <a:lnTo>
                    <a:pt x="196579" y="12699"/>
                  </a:lnTo>
                  <a:lnTo>
                    <a:pt x="192708" y="0"/>
                  </a:lnTo>
                  <a:close/>
                </a:path>
              </a:pathLst>
            </a:custGeom>
            <a:solidFill>
              <a:srgbClr val="F2A0B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2" name="object 10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324864" y="7234872"/>
              <a:ext cx="199444" cy="201998"/>
            </a:xfrm>
            <a:prstGeom prst="rect">
              <a:avLst/>
            </a:prstGeom>
          </p:spPr>
        </p:pic>
      </p:grpSp>
      <p:sp>
        <p:nvSpPr>
          <p:cNvPr id="103" name="object 103"/>
          <p:cNvSpPr txBox="1"/>
          <p:nvPr/>
        </p:nvSpPr>
        <p:spPr>
          <a:xfrm>
            <a:off x="4363693" y="7487673"/>
            <a:ext cx="126364" cy="736600"/>
          </a:xfrm>
          <a:prstGeom prst="rect">
            <a:avLst/>
          </a:prstGeom>
        </p:spPr>
        <p:txBody>
          <a:bodyPr wrap="square" lIns="0" tIns="1841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600" b="1">
                <a:solidFill>
                  <a:srgbClr val="26323C"/>
                </a:solidFill>
                <a:latin typeface="Segoe UI Symbol"/>
                <a:cs typeface="Segoe UI Symbol"/>
              </a:rPr>
              <a:t>Unauthorized</a:t>
            </a:r>
            <a:r>
              <a:rPr dirty="0" sz="600" spc="80" b="1">
                <a:solidFill>
                  <a:srgbClr val="26323C"/>
                </a:solidFill>
                <a:latin typeface="Segoe UI Symbol"/>
                <a:cs typeface="Segoe UI Symbol"/>
              </a:rPr>
              <a:t> </a:t>
            </a:r>
            <a:r>
              <a:rPr dirty="0" sz="600" spc="-10" b="1">
                <a:solidFill>
                  <a:srgbClr val="26323C"/>
                </a:solidFill>
                <a:latin typeface="Segoe UI Symbol"/>
                <a:cs typeface="Segoe UI Symbol"/>
              </a:rPr>
              <a:t>access</a:t>
            </a:r>
            <a:endParaRPr sz="600">
              <a:latin typeface="Segoe UI Symbol"/>
              <a:cs typeface="Segoe UI Symbol"/>
            </a:endParaRPr>
          </a:p>
        </p:txBody>
      </p:sp>
      <p:grpSp>
        <p:nvGrpSpPr>
          <p:cNvPr id="104" name="object 104"/>
          <p:cNvGrpSpPr/>
          <p:nvPr/>
        </p:nvGrpSpPr>
        <p:grpSpPr>
          <a:xfrm>
            <a:off x="4298985" y="8419655"/>
            <a:ext cx="251460" cy="1576070"/>
            <a:chOff x="4298985" y="8419655"/>
            <a:chExt cx="251460" cy="1576070"/>
          </a:xfrm>
        </p:grpSpPr>
        <p:pic>
          <p:nvPicPr>
            <p:cNvPr id="105" name="object 10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358576" y="8419655"/>
              <a:ext cx="132714" cy="276288"/>
            </a:xfrm>
            <a:prstGeom prst="rect">
              <a:avLst/>
            </a:prstGeom>
          </p:spPr>
        </p:pic>
        <p:sp>
          <p:nvSpPr>
            <p:cNvPr id="106" name="object 106"/>
            <p:cNvSpPr/>
            <p:nvPr/>
          </p:nvSpPr>
          <p:spPr>
            <a:xfrm>
              <a:off x="4306697" y="8717661"/>
              <a:ext cx="236854" cy="1270635"/>
            </a:xfrm>
            <a:custGeom>
              <a:avLst/>
              <a:gdLst/>
              <a:ahLst/>
              <a:cxnLst/>
              <a:rect l="l" t="t" r="r" b="b"/>
              <a:pathLst>
                <a:path w="236854" h="1270634">
                  <a:moveTo>
                    <a:pt x="160464" y="0"/>
                  </a:moveTo>
                  <a:lnTo>
                    <a:pt x="74802" y="0"/>
                  </a:lnTo>
                  <a:lnTo>
                    <a:pt x="45679" y="6165"/>
                  </a:lnTo>
                  <a:lnTo>
                    <a:pt x="21830" y="22489"/>
                  </a:lnTo>
                  <a:lnTo>
                    <a:pt x="5766" y="46571"/>
                  </a:lnTo>
                  <a:lnTo>
                    <a:pt x="0" y="76009"/>
                  </a:lnTo>
                  <a:lnTo>
                    <a:pt x="0" y="1194434"/>
                  </a:lnTo>
                  <a:lnTo>
                    <a:pt x="5766" y="1224041"/>
                  </a:lnTo>
                  <a:lnTo>
                    <a:pt x="21830" y="1248177"/>
                  </a:lnTo>
                  <a:lnTo>
                    <a:pt x="45679" y="1264444"/>
                  </a:lnTo>
                  <a:lnTo>
                    <a:pt x="74802" y="1270444"/>
                  </a:lnTo>
                  <a:lnTo>
                    <a:pt x="160464" y="1270444"/>
                  </a:lnTo>
                  <a:lnTo>
                    <a:pt x="189901" y="1264444"/>
                  </a:lnTo>
                  <a:lnTo>
                    <a:pt x="213980" y="1248177"/>
                  </a:lnTo>
                  <a:lnTo>
                    <a:pt x="230303" y="1224041"/>
                  </a:lnTo>
                  <a:lnTo>
                    <a:pt x="236474" y="1194434"/>
                  </a:lnTo>
                  <a:lnTo>
                    <a:pt x="236474" y="76009"/>
                  </a:lnTo>
                  <a:lnTo>
                    <a:pt x="230303" y="46571"/>
                  </a:lnTo>
                  <a:lnTo>
                    <a:pt x="213980" y="22489"/>
                  </a:lnTo>
                  <a:lnTo>
                    <a:pt x="189901" y="6165"/>
                  </a:lnTo>
                  <a:lnTo>
                    <a:pt x="160464" y="0"/>
                  </a:lnTo>
                  <a:close/>
                </a:path>
              </a:pathLst>
            </a:custGeom>
            <a:solidFill>
              <a:srgbClr val="D9F9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4298985" y="8712735"/>
              <a:ext cx="251460" cy="1282700"/>
            </a:xfrm>
            <a:custGeom>
              <a:avLst/>
              <a:gdLst/>
              <a:ahLst/>
              <a:cxnLst/>
              <a:rect l="l" t="t" r="r" b="b"/>
              <a:pathLst>
                <a:path w="251460" h="1282700">
                  <a:moveTo>
                    <a:pt x="214515" y="1269999"/>
                  </a:moveTo>
                  <a:lnTo>
                    <a:pt x="36697" y="1269999"/>
                  </a:lnTo>
                  <a:lnTo>
                    <a:pt x="39763" y="1282699"/>
                  </a:lnTo>
                  <a:lnTo>
                    <a:pt x="211137" y="1282699"/>
                  </a:lnTo>
                  <a:lnTo>
                    <a:pt x="214515" y="1269999"/>
                  </a:lnTo>
                  <a:close/>
                </a:path>
                <a:path w="251460" h="1282700">
                  <a:moveTo>
                    <a:pt x="44831" y="1257299"/>
                  </a:moveTo>
                  <a:lnTo>
                    <a:pt x="21365" y="1257299"/>
                  </a:lnTo>
                  <a:lnTo>
                    <a:pt x="24109" y="1269999"/>
                  </a:lnTo>
                  <a:lnTo>
                    <a:pt x="47908" y="1269999"/>
                  </a:lnTo>
                  <a:lnTo>
                    <a:pt x="44831" y="1257299"/>
                  </a:lnTo>
                  <a:close/>
                </a:path>
                <a:path w="251460" h="1282700">
                  <a:moveTo>
                    <a:pt x="229596" y="1257299"/>
                  </a:moveTo>
                  <a:lnTo>
                    <a:pt x="206371" y="1257299"/>
                  </a:lnTo>
                  <a:lnTo>
                    <a:pt x="203305" y="1269999"/>
                  </a:lnTo>
                  <a:lnTo>
                    <a:pt x="226842" y="1269999"/>
                  </a:lnTo>
                  <a:lnTo>
                    <a:pt x="229596" y="1257299"/>
                  </a:lnTo>
                  <a:close/>
                </a:path>
                <a:path w="251460" h="1282700">
                  <a:moveTo>
                    <a:pt x="30393" y="1244599"/>
                  </a:moveTo>
                  <a:lnTo>
                    <a:pt x="12014" y="1244599"/>
                  </a:lnTo>
                  <a:lnTo>
                    <a:pt x="13985" y="1257299"/>
                  </a:lnTo>
                  <a:lnTo>
                    <a:pt x="32766" y="1257299"/>
                  </a:lnTo>
                  <a:lnTo>
                    <a:pt x="30393" y="1244599"/>
                  </a:lnTo>
                  <a:close/>
                </a:path>
                <a:path w="251460" h="1282700">
                  <a:moveTo>
                    <a:pt x="239187" y="1244599"/>
                  </a:moveTo>
                  <a:lnTo>
                    <a:pt x="220819" y="1244599"/>
                  </a:lnTo>
                  <a:lnTo>
                    <a:pt x="218446" y="1257299"/>
                  </a:lnTo>
                  <a:lnTo>
                    <a:pt x="237016" y="1257299"/>
                  </a:lnTo>
                  <a:lnTo>
                    <a:pt x="239187" y="1244599"/>
                  </a:lnTo>
                  <a:close/>
                </a:path>
                <a:path w="251460" h="1282700">
                  <a:moveTo>
                    <a:pt x="21586" y="1231899"/>
                  </a:moveTo>
                  <a:lnTo>
                    <a:pt x="6343" y="1231899"/>
                  </a:lnTo>
                  <a:lnTo>
                    <a:pt x="8003" y="1244599"/>
                  </a:lnTo>
                  <a:lnTo>
                    <a:pt x="23254" y="1244599"/>
                  </a:lnTo>
                  <a:lnTo>
                    <a:pt x="21586" y="1231899"/>
                  </a:lnTo>
                  <a:close/>
                </a:path>
                <a:path w="251460" h="1282700">
                  <a:moveTo>
                    <a:pt x="246216" y="1231899"/>
                  </a:moveTo>
                  <a:lnTo>
                    <a:pt x="229617" y="1231899"/>
                  </a:lnTo>
                  <a:lnTo>
                    <a:pt x="227948" y="1244599"/>
                  </a:lnTo>
                  <a:lnTo>
                    <a:pt x="244718" y="1244599"/>
                  </a:lnTo>
                  <a:lnTo>
                    <a:pt x="246216" y="1231899"/>
                  </a:lnTo>
                  <a:close/>
                </a:path>
                <a:path w="251460" h="1282700">
                  <a:moveTo>
                    <a:pt x="17052" y="1219199"/>
                  </a:moveTo>
                  <a:lnTo>
                    <a:pt x="1527" y="1219199"/>
                  </a:lnTo>
                  <a:lnTo>
                    <a:pt x="2543" y="1231899"/>
                  </a:lnTo>
                  <a:lnTo>
                    <a:pt x="17956" y="1231899"/>
                  </a:lnTo>
                  <a:lnTo>
                    <a:pt x="17052" y="1219199"/>
                  </a:lnTo>
                  <a:close/>
                </a:path>
                <a:path w="251460" h="1282700">
                  <a:moveTo>
                    <a:pt x="249604" y="1219199"/>
                  </a:moveTo>
                  <a:lnTo>
                    <a:pt x="234061" y="1219199"/>
                  </a:lnTo>
                  <a:lnTo>
                    <a:pt x="233136" y="1231899"/>
                  </a:lnTo>
                  <a:lnTo>
                    <a:pt x="248759" y="1231899"/>
                  </a:lnTo>
                  <a:lnTo>
                    <a:pt x="249604" y="1219199"/>
                  </a:lnTo>
                  <a:close/>
                </a:path>
                <a:path w="251460" h="1282700">
                  <a:moveTo>
                    <a:pt x="15322" y="76199"/>
                  </a:moveTo>
                  <a:lnTo>
                    <a:pt x="292" y="76199"/>
                  </a:lnTo>
                  <a:lnTo>
                    <a:pt x="0" y="88899"/>
                  </a:lnTo>
                  <a:lnTo>
                    <a:pt x="0" y="1206499"/>
                  </a:lnTo>
                  <a:lnTo>
                    <a:pt x="331" y="1219199"/>
                  </a:lnTo>
                  <a:lnTo>
                    <a:pt x="15322" y="1219199"/>
                  </a:lnTo>
                  <a:lnTo>
                    <a:pt x="15030" y="1206499"/>
                  </a:lnTo>
                  <a:lnTo>
                    <a:pt x="14960" y="88899"/>
                  </a:lnTo>
                  <a:lnTo>
                    <a:pt x="15322" y="76199"/>
                  </a:lnTo>
                  <a:close/>
                </a:path>
                <a:path w="251460" h="1282700">
                  <a:moveTo>
                    <a:pt x="15292" y="1206499"/>
                  </a:moveTo>
                  <a:lnTo>
                    <a:pt x="15322" y="1219199"/>
                  </a:lnTo>
                  <a:lnTo>
                    <a:pt x="15714" y="1219199"/>
                  </a:lnTo>
                  <a:lnTo>
                    <a:pt x="15292" y="1206499"/>
                  </a:lnTo>
                  <a:close/>
                </a:path>
                <a:path w="251460" h="1282700">
                  <a:moveTo>
                    <a:pt x="235921" y="1206499"/>
                  </a:moveTo>
                  <a:lnTo>
                    <a:pt x="235437" y="1219199"/>
                  </a:lnTo>
                  <a:lnTo>
                    <a:pt x="235880" y="1219199"/>
                  </a:lnTo>
                  <a:lnTo>
                    <a:pt x="235921" y="1206499"/>
                  </a:lnTo>
                  <a:close/>
                </a:path>
                <a:path w="251460" h="1282700">
                  <a:moveTo>
                    <a:pt x="250880" y="76199"/>
                  </a:moveTo>
                  <a:lnTo>
                    <a:pt x="235921" y="76199"/>
                  </a:lnTo>
                  <a:lnTo>
                    <a:pt x="236171" y="88899"/>
                  </a:lnTo>
                  <a:lnTo>
                    <a:pt x="236253" y="1206499"/>
                  </a:lnTo>
                  <a:lnTo>
                    <a:pt x="235880" y="1219199"/>
                  </a:lnTo>
                  <a:lnTo>
                    <a:pt x="250921" y="1219199"/>
                  </a:lnTo>
                  <a:lnTo>
                    <a:pt x="251213" y="1206499"/>
                  </a:lnTo>
                  <a:lnTo>
                    <a:pt x="251213" y="88899"/>
                  </a:lnTo>
                  <a:lnTo>
                    <a:pt x="250880" y="76199"/>
                  </a:lnTo>
                  <a:close/>
                </a:path>
                <a:path w="251460" h="1282700">
                  <a:moveTo>
                    <a:pt x="18067" y="63499"/>
                  </a:moveTo>
                  <a:lnTo>
                    <a:pt x="2453" y="63499"/>
                  </a:lnTo>
                  <a:lnTo>
                    <a:pt x="1527" y="76199"/>
                  </a:lnTo>
                  <a:lnTo>
                    <a:pt x="17142" y="76199"/>
                  </a:lnTo>
                  <a:lnTo>
                    <a:pt x="18067" y="63499"/>
                  </a:lnTo>
                  <a:close/>
                </a:path>
                <a:path w="251460" h="1282700">
                  <a:moveTo>
                    <a:pt x="248759" y="63499"/>
                  </a:moveTo>
                  <a:lnTo>
                    <a:pt x="233246" y="63499"/>
                  </a:lnTo>
                  <a:lnTo>
                    <a:pt x="234161" y="76199"/>
                  </a:lnTo>
                  <a:lnTo>
                    <a:pt x="249604" y="76199"/>
                  </a:lnTo>
                  <a:lnTo>
                    <a:pt x="248759" y="63499"/>
                  </a:lnTo>
                  <a:close/>
                </a:path>
                <a:path w="251460" h="1282700">
                  <a:moveTo>
                    <a:pt x="23254" y="50799"/>
                  </a:moveTo>
                  <a:lnTo>
                    <a:pt x="6343" y="50799"/>
                  </a:lnTo>
                  <a:lnTo>
                    <a:pt x="4987" y="63499"/>
                  </a:lnTo>
                  <a:lnTo>
                    <a:pt x="21586" y="63499"/>
                  </a:lnTo>
                  <a:lnTo>
                    <a:pt x="23254" y="50799"/>
                  </a:lnTo>
                  <a:close/>
                </a:path>
                <a:path w="251460" h="1282700">
                  <a:moveTo>
                    <a:pt x="244718" y="50799"/>
                  </a:moveTo>
                  <a:lnTo>
                    <a:pt x="227948" y="50799"/>
                  </a:lnTo>
                  <a:lnTo>
                    <a:pt x="229617" y="63499"/>
                  </a:lnTo>
                  <a:lnTo>
                    <a:pt x="246346" y="63499"/>
                  </a:lnTo>
                  <a:lnTo>
                    <a:pt x="244718" y="50799"/>
                  </a:lnTo>
                  <a:close/>
                </a:path>
                <a:path w="251460" h="1282700">
                  <a:moveTo>
                    <a:pt x="30614" y="38099"/>
                  </a:moveTo>
                  <a:lnTo>
                    <a:pt x="12014" y="38099"/>
                  </a:lnTo>
                  <a:lnTo>
                    <a:pt x="9832" y="50799"/>
                  </a:lnTo>
                  <a:lnTo>
                    <a:pt x="28373" y="50799"/>
                  </a:lnTo>
                  <a:lnTo>
                    <a:pt x="30614" y="38099"/>
                  </a:lnTo>
                  <a:close/>
                </a:path>
                <a:path w="251460" h="1282700">
                  <a:moveTo>
                    <a:pt x="239379" y="38099"/>
                  </a:moveTo>
                  <a:lnTo>
                    <a:pt x="220588" y="38099"/>
                  </a:lnTo>
                  <a:lnTo>
                    <a:pt x="222840" y="50799"/>
                  </a:lnTo>
                  <a:lnTo>
                    <a:pt x="241369" y="50799"/>
                  </a:lnTo>
                  <a:lnTo>
                    <a:pt x="239379" y="38099"/>
                  </a:lnTo>
                  <a:close/>
                </a:path>
                <a:path w="251460" h="1282700">
                  <a:moveTo>
                    <a:pt x="45133" y="25399"/>
                  </a:moveTo>
                  <a:lnTo>
                    <a:pt x="21606" y="25399"/>
                  </a:lnTo>
                  <a:lnTo>
                    <a:pt x="18991" y="38099"/>
                  </a:lnTo>
                  <a:lnTo>
                    <a:pt x="42166" y="38099"/>
                  </a:lnTo>
                  <a:lnTo>
                    <a:pt x="45133" y="25399"/>
                  </a:lnTo>
                  <a:close/>
                </a:path>
                <a:path w="251460" h="1282700">
                  <a:moveTo>
                    <a:pt x="229838" y="25399"/>
                  </a:moveTo>
                  <a:lnTo>
                    <a:pt x="206070" y="25399"/>
                  </a:lnTo>
                  <a:lnTo>
                    <a:pt x="209035" y="38099"/>
                  </a:lnTo>
                  <a:lnTo>
                    <a:pt x="232451" y="38099"/>
                  </a:lnTo>
                  <a:lnTo>
                    <a:pt x="229838" y="25399"/>
                  </a:lnTo>
                  <a:close/>
                </a:path>
                <a:path w="251460" h="1282700">
                  <a:moveTo>
                    <a:pt x="214816" y="12699"/>
                  </a:moveTo>
                  <a:lnTo>
                    <a:pt x="36697" y="12699"/>
                  </a:lnTo>
                  <a:lnTo>
                    <a:pt x="33138" y="25399"/>
                  </a:lnTo>
                  <a:lnTo>
                    <a:pt x="218064" y="25399"/>
                  </a:lnTo>
                  <a:lnTo>
                    <a:pt x="214816" y="12699"/>
                  </a:lnTo>
                  <a:close/>
                </a:path>
                <a:path w="251460" h="1282700">
                  <a:moveTo>
                    <a:pt x="184725" y="0"/>
                  </a:moveTo>
                  <a:lnTo>
                    <a:pt x="66116" y="0"/>
                  </a:lnTo>
                  <a:lnTo>
                    <a:pt x="62094" y="12699"/>
                  </a:lnTo>
                  <a:lnTo>
                    <a:pt x="188746" y="12699"/>
                  </a:lnTo>
                  <a:lnTo>
                    <a:pt x="184725" y="0"/>
                  </a:lnTo>
                  <a:close/>
                </a:path>
              </a:pathLst>
            </a:custGeom>
            <a:solidFill>
              <a:srgbClr val="52C98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8" name="object 10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324864" y="8811768"/>
              <a:ext cx="199444" cy="201364"/>
            </a:xfrm>
            <a:prstGeom prst="rect">
              <a:avLst/>
            </a:prstGeom>
          </p:spPr>
        </p:pic>
      </p:grpSp>
      <p:sp>
        <p:nvSpPr>
          <p:cNvPr id="109" name="object 109"/>
          <p:cNvSpPr txBox="1"/>
          <p:nvPr/>
        </p:nvSpPr>
        <p:spPr>
          <a:xfrm>
            <a:off x="4363693" y="9048984"/>
            <a:ext cx="126364" cy="655320"/>
          </a:xfrm>
          <a:prstGeom prst="rect">
            <a:avLst/>
          </a:prstGeom>
        </p:spPr>
        <p:txBody>
          <a:bodyPr wrap="square" lIns="0" tIns="1841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600" b="1">
                <a:solidFill>
                  <a:srgbClr val="1F2937"/>
                </a:solidFill>
                <a:latin typeface="Segoe UI Symbol"/>
                <a:cs typeface="Segoe UI Symbol"/>
              </a:rPr>
              <a:t>Role-based</a:t>
            </a:r>
            <a:r>
              <a:rPr dirty="0" sz="600" spc="55" b="1">
                <a:solidFill>
                  <a:srgbClr val="1F2937"/>
                </a:solidFill>
                <a:latin typeface="Segoe UI Symbol"/>
                <a:cs typeface="Segoe UI Symbol"/>
              </a:rPr>
              <a:t> </a:t>
            </a:r>
            <a:r>
              <a:rPr dirty="0" sz="600" spc="-10" b="1">
                <a:solidFill>
                  <a:srgbClr val="1F2937"/>
                </a:solidFill>
                <a:latin typeface="Segoe UI Symbol"/>
                <a:cs typeface="Segoe UI Symbol"/>
              </a:rPr>
              <a:t>access</a:t>
            </a:r>
            <a:endParaRPr sz="600">
              <a:latin typeface="Segoe UI Symbol"/>
              <a:cs typeface="Segoe UI Symbol"/>
            </a:endParaRPr>
          </a:p>
        </p:txBody>
      </p:sp>
      <p:grpSp>
        <p:nvGrpSpPr>
          <p:cNvPr id="110" name="object 110"/>
          <p:cNvGrpSpPr/>
          <p:nvPr/>
        </p:nvGrpSpPr>
        <p:grpSpPr>
          <a:xfrm>
            <a:off x="4040442" y="7137972"/>
            <a:ext cx="251460" cy="1270000"/>
            <a:chOff x="4040442" y="7137972"/>
            <a:chExt cx="251460" cy="1270000"/>
          </a:xfrm>
        </p:grpSpPr>
        <p:sp>
          <p:nvSpPr>
            <p:cNvPr id="111" name="object 111"/>
            <p:cNvSpPr/>
            <p:nvPr/>
          </p:nvSpPr>
          <p:spPr>
            <a:xfrm>
              <a:off x="4047299" y="7141972"/>
              <a:ext cx="236854" cy="1258570"/>
            </a:xfrm>
            <a:custGeom>
              <a:avLst/>
              <a:gdLst/>
              <a:ahLst/>
              <a:cxnLst/>
              <a:rect l="l" t="t" r="r" b="b"/>
              <a:pathLst>
                <a:path w="236854" h="1258570">
                  <a:moveTo>
                    <a:pt x="161671" y="0"/>
                  </a:moveTo>
                  <a:lnTo>
                    <a:pt x="76009" y="0"/>
                  </a:lnTo>
                  <a:lnTo>
                    <a:pt x="46673" y="5849"/>
                  </a:lnTo>
                  <a:lnTo>
                    <a:pt x="22625" y="22067"/>
                  </a:lnTo>
                  <a:lnTo>
                    <a:pt x="6267" y="46254"/>
                  </a:lnTo>
                  <a:lnTo>
                    <a:pt x="0" y="76009"/>
                  </a:lnTo>
                  <a:lnTo>
                    <a:pt x="0" y="1182370"/>
                  </a:lnTo>
                  <a:lnTo>
                    <a:pt x="6267" y="1212140"/>
                  </a:lnTo>
                  <a:lnTo>
                    <a:pt x="22625" y="1236330"/>
                  </a:lnTo>
                  <a:lnTo>
                    <a:pt x="46673" y="1252542"/>
                  </a:lnTo>
                  <a:lnTo>
                    <a:pt x="76009" y="1258379"/>
                  </a:lnTo>
                  <a:lnTo>
                    <a:pt x="161671" y="1258379"/>
                  </a:lnTo>
                  <a:lnTo>
                    <a:pt x="190892" y="1252542"/>
                  </a:lnTo>
                  <a:lnTo>
                    <a:pt x="214775" y="1236330"/>
                  </a:lnTo>
                  <a:lnTo>
                    <a:pt x="230807" y="1212140"/>
                  </a:lnTo>
                  <a:lnTo>
                    <a:pt x="236474" y="1182370"/>
                  </a:lnTo>
                  <a:lnTo>
                    <a:pt x="236474" y="76009"/>
                  </a:lnTo>
                  <a:lnTo>
                    <a:pt x="230807" y="46254"/>
                  </a:lnTo>
                  <a:lnTo>
                    <a:pt x="214775" y="22067"/>
                  </a:lnTo>
                  <a:lnTo>
                    <a:pt x="190892" y="5849"/>
                  </a:lnTo>
                  <a:lnTo>
                    <a:pt x="161671" y="0"/>
                  </a:lnTo>
                  <a:close/>
                </a:path>
              </a:pathLst>
            </a:custGeom>
            <a:solidFill>
              <a:srgbClr val="FEE7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4040442" y="7137972"/>
              <a:ext cx="251460" cy="1270000"/>
            </a:xfrm>
            <a:custGeom>
              <a:avLst/>
              <a:gdLst/>
              <a:ahLst/>
              <a:cxnLst/>
              <a:rect l="l" t="t" r="r" b="b"/>
              <a:pathLst>
                <a:path w="251460" h="1270000">
                  <a:moveTo>
                    <a:pt x="214515" y="1257299"/>
                  </a:moveTo>
                  <a:lnTo>
                    <a:pt x="36405" y="1257299"/>
                  </a:lnTo>
                  <a:lnTo>
                    <a:pt x="39773" y="1269999"/>
                  </a:lnTo>
                  <a:lnTo>
                    <a:pt x="211448" y="1269999"/>
                  </a:lnTo>
                  <a:lnTo>
                    <a:pt x="214515" y="1257299"/>
                  </a:lnTo>
                  <a:close/>
                </a:path>
                <a:path w="251460" h="1270000">
                  <a:moveTo>
                    <a:pt x="44841" y="1244599"/>
                  </a:moveTo>
                  <a:lnTo>
                    <a:pt x="21375" y="1244599"/>
                  </a:lnTo>
                  <a:lnTo>
                    <a:pt x="24371" y="1257299"/>
                  </a:lnTo>
                  <a:lnTo>
                    <a:pt x="47908" y="1257299"/>
                  </a:lnTo>
                  <a:lnTo>
                    <a:pt x="44841" y="1244599"/>
                  </a:lnTo>
                  <a:close/>
                </a:path>
                <a:path w="251460" h="1270000">
                  <a:moveTo>
                    <a:pt x="229607" y="1244599"/>
                  </a:moveTo>
                  <a:lnTo>
                    <a:pt x="206381" y="1244599"/>
                  </a:lnTo>
                  <a:lnTo>
                    <a:pt x="203315" y="1257299"/>
                  </a:lnTo>
                  <a:lnTo>
                    <a:pt x="226852" y="1257299"/>
                  </a:lnTo>
                  <a:lnTo>
                    <a:pt x="229607" y="1244599"/>
                  </a:lnTo>
                  <a:close/>
                </a:path>
                <a:path w="251460" h="1270000">
                  <a:moveTo>
                    <a:pt x="30393" y="1231899"/>
                  </a:moveTo>
                  <a:lnTo>
                    <a:pt x="11833" y="1231899"/>
                  </a:lnTo>
                  <a:lnTo>
                    <a:pt x="13995" y="1244599"/>
                  </a:lnTo>
                  <a:lnTo>
                    <a:pt x="32776" y="1244599"/>
                  </a:lnTo>
                  <a:lnTo>
                    <a:pt x="30393" y="1231899"/>
                  </a:lnTo>
                  <a:close/>
                </a:path>
                <a:path w="251460" h="1270000">
                  <a:moveTo>
                    <a:pt x="239198" y="1231899"/>
                  </a:moveTo>
                  <a:lnTo>
                    <a:pt x="220828" y="1231899"/>
                  </a:lnTo>
                  <a:lnTo>
                    <a:pt x="218446" y="1244599"/>
                  </a:lnTo>
                  <a:lnTo>
                    <a:pt x="237026" y="1244599"/>
                  </a:lnTo>
                  <a:lnTo>
                    <a:pt x="239198" y="1231899"/>
                  </a:lnTo>
                  <a:close/>
                </a:path>
                <a:path w="251460" h="1270000">
                  <a:moveTo>
                    <a:pt x="21596" y="1219199"/>
                  </a:moveTo>
                  <a:lnTo>
                    <a:pt x="6353" y="1219199"/>
                  </a:lnTo>
                  <a:lnTo>
                    <a:pt x="8012" y="1231899"/>
                  </a:lnTo>
                  <a:lnTo>
                    <a:pt x="23265" y="1231899"/>
                  </a:lnTo>
                  <a:lnTo>
                    <a:pt x="21596" y="1219199"/>
                  </a:lnTo>
                  <a:close/>
                </a:path>
                <a:path w="251460" h="1270000">
                  <a:moveTo>
                    <a:pt x="246226" y="1219199"/>
                  </a:moveTo>
                  <a:lnTo>
                    <a:pt x="229627" y="1219199"/>
                  </a:lnTo>
                  <a:lnTo>
                    <a:pt x="227957" y="1231899"/>
                  </a:lnTo>
                  <a:lnTo>
                    <a:pt x="244727" y="1231899"/>
                  </a:lnTo>
                  <a:lnTo>
                    <a:pt x="246226" y="1219199"/>
                  </a:lnTo>
                  <a:close/>
                </a:path>
                <a:path w="251460" h="1270000">
                  <a:moveTo>
                    <a:pt x="17061" y="1206499"/>
                  </a:moveTo>
                  <a:lnTo>
                    <a:pt x="1607" y="1206499"/>
                  </a:lnTo>
                  <a:lnTo>
                    <a:pt x="2453" y="1219199"/>
                  </a:lnTo>
                  <a:lnTo>
                    <a:pt x="17966" y="1219199"/>
                  </a:lnTo>
                  <a:lnTo>
                    <a:pt x="17061" y="1206499"/>
                  </a:lnTo>
                  <a:close/>
                </a:path>
                <a:path w="251460" h="1270000">
                  <a:moveTo>
                    <a:pt x="249684" y="1206499"/>
                  </a:moveTo>
                  <a:lnTo>
                    <a:pt x="234071" y="1206499"/>
                  </a:lnTo>
                  <a:lnTo>
                    <a:pt x="233145" y="1219199"/>
                  </a:lnTo>
                  <a:lnTo>
                    <a:pt x="248759" y="1219199"/>
                  </a:lnTo>
                  <a:lnTo>
                    <a:pt x="249684" y="1206499"/>
                  </a:lnTo>
                  <a:close/>
                </a:path>
                <a:path w="251460" h="1270000">
                  <a:moveTo>
                    <a:pt x="15060" y="76199"/>
                  </a:moveTo>
                  <a:lnTo>
                    <a:pt x="0" y="76199"/>
                  </a:lnTo>
                  <a:lnTo>
                    <a:pt x="0" y="1193799"/>
                  </a:lnTo>
                  <a:lnTo>
                    <a:pt x="331" y="1206499"/>
                  </a:lnTo>
                  <a:lnTo>
                    <a:pt x="15332" y="1206499"/>
                  </a:lnTo>
                  <a:lnTo>
                    <a:pt x="15040" y="1193799"/>
                  </a:lnTo>
                  <a:lnTo>
                    <a:pt x="15060" y="76199"/>
                  </a:lnTo>
                  <a:close/>
                </a:path>
                <a:path w="251460" h="1270000">
                  <a:moveTo>
                    <a:pt x="15292" y="1193799"/>
                  </a:moveTo>
                  <a:lnTo>
                    <a:pt x="15332" y="1206499"/>
                  </a:lnTo>
                  <a:lnTo>
                    <a:pt x="15714" y="1206499"/>
                  </a:lnTo>
                  <a:lnTo>
                    <a:pt x="15292" y="1193799"/>
                  </a:lnTo>
                  <a:close/>
                </a:path>
                <a:path w="251460" h="1270000">
                  <a:moveTo>
                    <a:pt x="235930" y="1193799"/>
                  </a:moveTo>
                  <a:lnTo>
                    <a:pt x="235447" y="1206499"/>
                  </a:lnTo>
                  <a:lnTo>
                    <a:pt x="235891" y="1206499"/>
                  </a:lnTo>
                  <a:lnTo>
                    <a:pt x="235930" y="1193799"/>
                  </a:lnTo>
                  <a:close/>
                </a:path>
                <a:path w="251460" h="1270000">
                  <a:moveTo>
                    <a:pt x="251223" y="76199"/>
                  </a:moveTo>
                  <a:lnTo>
                    <a:pt x="236181" y="76199"/>
                  </a:lnTo>
                  <a:lnTo>
                    <a:pt x="236263" y="1193799"/>
                  </a:lnTo>
                  <a:lnTo>
                    <a:pt x="235891" y="1206499"/>
                  </a:lnTo>
                  <a:lnTo>
                    <a:pt x="250931" y="1206499"/>
                  </a:lnTo>
                  <a:lnTo>
                    <a:pt x="251223" y="1193799"/>
                  </a:lnTo>
                  <a:lnTo>
                    <a:pt x="251223" y="76199"/>
                  </a:lnTo>
                  <a:close/>
                </a:path>
                <a:path w="251460" h="1270000">
                  <a:moveTo>
                    <a:pt x="17152" y="63499"/>
                  </a:moveTo>
                  <a:lnTo>
                    <a:pt x="1537" y="63499"/>
                  </a:lnTo>
                  <a:lnTo>
                    <a:pt x="814" y="76199"/>
                  </a:lnTo>
                  <a:lnTo>
                    <a:pt x="16388" y="76199"/>
                  </a:lnTo>
                  <a:lnTo>
                    <a:pt x="17152" y="63499"/>
                  </a:lnTo>
                  <a:close/>
                </a:path>
                <a:path w="251460" h="1270000">
                  <a:moveTo>
                    <a:pt x="249684" y="63499"/>
                  </a:moveTo>
                  <a:lnTo>
                    <a:pt x="234161" y="63499"/>
                  </a:lnTo>
                  <a:lnTo>
                    <a:pt x="234915" y="76199"/>
                  </a:lnTo>
                  <a:lnTo>
                    <a:pt x="250348" y="76199"/>
                  </a:lnTo>
                  <a:lnTo>
                    <a:pt x="249684" y="63499"/>
                  </a:lnTo>
                  <a:close/>
                </a:path>
                <a:path w="251460" h="1270000">
                  <a:moveTo>
                    <a:pt x="21756" y="50799"/>
                  </a:moveTo>
                  <a:lnTo>
                    <a:pt x="6494" y="50799"/>
                  </a:lnTo>
                  <a:lnTo>
                    <a:pt x="4865" y="63499"/>
                  </a:lnTo>
                  <a:lnTo>
                    <a:pt x="20238" y="63499"/>
                  </a:lnTo>
                  <a:lnTo>
                    <a:pt x="21756" y="50799"/>
                  </a:lnTo>
                  <a:close/>
                </a:path>
                <a:path w="251460" h="1270000">
                  <a:moveTo>
                    <a:pt x="246226" y="50799"/>
                  </a:moveTo>
                  <a:lnTo>
                    <a:pt x="229466" y="50799"/>
                  </a:lnTo>
                  <a:lnTo>
                    <a:pt x="230983" y="63499"/>
                  </a:lnTo>
                  <a:lnTo>
                    <a:pt x="247543" y="63499"/>
                  </a:lnTo>
                  <a:lnTo>
                    <a:pt x="246226" y="50799"/>
                  </a:lnTo>
                  <a:close/>
                </a:path>
                <a:path w="251460" h="1270000">
                  <a:moveTo>
                    <a:pt x="30624" y="38099"/>
                  </a:moveTo>
                  <a:lnTo>
                    <a:pt x="12024" y="38099"/>
                  </a:lnTo>
                  <a:lnTo>
                    <a:pt x="10013" y="50799"/>
                  </a:lnTo>
                  <a:lnTo>
                    <a:pt x="28383" y="50799"/>
                  </a:lnTo>
                  <a:lnTo>
                    <a:pt x="30624" y="38099"/>
                  </a:lnTo>
                  <a:close/>
                </a:path>
                <a:path w="251460" h="1270000">
                  <a:moveTo>
                    <a:pt x="239389" y="38099"/>
                  </a:moveTo>
                  <a:lnTo>
                    <a:pt x="220597" y="38099"/>
                  </a:lnTo>
                  <a:lnTo>
                    <a:pt x="222840" y="50799"/>
                  </a:lnTo>
                  <a:lnTo>
                    <a:pt x="241380" y="50799"/>
                  </a:lnTo>
                  <a:lnTo>
                    <a:pt x="239389" y="38099"/>
                  </a:lnTo>
                  <a:close/>
                </a:path>
                <a:path w="251460" h="1270000">
                  <a:moveTo>
                    <a:pt x="42468" y="25399"/>
                  </a:moveTo>
                  <a:lnTo>
                    <a:pt x="21616" y="25399"/>
                  </a:lnTo>
                  <a:lnTo>
                    <a:pt x="18991" y="38099"/>
                  </a:lnTo>
                  <a:lnTo>
                    <a:pt x="39612" y="38099"/>
                  </a:lnTo>
                  <a:lnTo>
                    <a:pt x="42468" y="25399"/>
                  </a:lnTo>
                  <a:close/>
                </a:path>
                <a:path w="251460" h="1270000">
                  <a:moveTo>
                    <a:pt x="229848" y="25399"/>
                  </a:moveTo>
                  <a:lnTo>
                    <a:pt x="208754" y="25399"/>
                  </a:lnTo>
                  <a:lnTo>
                    <a:pt x="211609" y="38099"/>
                  </a:lnTo>
                  <a:lnTo>
                    <a:pt x="232451" y="38099"/>
                  </a:lnTo>
                  <a:lnTo>
                    <a:pt x="229848" y="25399"/>
                  </a:lnTo>
                  <a:close/>
                </a:path>
                <a:path w="251460" h="1270000">
                  <a:moveTo>
                    <a:pt x="72872" y="12699"/>
                  </a:moveTo>
                  <a:lnTo>
                    <a:pt x="36708" y="12699"/>
                  </a:lnTo>
                  <a:lnTo>
                    <a:pt x="33148" y="25399"/>
                  </a:lnTo>
                  <a:lnTo>
                    <a:pt x="69142" y="25399"/>
                  </a:lnTo>
                  <a:lnTo>
                    <a:pt x="72872" y="12699"/>
                  </a:lnTo>
                  <a:close/>
                </a:path>
                <a:path w="251460" h="1270000">
                  <a:moveTo>
                    <a:pt x="214816" y="12699"/>
                  </a:moveTo>
                  <a:lnTo>
                    <a:pt x="178351" y="12699"/>
                  </a:lnTo>
                  <a:lnTo>
                    <a:pt x="182081" y="25399"/>
                  </a:lnTo>
                  <a:lnTo>
                    <a:pt x="218074" y="25399"/>
                  </a:lnTo>
                  <a:lnTo>
                    <a:pt x="214816" y="12699"/>
                  </a:lnTo>
                  <a:close/>
                </a:path>
                <a:path w="251460" h="1270000">
                  <a:moveTo>
                    <a:pt x="192708" y="0"/>
                  </a:moveTo>
                  <a:lnTo>
                    <a:pt x="62104" y="0"/>
                  </a:lnTo>
                  <a:lnTo>
                    <a:pt x="58153" y="12699"/>
                  </a:lnTo>
                  <a:lnTo>
                    <a:pt x="196931" y="12699"/>
                  </a:lnTo>
                  <a:lnTo>
                    <a:pt x="192708" y="0"/>
                  </a:lnTo>
                  <a:close/>
                </a:path>
              </a:pathLst>
            </a:custGeom>
            <a:solidFill>
              <a:srgbClr val="F2A0B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3" name="object 11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066331" y="7234872"/>
              <a:ext cx="199444" cy="201998"/>
            </a:xfrm>
            <a:prstGeom prst="rect">
              <a:avLst/>
            </a:prstGeom>
          </p:spPr>
        </p:pic>
      </p:grpSp>
      <p:sp>
        <p:nvSpPr>
          <p:cNvPr id="114" name="object 114"/>
          <p:cNvSpPr txBox="1"/>
          <p:nvPr/>
        </p:nvSpPr>
        <p:spPr>
          <a:xfrm>
            <a:off x="4105160" y="7487673"/>
            <a:ext cx="126364" cy="368935"/>
          </a:xfrm>
          <a:prstGeom prst="rect">
            <a:avLst/>
          </a:prstGeom>
        </p:spPr>
        <p:txBody>
          <a:bodyPr wrap="square" lIns="0" tIns="1841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600" b="1">
                <a:solidFill>
                  <a:srgbClr val="26323C"/>
                </a:solidFill>
                <a:latin typeface="Segoe UI Symbol"/>
                <a:cs typeface="Segoe UI Symbol"/>
              </a:rPr>
              <a:t>API</a:t>
            </a:r>
            <a:r>
              <a:rPr dirty="0" sz="600" spc="35" b="1">
                <a:solidFill>
                  <a:srgbClr val="26323C"/>
                </a:solidFill>
                <a:latin typeface="Segoe UI Symbol"/>
                <a:cs typeface="Segoe UI Symbol"/>
              </a:rPr>
              <a:t> </a:t>
            </a:r>
            <a:r>
              <a:rPr dirty="0" sz="600" spc="-10" b="1">
                <a:solidFill>
                  <a:srgbClr val="26323C"/>
                </a:solidFill>
                <a:latin typeface="Segoe UI Symbol"/>
                <a:cs typeface="Segoe UI Symbol"/>
              </a:rPr>
              <a:t>abuse</a:t>
            </a:r>
            <a:endParaRPr sz="600">
              <a:latin typeface="Segoe UI Symbol"/>
              <a:cs typeface="Segoe UI Symbol"/>
            </a:endParaRPr>
          </a:p>
        </p:txBody>
      </p:sp>
      <p:grpSp>
        <p:nvGrpSpPr>
          <p:cNvPr id="115" name="object 115"/>
          <p:cNvGrpSpPr/>
          <p:nvPr/>
        </p:nvGrpSpPr>
        <p:grpSpPr>
          <a:xfrm>
            <a:off x="4040442" y="8419655"/>
            <a:ext cx="251460" cy="1576070"/>
            <a:chOff x="4040442" y="8419655"/>
            <a:chExt cx="251460" cy="1576070"/>
          </a:xfrm>
        </p:grpSpPr>
        <p:pic>
          <p:nvPicPr>
            <p:cNvPr id="116" name="object 11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099179" y="8419655"/>
              <a:ext cx="133921" cy="276288"/>
            </a:xfrm>
            <a:prstGeom prst="rect">
              <a:avLst/>
            </a:prstGeom>
          </p:spPr>
        </p:pic>
        <p:sp>
          <p:nvSpPr>
            <p:cNvPr id="117" name="object 117"/>
            <p:cNvSpPr/>
            <p:nvPr/>
          </p:nvSpPr>
          <p:spPr>
            <a:xfrm>
              <a:off x="4047299" y="8717661"/>
              <a:ext cx="236854" cy="1270635"/>
            </a:xfrm>
            <a:custGeom>
              <a:avLst/>
              <a:gdLst/>
              <a:ahLst/>
              <a:cxnLst/>
              <a:rect l="l" t="t" r="r" b="b"/>
              <a:pathLst>
                <a:path w="236854" h="1270634">
                  <a:moveTo>
                    <a:pt x="161671" y="0"/>
                  </a:moveTo>
                  <a:lnTo>
                    <a:pt x="76009" y="0"/>
                  </a:lnTo>
                  <a:lnTo>
                    <a:pt x="46673" y="6165"/>
                  </a:lnTo>
                  <a:lnTo>
                    <a:pt x="22625" y="22489"/>
                  </a:lnTo>
                  <a:lnTo>
                    <a:pt x="6267" y="46571"/>
                  </a:lnTo>
                  <a:lnTo>
                    <a:pt x="0" y="76009"/>
                  </a:lnTo>
                  <a:lnTo>
                    <a:pt x="0" y="1194434"/>
                  </a:lnTo>
                  <a:lnTo>
                    <a:pt x="6267" y="1224041"/>
                  </a:lnTo>
                  <a:lnTo>
                    <a:pt x="22625" y="1248177"/>
                  </a:lnTo>
                  <a:lnTo>
                    <a:pt x="46673" y="1264444"/>
                  </a:lnTo>
                  <a:lnTo>
                    <a:pt x="76009" y="1270444"/>
                  </a:lnTo>
                  <a:lnTo>
                    <a:pt x="161671" y="1270444"/>
                  </a:lnTo>
                  <a:lnTo>
                    <a:pt x="190892" y="1264444"/>
                  </a:lnTo>
                  <a:lnTo>
                    <a:pt x="214775" y="1248177"/>
                  </a:lnTo>
                  <a:lnTo>
                    <a:pt x="230807" y="1224041"/>
                  </a:lnTo>
                  <a:lnTo>
                    <a:pt x="236474" y="1194434"/>
                  </a:lnTo>
                  <a:lnTo>
                    <a:pt x="236474" y="76009"/>
                  </a:lnTo>
                  <a:lnTo>
                    <a:pt x="230807" y="46571"/>
                  </a:lnTo>
                  <a:lnTo>
                    <a:pt x="214775" y="22489"/>
                  </a:lnTo>
                  <a:lnTo>
                    <a:pt x="190892" y="6165"/>
                  </a:lnTo>
                  <a:lnTo>
                    <a:pt x="161671" y="0"/>
                  </a:lnTo>
                  <a:close/>
                </a:path>
              </a:pathLst>
            </a:custGeom>
            <a:solidFill>
              <a:srgbClr val="D9F9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4040442" y="8712735"/>
              <a:ext cx="251460" cy="1282700"/>
            </a:xfrm>
            <a:custGeom>
              <a:avLst/>
              <a:gdLst/>
              <a:ahLst/>
              <a:cxnLst/>
              <a:rect l="l" t="t" r="r" b="b"/>
              <a:pathLst>
                <a:path w="251460" h="1282700">
                  <a:moveTo>
                    <a:pt x="214515" y="1269999"/>
                  </a:moveTo>
                  <a:lnTo>
                    <a:pt x="36708" y="1269999"/>
                  </a:lnTo>
                  <a:lnTo>
                    <a:pt x="39773" y="1282699"/>
                  </a:lnTo>
                  <a:lnTo>
                    <a:pt x="211137" y="1282699"/>
                  </a:lnTo>
                  <a:lnTo>
                    <a:pt x="214515" y="1269999"/>
                  </a:lnTo>
                  <a:close/>
                </a:path>
                <a:path w="251460" h="1282700">
                  <a:moveTo>
                    <a:pt x="44841" y="1257299"/>
                  </a:moveTo>
                  <a:lnTo>
                    <a:pt x="21375" y="1257299"/>
                  </a:lnTo>
                  <a:lnTo>
                    <a:pt x="24119" y="1269999"/>
                  </a:lnTo>
                  <a:lnTo>
                    <a:pt x="47908" y="1269999"/>
                  </a:lnTo>
                  <a:lnTo>
                    <a:pt x="44841" y="1257299"/>
                  </a:lnTo>
                  <a:close/>
                </a:path>
                <a:path w="251460" h="1282700">
                  <a:moveTo>
                    <a:pt x="229607" y="1257299"/>
                  </a:moveTo>
                  <a:lnTo>
                    <a:pt x="206381" y="1257299"/>
                  </a:lnTo>
                  <a:lnTo>
                    <a:pt x="203315" y="1269999"/>
                  </a:lnTo>
                  <a:lnTo>
                    <a:pt x="226852" y="1269999"/>
                  </a:lnTo>
                  <a:lnTo>
                    <a:pt x="229607" y="1257299"/>
                  </a:lnTo>
                  <a:close/>
                </a:path>
                <a:path w="251460" h="1282700">
                  <a:moveTo>
                    <a:pt x="30393" y="1244599"/>
                  </a:moveTo>
                  <a:lnTo>
                    <a:pt x="11833" y="1244599"/>
                  </a:lnTo>
                  <a:lnTo>
                    <a:pt x="13995" y="1257299"/>
                  </a:lnTo>
                  <a:lnTo>
                    <a:pt x="32776" y="1257299"/>
                  </a:lnTo>
                  <a:lnTo>
                    <a:pt x="30393" y="1244599"/>
                  </a:lnTo>
                  <a:close/>
                </a:path>
                <a:path w="251460" h="1282700">
                  <a:moveTo>
                    <a:pt x="239198" y="1244599"/>
                  </a:moveTo>
                  <a:lnTo>
                    <a:pt x="220830" y="1244599"/>
                  </a:lnTo>
                  <a:lnTo>
                    <a:pt x="218446" y="1257299"/>
                  </a:lnTo>
                  <a:lnTo>
                    <a:pt x="237026" y="1257299"/>
                  </a:lnTo>
                  <a:lnTo>
                    <a:pt x="239198" y="1244599"/>
                  </a:lnTo>
                  <a:close/>
                </a:path>
                <a:path w="251460" h="1282700">
                  <a:moveTo>
                    <a:pt x="21596" y="1231899"/>
                  </a:moveTo>
                  <a:lnTo>
                    <a:pt x="6353" y="1231899"/>
                  </a:lnTo>
                  <a:lnTo>
                    <a:pt x="8012" y="1244599"/>
                  </a:lnTo>
                  <a:lnTo>
                    <a:pt x="23265" y="1244599"/>
                  </a:lnTo>
                  <a:lnTo>
                    <a:pt x="21596" y="1231899"/>
                  </a:lnTo>
                  <a:close/>
                </a:path>
                <a:path w="251460" h="1282700">
                  <a:moveTo>
                    <a:pt x="246226" y="1231899"/>
                  </a:moveTo>
                  <a:lnTo>
                    <a:pt x="229627" y="1231899"/>
                  </a:lnTo>
                  <a:lnTo>
                    <a:pt x="227957" y="1244599"/>
                  </a:lnTo>
                  <a:lnTo>
                    <a:pt x="244727" y="1244599"/>
                  </a:lnTo>
                  <a:lnTo>
                    <a:pt x="246226" y="1231899"/>
                  </a:lnTo>
                  <a:close/>
                </a:path>
                <a:path w="251460" h="1282700">
                  <a:moveTo>
                    <a:pt x="17061" y="1219199"/>
                  </a:moveTo>
                  <a:lnTo>
                    <a:pt x="1607" y="1219199"/>
                  </a:lnTo>
                  <a:lnTo>
                    <a:pt x="2453" y="1231899"/>
                  </a:lnTo>
                  <a:lnTo>
                    <a:pt x="17966" y="1231899"/>
                  </a:lnTo>
                  <a:lnTo>
                    <a:pt x="17061" y="1219199"/>
                  </a:lnTo>
                  <a:close/>
                </a:path>
                <a:path w="251460" h="1282700">
                  <a:moveTo>
                    <a:pt x="249684" y="1219199"/>
                  </a:moveTo>
                  <a:lnTo>
                    <a:pt x="234071" y="1219199"/>
                  </a:lnTo>
                  <a:lnTo>
                    <a:pt x="233145" y="1231899"/>
                  </a:lnTo>
                  <a:lnTo>
                    <a:pt x="248759" y="1231899"/>
                  </a:lnTo>
                  <a:lnTo>
                    <a:pt x="249684" y="1219199"/>
                  </a:lnTo>
                  <a:close/>
                </a:path>
                <a:path w="251460" h="1282700">
                  <a:moveTo>
                    <a:pt x="15332" y="76199"/>
                  </a:moveTo>
                  <a:lnTo>
                    <a:pt x="290" y="76199"/>
                  </a:lnTo>
                  <a:lnTo>
                    <a:pt x="0" y="88899"/>
                  </a:lnTo>
                  <a:lnTo>
                    <a:pt x="0" y="1206499"/>
                  </a:lnTo>
                  <a:lnTo>
                    <a:pt x="331" y="1219199"/>
                  </a:lnTo>
                  <a:lnTo>
                    <a:pt x="15332" y="1219199"/>
                  </a:lnTo>
                  <a:lnTo>
                    <a:pt x="15040" y="1206499"/>
                  </a:lnTo>
                  <a:lnTo>
                    <a:pt x="14960" y="88899"/>
                  </a:lnTo>
                  <a:lnTo>
                    <a:pt x="15332" y="76199"/>
                  </a:lnTo>
                  <a:close/>
                </a:path>
                <a:path w="251460" h="1282700">
                  <a:moveTo>
                    <a:pt x="15292" y="1206499"/>
                  </a:moveTo>
                  <a:lnTo>
                    <a:pt x="15332" y="1219199"/>
                  </a:lnTo>
                  <a:lnTo>
                    <a:pt x="15714" y="1219199"/>
                  </a:lnTo>
                  <a:lnTo>
                    <a:pt x="15292" y="1206499"/>
                  </a:lnTo>
                  <a:close/>
                </a:path>
                <a:path w="251460" h="1282700">
                  <a:moveTo>
                    <a:pt x="235930" y="1206499"/>
                  </a:moveTo>
                  <a:lnTo>
                    <a:pt x="235447" y="1219199"/>
                  </a:lnTo>
                  <a:lnTo>
                    <a:pt x="235891" y="1219199"/>
                  </a:lnTo>
                  <a:lnTo>
                    <a:pt x="235930" y="1206499"/>
                  </a:lnTo>
                  <a:close/>
                </a:path>
                <a:path w="251460" h="1282700">
                  <a:moveTo>
                    <a:pt x="250891" y="76199"/>
                  </a:moveTo>
                  <a:lnTo>
                    <a:pt x="235930" y="76199"/>
                  </a:lnTo>
                  <a:lnTo>
                    <a:pt x="236181" y="88899"/>
                  </a:lnTo>
                  <a:lnTo>
                    <a:pt x="236263" y="1206499"/>
                  </a:lnTo>
                  <a:lnTo>
                    <a:pt x="235891" y="1219199"/>
                  </a:lnTo>
                  <a:lnTo>
                    <a:pt x="250931" y="1219199"/>
                  </a:lnTo>
                  <a:lnTo>
                    <a:pt x="251223" y="1206499"/>
                  </a:lnTo>
                  <a:lnTo>
                    <a:pt x="251223" y="88899"/>
                  </a:lnTo>
                  <a:lnTo>
                    <a:pt x="250891" y="76199"/>
                  </a:lnTo>
                  <a:close/>
                </a:path>
                <a:path w="251460" h="1282700">
                  <a:moveTo>
                    <a:pt x="18077" y="63499"/>
                  </a:moveTo>
                  <a:lnTo>
                    <a:pt x="2453" y="63499"/>
                  </a:lnTo>
                  <a:lnTo>
                    <a:pt x="1607" y="76199"/>
                  </a:lnTo>
                  <a:lnTo>
                    <a:pt x="17152" y="76199"/>
                  </a:lnTo>
                  <a:lnTo>
                    <a:pt x="18077" y="63499"/>
                  </a:lnTo>
                  <a:close/>
                </a:path>
                <a:path w="251460" h="1282700">
                  <a:moveTo>
                    <a:pt x="248669" y="63499"/>
                  </a:moveTo>
                  <a:lnTo>
                    <a:pt x="233257" y="63499"/>
                  </a:lnTo>
                  <a:lnTo>
                    <a:pt x="234161" y="76199"/>
                  </a:lnTo>
                  <a:lnTo>
                    <a:pt x="249604" y="76199"/>
                  </a:lnTo>
                  <a:lnTo>
                    <a:pt x="248669" y="63499"/>
                  </a:lnTo>
                  <a:close/>
                </a:path>
                <a:path w="251460" h="1282700">
                  <a:moveTo>
                    <a:pt x="23265" y="50799"/>
                  </a:moveTo>
                  <a:lnTo>
                    <a:pt x="6494" y="50799"/>
                  </a:lnTo>
                  <a:lnTo>
                    <a:pt x="4996" y="63499"/>
                  </a:lnTo>
                  <a:lnTo>
                    <a:pt x="21596" y="63499"/>
                  </a:lnTo>
                  <a:lnTo>
                    <a:pt x="23265" y="50799"/>
                  </a:lnTo>
                  <a:close/>
                </a:path>
                <a:path w="251460" h="1282700">
                  <a:moveTo>
                    <a:pt x="244868" y="50799"/>
                  </a:moveTo>
                  <a:lnTo>
                    <a:pt x="227957" y="50799"/>
                  </a:lnTo>
                  <a:lnTo>
                    <a:pt x="229627" y="63499"/>
                  </a:lnTo>
                  <a:lnTo>
                    <a:pt x="246226" y="63499"/>
                  </a:lnTo>
                  <a:lnTo>
                    <a:pt x="244868" y="50799"/>
                  </a:lnTo>
                  <a:close/>
                </a:path>
                <a:path w="251460" h="1282700">
                  <a:moveTo>
                    <a:pt x="30624" y="38099"/>
                  </a:moveTo>
                  <a:lnTo>
                    <a:pt x="12024" y="38099"/>
                  </a:lnTo>
                  <a:lnTo>
                    <a:pt x="10013" y="50799"/>
                  </a:lnTo>
                  <a:lnTo>
                    <a:pt x="28383" y="50799"/>
                  </a:lnTo>
                  <a:lnTo>
                    <a:pt x="30624" y="38099"/>
                  </a:lnTo>
                  <a:close/>
                </a:path>
                <a:path w="251460" h="1282700">
                  <a:moveTo>
                    <a:pt x="239389" y="38099"/>
                  </a:moveTo>
                  <a:lnTo>
                    <a:pt x="220597" y="38099"/>
                  </a:lnTo>
                  <a:lnTo>
                    <a:pt x="222840" y="50799"/>
                  </a:lnTo>
                  <a:lnTo>
                    <a:pt x="241380" y="50799"/>
                  </a:lnTo>
                  <a:lnTo>
                    <a:pt x="239389" y="38099"/>
                  </a:lnTo>
                  <a:close/>
                </a:path>
                <a:path w="251460" h="1282700">
                  <a:moveTo>
                    <a:pt x="45143" y="25399"/>
                  </a:moveTo>
                  <a:lnTo>
                    <a:pt x="21616" y="25399"/>
                  </a:lnTo>
                  <a:lnTo>
                    <a:pt x="18991" y="38099"/>
                  </a:lnTo>
                  <a:lnTo>
                    <a:pt x="42176" y="38099"/>
                  </a:lnTo>
                  <a:lnTo>
                    <a:pt x="45143" y="25399"/>
                  </a:lnTo>
                  <a:close/>
                </a:path>
                <a:path w="251460" h="1282700">
                  <a:moveTo>
                    <a:pt x="229848" y="25399"/>
                  </a:moveTo>
                  <a:lnTo>
                    <a:pt x="206080" y="25399"/>
                  </a:lnTo>
                  <a:lnTo>
                    <a:pt x="209045" y="38099"/>
                  </a:lnTo>
                  <a:lnTo>
                    <a:pt x="232451" y="38099"/>
                  </a:lnTo>
                  <a:lnTo>
                    <a:pt x="229848" y="25399"/>
                  </a:lnTo>
                  <a:close/>
                </a:path>
                <a:path w="251460" h="1282700">
                  <a:moveTo>
                    <a:pt x="214816" y="12699"/>
                  </a:moveTo>
                  <a:lnTo>
                    <a:pt x="36708" y="12699"/>
                  </a:lnTo>
                  <a:lnTo>
                    <a:pt x="33148" y="25399"/>
                  </a:lnTo>
                  <a:lnTo>
                    <a:pt x="218074" y="25399"/>
                  </a:lnTo>
                  <a:lnTo>
                    <a:pt x="214816" y="12699"/>
                  </a:lnTo>
                  <a:close/>
                </a:path>
                <a:path w="251460" h="1282700">
                  <a:moveTo>
                    <a:pt x="184725" y="0"/>
                  </a:moveTo>
                  <a:lnTo>
                    <a:pt x="66126" y="0"/>
                  </a:lnTo>
                  <a:lnTo>
                    <a:pt x="62104" y="12699"/>
                  </a:lnTo>
                  <a:lnTo>
                    <a:pt x="188756" y="12699"/>
                  </a:lnTo>
                  <a:lnTo>
                    <a:pt x="184725" y="0"/>
                  </a:lnTo>
                  <a:close/>
                </a:path>
              </a:pathLst>
            </a:custGeom>
            <a:solidFill>
              <a:srgbClr val="52C98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9" name="object 11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066331" y="8811768"/>
              <a:ext cx="199444" cy="201364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102798" y="8844343"/>
              <a:ext cx="125476" cy="136334"/>
            </a:xfrm>
            <a:prstGeom prst="rect">
              <a:avLst/>
            </a:prstGeom>
          </p:spPr>
        </p:pic>
      </p:grpSp>
      <p:sp>
        <p:nvSpPr>
          <p:cNvPr id="121" name="object 121"/>
          <p:cNvSpPr txBox="1"/>
          <p:nvPr/>
        </p:nvSpPr>
        <p:spPr>
          <a:xfrm>
            <a:off x="4105160" y="9048984"/>
            <a:ext cx="126364" cy="527685"/>
          </a:xfrm>
          <a:prstGeom prst="rect">
            <a:avLst/>
          </a:prstGeom>
        </p:spPr>
        <p:txBody>
          <a:bodyPr wrap="square" lIns="0" tIns="1841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600" b="1">
                <a:solidFill>
                  <a:srgbClr val="1F2937"/>
                </a:solidFill>
                <a:latin typeface="Segoe UI Symbol"/>
                <a:cs typeface="Segoe UI Symbol"/>
              </a:rPr>
              <a:t>API</a:t>
            </a:r>
            <a:r>
              <a:rPr dirty="0" sz="600" spc="35" b="1">
                <a:solidFill>
                  <a:srgbClr val="1F2937"/>
                </a:solidFill>
                <a:latin typeface="Segoe UI Symbol"/>
                <a:cs typeface="Segoe UI Symbol"/>
              </a:rPr>
              <a:t> </a:t>
            </a:r>
            <a:r>
              <a:rPr dirty="0" sz="600" spc="-10" b="1">
                <a:solidFill>
                  <a:srgbClr val="1F2937"/>
                </a:solidFill>
                <a:latin typeface="Segoe UI Symbol"/>
                <a:cs typeface="Segoe UI Symbol"/>
              </a:rPr>
              <a:t>protection</a:t>
            </a:r>
            <a:endParaRPr sz="600">
              <a:latin typeface="Segoe UI Symbol"/>
              <a:cs typeface="Segoe UI Symbol"/>
            </a:endParaRPr>
          </a:p>
        </p:txBody>
      </p:sp>
      <p:grpSp>
        <p:nvGrpSpPr>
          <p:cNvPr id="122" name="object 122"/>
          <p:cNvGrpSpPr/>
          <p:nvPr/>
        </p:nvGrpSpPr>
        <p:grpSpPr>
          <a:xfrm>
            <a:off x="3781910" y="7137972"/>
            <a:ext cx="251460" cy="1270000"/>
            <a:chOff x="3781910" y="7137972"/>
            <a:chExt cx="251460" cy="1270000"/>
          </a:xfrm>
        </p:grpSpPr>
        <p:sp>
          <p:nvSpPr>
            <p:cNvPr id="123" name="object 123"/>
            <p:cNvSpPr/>
            <p:nvPr/>
          </p:nvSpPr>
          <p:spPr>
            <a:xfrm>
              <a:off x="3789108" y="7141972"/>
              <a:ext cx="236854" cy="1258570"/>
            </a:xfrm>
            <a:custGeom>
              <a:avLst/>
              <a:gdLst/>
              <a:ahLst/>
              <a:cxnLst/>
              <a:rect l="l" t="t" r="r" b="b"/>
              <a:pathLst>
                <a:path w="236854" h="1258570">
                  <a:moveTo>
                    <a:pt x="160464" y="0"/>
                  </a:moveTo>
                  <a:lnTo>
                    <a:pt x="76009" y="0"/>
                  </a:lnTo>
                  <a:lnTo>
                    <a:pt x="46476" y="5849"/>
                  </a:lnTo>
                  <a:lnTo>
                    <a:pt x="22365" y="22067"/>
                  </a:lnTo>
                  <a:lnTo>
                    <a:pt x="6073" y="46254"/>
                  </a:lnTo>
                  <a:lnTo>
                    <a:pt x="0" y="76009"/>
                  </a:lnTo>
                  <a:lnTo>
                    <a:pt x="0" y="1182370"/>
                  </a:lnTo>
                  <a:lnTo>
                    <a:pt x="6073" y="1212140"/>
                  </a:lnTo>
                  <a:lnTo>
                    <a:pt x="22365" y="1236330"/>
                  </a:lnTo>
                  <a:lnTo>
                    <a:pt x="46476" y="1252542"/>
                  </a:lnTo>
                  <a:lnTo>
                    <a:pt x="76009" y="1258379"/>
                  </a:lnTo>
                  <a:lnTo>
                    <a:pt x="160464" y="1258379"/>
                  </a:lnTo>
                  <a:lnTo>
                    <a:pt x="190189" y="1252542"/>
                  </a:lnTo>
                  <a:lnTo>
                    <a:pt x="214365" y="1236330"/>
                  </a:lnTo>
                  <a:lnTo>
                    <a:pt x="230592" y="1212140"/>
                  </a:lnTo>
                  <a:lnTo>
                    <a:pt x="236474" y="1182370"/>
                  </a:lnTo>
                  <a:lnTo>
                    <a:pt x="236474" y="76009"/>
                  </a:lnTo>
                  <a:lnTo>
                    <a:pt x="230592" y="46254"/>
                  </a:lnTo>
                  <a:lnTo>
                    <a:pt x="214365" y="22067"/>
                  </a:lnTo>
                  <a:lnTo>
                    <a:pt x="190189" y="5849"/>
                  </a:lnTo>
                  <a:lnTo>
                    <a:pt x="160464" y="0"/>
                  </a:lnTo>
                  <a:close/>
                </a:path>
              </a:pathLst>
            </a:custGeom>
            <a:solidFill>
              <a:srgbClr val="FEE7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3781910" y="7137972"/>
              <a:ext cx="251460" cy="1270000"/>
            </a:xfrm>
            <a:custGeom>
              <a:avLst/>
              <a:gdLst/>
              <a:ahLst/>
              <a:cxnLst/>
              <a:rect l="l" t="t" r="r" b="b"/>
              <a:pathLst>
                <a:path w="251460" h="1270000">
                  <a:moveTo>
                    <a:pt x="214515" y="1257299"/>
                  </a:moveTo>
                  <a:lnTo>
                    <a:pt x="36395" y="1257299"/>
                  </a:lnTo>
                  <a:lnTo>
                    <a:pt x="39773" y="1269999"/>
                  </a:lnTo>
                  <a:lnTo>
                    <a:pt x="211448" y="1269999"/>
                  </a:lnTo>
                  <a:lnTo>
                    <a:pt x="214515" y="1257299"/>
                  </a:lnTo>
                  <a:close/>
                </a:path>
                <a:path w="251460" h="1270000">
                  <a:moveTo>
                    <a:pt x="44841" y="1244599"/>
                  </a:moveTo>
                  <a:lnTo>
                    <a:pt x="21374" y="1244599"/>
                  </a:lnTo>
                  <a:lnTo>
                    <a:pt x="24371" y="1257299"/>
                  </a:lnTo>
                  <a:lnTo>
                    <a:pt x="47908" y="1257299"/>
                  </a:lnTo>
                  <a:lnTo>
                    <a:pt x="44841" y="1244599"/>
                  </a:lnTo>
                  <a:close/>
                </a:path>
                <a:path w="251460" h="1270000">
                  <a:moveTo>
                    <a:pt x="229607" y="1244599"/>
                  </a:moveTo>
                  <a:lnTo>
                    <a:pt x="206381" y="1244599"/>
                  </a:lnTo>
                  <a:lnTo>
                    <a:pt x="203305" y="1257299"/>
                  </a:lnTo>
                  <a:lnTo>
                    <a:pt x="226841" y="1257299"/>
                  </a:lnTo>
                  <a:lnTo>
                    <a:pt x="229607" y="1244599"/>
                  </a:lnTo>
                  <a:close/>
                </a:path>
                <a:path w="251460" h="1270000">
                  <a:moveTo>
                    <a:pt x="30393" y="1231899"/>
                  </a:moveTo>
                  <a:lnTo>
                    <a:pt x="11833" y="1231899"/>
                  </a:lnTo>
                  <a:lnTo>
                    <a:pt x="13995" y="1244599"/>
                  </a:lnTo>
                  <a:lnTo>
                    <a:pt x="32765" y="1244599"/>
                  </a:lnTo>
                  <a:lnTo>
                    <a:pt x="30393" y="1231899"/>
                  </a:lnTo>
                  <a:close/>
                </a:path>
                <a:path w="251460" h="1270000">
                  <a:moveTo>
                    <a:pt x="239198" y="1231899"/>
                  </a:moveTo>
                  <a:lnTo>
                    <a:pt x="220818" y="1231899"/>
                  </a:lnTo>
                  <a:lnTo>
                    <a:pt x="218446" y="1244599"/>
                  </a:lnTo>
                  <a:lnTo>
                    <a:pt x="237026" y="1244599"/>
                  </a:lnTo>
                  <a:lnTo>
                    <a:pt x="239198" y="1231899"/>
                  </a:lnTo>
                  <a:close/>
                </a:path>
                <a:path w="251460" h="1270000">
                  <a:moveTo>
                    <a:pt x="21596" y="1219199"/>
                  </a:moveTo>
                  <a:lnTo>
                    <a:pt x="6353" y="1219199"/>
                  </a:lnTo>
                  <a:lnTo>
                    <a:pt x="8163" y="1231899"/>
                  </a:lnTo>
                  <a:lnTo>
                    <a:pt x="23265" y="1231899"/>
                  </a:lnTo>
                  <a:lnTo>
                    <a:pt x="21596" y="1219199"/>
                  </a:lnTo>
                  <a:close/>
                </a:path>
                <a:path w="251460" h="1270000">
                  <a:moveTo>
                    <a:pt x="244868" y="1219199"/>
                  </a:moveTo>
                  <a:lnTo>
                    <a:pt x="229626" y="1219199"/>
                  </a:lnTo>
                  <a:lnTo>
                    <a:pt x="227957" y="1231899"/>
                  </a:lnTo>
                  <a:lnTo>
                    <a:pt x="243048" y="1231899"/>
                  </a:lnTo>
                  <a:lnTo>
                    <a:pt x="244868" y="1219199"/>
                  </a:lnTo>
                  <a:close/>
                </a:path>
                <a:path w="251460" h="1270000">
                  <a:moveTo>
                    <a:pt x="17051" y="1206499"/>
                  </a:moveTo>
                  <a:lnTo>
                    <a:pt x="1607" y="1206499"/>
                  </a:lnTo>
                  <a:lnTo>
                    <a:pt x="2452" y="1219199"/>
                  </a:lnTo>
                  <a:lnTo>
                    <a:pt x="17966" y="1219199"/>
                  </a:lnTo>
                  <a:lnTo>
                    <a:pt x="17051" y="1206499"/>
                  </a:lnTo>
                  <a:close/>
                </a:path>
                <a:path w="251460" h="1270000">
                  <a:moveTo>
                    <a:pt x="249684" y="1206499"/>
                  </a:moveTo>
                  <a:lnTo>
                    <a:pt x="234071" y="1206499"/>
                  </a:lnTo>
                  <a:lnTo>
                    <a:pt x="233145" y="1219199"/>
                  </a:lnTo>
                  <a:lnTo>
                    <a:pt x="248759" y="1219199"/>
                  </a:lnTo>
                  <a:lnTo>
                    <a:pt x="249684" y="1206499"/>
                  </a:lnTo>
                  <a:close/>
                </a:path>
                <a:path w="251460" h="1270000">
                  <a:moveTo>
                    <a:pt x="15060" y="76199"/>
                  </a:moveTo>
                  <a:lnTo>
                    <a:pt x="0" y="76199"/>
                  </a:lnTo>
                  <a:lnTo>
                    <a:pt x="0" y="1193799"/>
                  </a:lnTo>
                  <a:lnTo>
                    <a:pt x="331" y="1206499"/>
                  </a:lnTo>
                  <a:lnTo>
                    <a:pt x="15332" y="1206499"/>
                  </a:lnTo>
                  <a:lnTo>
                    <a:pt x="15040" y="1193799"/>
                  </a:lnTo>
                  <a:lnTo>
                    <a:pt x="15060" y="76199"/>
                  </a:lnTo>
                  <a:close/>
                </a:path>
                <a:path w="251460" h="1270000">
                  <a:moveTo>
                    <a:pt x="15292" y="1193799"/>
                  </a:moveTo>
                  <a:lnTo>
                    <a:pt x="15332" y="1206499"/>
                  </a:lnTo>
                  <a:lnTo>
                    <a:pt x="15713" y="1206499"/>
                  </a:lnTo>
                  <a:lnTo>
                    <a:pt x="15292" y="1193799"/>
                  </a:lnTo>
                  <a:close/>
                </a:path>
                <a:path w="251460" h="1270000">
                  <a:moveTo>
                    <a:pt x="235920" y="1193799"/>
                  </a:moveTo>
                  <a:lnTo>
                    <a:pt x="235447" y="1206499"/>
                  </a:lnTo>
                  <a:lnTo>
                    <a:pt x="235891" y="1206499"/>
                  </a:lnTo>
                  <a:lnTo>
                    <a:pt x="235920" y="1193799"/>
                  </a:lnTo>
                  <a:close/>
                </a:path>
                <a:path w="251460" h="1270000">
                  <a:moveTo>
                    <a:pt x="251212" y="76199"/>
                  </a:moveTo>
                  <a:lnTo>
                    <a:pt x="236181" y="76199"/>
                  </a:lnTo>
                  <a:lnTo>
                    <a:pt x="236251" y="1193799"/>
                  </a:lnTo>
                  <a:lnTo>
                    <a:pt x="235891" y="1206499"/>
                  </a:lnTo>
                  <a:lnTo>
                    <a:pt x="250921" y="1206499"/>
                  </a:lnTo>
                  <a:lnTo>
                    <a:pt x="251212" y="1193799"/>
                  </a:lnTo>
                  <a:lnTo>
                    <a:pt x="251212" y="76199"/>
                  </a:lnTo>
                  <a:close/>
                </a:path>
                <a:path w="251460" h="1270000">
                  <a:moveTo>
                    <a:pt x="17151" y="63499"/>
                  </a:moveTo>
                  <a:lnTo>
                    <a:pt x="1537" y="63499"/>
                  </a:lnTo>
                  <a:lnTo>
                    <a:pt x="814" y="76199"/>
                  </a:lnTo>
                  <a:lnTo>
                    <a:pt x="16377" y="76199"/>
                  </a:lnTo>
                  <a:lnTo>
                    <a:pt x="17151" y="63499"/>
                  </a:lnTo>
                  <a:close/>
                </a:path>
                <a:path w="251460" h="1270000">
                  <a:moveTo>
                    <a:pt x="249684" y="63499"/>
                  </a:moveTo>
                  <a:lnTo>
                    <a:pt x="234161" y="63499"/>
                  </a:lnTo>
                  <a:lnTo>
                    <a:pt x="234915" y="76199"/>
                  </a:lnTo>
                  <a:lnTo>
                    <a:pt x="250348" y="76199"/>
                  </a:lnTo>
                  <a:lnTo>
                    <a:pt x="249684" y="63499"/>
                  </a:lnTo>
                  <a:close/>
                </a:path>
                <a:path w="251460" h="1270000">
                  <a:moveTo>
                    <a:pt x="21746" y="50799"/>
                  </a:moveTo>
                  <a:lnTo>
                    <a:pt x="6494" y="50799"/>
                  </a:lnTo>
                  <a:lnTo>
                    <a:pt x="4865" y="63499"/>
                  </a:lnTo>
                  <a:lnTo>
                    <a:pt x="20238" y="63499"/>
                  </a:lnTo>
                  <a:lnTo>
                    <a:pt x="21746" y="50799"/>
                  </a:lnTo>
                  <a:close/>
                </a:path>
                <a:path w="251460" h="1270000">
                  <a:moveTo>
                    <a:pt x="246226" y="50799"/>
                  </a:moveTo>
                  <a:lnTo>
                    <a:pt x="229466" y="50799"/>
                  </a:lnTo>
                  <a:lnTo>
                    <a:pt x="230983" y="63499"/>
                  </a:lnTo>
                  <a:lnTo>
                    <a:pt x="247653" y="63499"/>
                  </a:lnTo>
                  <a:lnTo>
                    <a:pt x="246226" y="50799"/>
                  </a:lnTo>
                  <a:close/>
                </a:path>
                <a:path w="251460" h="1270000">
                  <a:moveTo>
                    <a:pt x="30624" y="38099"/>
                  </a:moveTo>
                  <a:lnTo>
                    <a:pt x="12024" y="38099"/>
                  </a:lnTo>
                  <a:lnTo>
                    <a:pt x="10013" y="50799"/>
                  </a:lnTo>
                  <a:lnTo>
                    <a:pt x="28371" y="50799"/>
                  </a:lnTo>
                  <a:lnTo>
                    <a:pt x="30624" y="38099"/>
                  </a:lnTo>
                  <a:close/>
                </a:path>
                <a:path w="251460" h="1270000">
                  <a:moveTo>
                    <a:pt x="239198" y="38099"/>
                  </a:moveTo>
                  <a:lnTo>
                    <a:pt x="220597" y="38099"/>
                  </a:lnTo>
                  <a:lnTo>
                    <a:pt x="222840" y="50799"/>
                  </a:lnTo>
                  <a:lnTo>
                    <a:pt x="241380" y="50799"/>
                  </a:lnTo>
                  <a:lnTo>
                    <a:pt x="239198" y="38099"/>
                  </a:lnTo>
                  <a:close/>
                </a:path>
                <a:path w="251460" h="1270000">
                  <a:moveTo>
                    <a:pt x="42468" y="25399"/>
                  </a:moveTo>
                  <a:lnTo>
                    <a:pt x="21616" y="25399"/>
                  </a:lnTo>
                  <a:lnTo>
                    <a:pt x="18991" y="38099"/>
                  </a:lnTo>
                  <a:lnTo>
                    <a:pt x="39602" y="38099"/>
                  </a:lnTo>
                  <a:lnTo>
                    <a:pt x="42468" y="25399"/>
                  </a:lnTo>
                  <a:close/>
                </a:path>
                <a:path w="251460" h="1270000">
                  <a:moveTo>
                    <a:pt x="229848" y="25399"/>
                  </a:moveTo>
                  <a:lnTo>
                    <a:pt x="208753" y="25399"/>
                  </a:lnTo>
                  <a:lnTo>
                    <a:pt x="211609" y="38099"/>
                  </a:lnTo>
                  <a:lnTo>
                    <a:pt x="232451" y="38099"/>
                  </a:lnTo>
                  <a:lnTo>
                    <a:pt x="229848" y="25399"/>
                  </a:lnTo>
                  <a:close/>
                </a:path>
                <a:path w="251460" h="1270000">
                  <a:moveTo>
                    <a:pt x="72872" y="12699"/>
                  </a:moveTo>
                  <a:lnTo>
                    <a:pt x="36697" y="12699"/>
                  </a:lnTo>
                  <a:lnTo>
                    <a:pt x="33430" y="25399"/>
                  </a:lnTo>
                  <a:lnTo>
                    <a:pt x="69142" y="25399"/>
                  </a:lnTo>
                  <a:lnTo>
                    <a:pt x="72872" y="12699"/>
                  </a:lnTo>
                  <a:close/>
                </a:path>
                <a:path w="251460" h="1270000">
                  <a:moveTo>
                    <a:pt x="214816" y="12699"/>
                  </a:moveTo>
                  <a:lnTo>
                    <a:pt x="178349" y="12699"/>
                  </a:lnTo>
                  <a:lnTo>
                    <a:pt x="182071" y="25399"/>
                  </a:lnTo>
                  <a:lnTo>
                    <a:pt x="218074" y="25399"/>
                  </a:lnTo>
                  <a:lnTo>
                    <a:pt x="214816" y="12699"/>
                  </a:lnTo>
                  <a:close/>
                </a:path>
                <a:path w="251460" h="1270000">
                  <a:moveTo>
                    <a:pt x="192707" y="0"/>
                  </a:moveTo>
                  <a:lnTo>
                    <a:pt x="62094" y="0"/>
                  </a:lnTo>
                  <a:lnTo>
                    <a:pt x="58153" y="12699"/>
                  </a:lnTo>
                  <a:lnTo>
                    <a:pt x="196930" y="12699"/>
                  </a:lnTo>
                  <a:lnTo>
                    <a:pt x="192707" y="0"/>
                  </a:lnTo>
                  <a:close/>
                </a:path>
              </a:pathLst>
            </a:custGeom>
            <a:solidFill>
              <a:srgbClr val="F2A0B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5" name="object 125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807799" y="7234872"/>
              <a:ext cx="199444" cy="201998"/>
            </a:xfrm>
            <a:prstGeom prst="rect">
              <a:avLst/>
            </a:prstGeom>
          </p:spPr>
        </p:pic>
      </p:grpSp>
      <p:sp>
        <p:nvSpPr>
          <p:cNvPr id="126" name="object 126"/>
          <p:cNvSpPr txBox="1"/>
          <p:nvPr/>
        </p:nvSpPr>
        <p:spPr>
          <a:xfrm>
            <a:off x="3846617" y="7487673"/>
            <a:ext cx="126364" cy="532765"/>
          </a:xfrm>
          <a:prstGeom prst="rect">
            <a:avLst/>
          </a:prstGeom>
        </p:spPr>
        <p:txBody>
          <a:bodyPr wrap="square" lIns="0" tIns="1841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600" b="1">
                <a:solidFill>
                  <a:srgbClr val="26323C"/>
                </a:solidFill>
                <a:latin typeface="Segoe UI Symbol"/>
                <a:cs typeface="Segoe UI Symbol"/>
              </a:rPr>
              <a:t>Injection</a:t>
            </a:r>
            <a:r>
              <a:rPr dirty="0" sz="600" spc="45" b="1">
                <a:solidFill>
                  <a:srgbClr val="26323C"/>
                </a:solidFill>
                <a:latin typeface="Segoe UI Symbol"/>
                <a:cs typeface="Segoe UI Symbol"/>
              </a:rPr>
              <a:t> </a:t>
            </a:r>
            <a:r>
              <a:rPr dirty="0" sz="600" b="1">
                <a:solidFill>
                  <a:srgbClr val="26323C"/>
                </a:solidFill>
                <a:latin typeface="Segoe UI Symbol"/>
                <a:cs typeface="Segoe UI Symbol"/>
              </a:rPr>
              <a:t>/</a:t>
            </a:r>
            <a:r>
              <a:rPr dirty="0" sz="600" spc="35" b="1">
                <a:solidFill>
                  <a:srgbClr val="26323C"/>
                </a:solidFill>
                <a:latin typeface="Segoe UI Symbol"/>
                <a:cs typeface="Segoe UI Symbol"/>
              </a:rPr>
              <a:t> </a:t>
            </a:r>
            <a:r>
              <a:rPr dirty="0" sz="600" spc="-25" b="1">
                <a:solidFill>
                  <a:srgbClr val="26323C"/>
                </a:solidFill>
                <a:latin typeface="Segoe UI Symbol"/>
                <a:cs typeface="Segoe UI Symbol"/>
              </a:rPr>
              <a:t>XSS</a:t>
            </a:r>
            <a:endParaRPr sz="600">
              <a:latin typeface="Segoe UI Symbol"/>
              <a:cs typeface="Segoe UI Symbol"/>
            </a:endParaRPr>
          </a:p>
        </p:txBody>
      </p:sp>
      <p:grpSp>
        <p:nvGrpSpPr>
          <p:cNvPr id="127" name="object 127"/>
          <p:cNvGrpSpPr/>
          <p:nvPr/>
        </p:nvGrpSpPr>
        <p:grpSpPr>
          <a:xfrm>
            <a:off x="3781910" y="8419655"/>
            <a:ext cx="251460" cy="1576070"/>
            <a:chOff x="3781910" y="8419655"/>
            <a:chExt cx="251460" cy="1576070"/>
          </a:xfrm>
        </p:grpSpPr>
        <p:pic>
          <p:nvPicPr>
            <p:cNvPr id="128" name="object 128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840988" y="8419655"/>
              <a:ext cx="132714" cy="276288"/>
            </a:xfrm>
            <a:prstGeom prst="rect">
              <a:avLst/>
            </a:prstGeom>
          </p:spPr>
        </p:pic>
        <p:sp>
          <p:nvSpPr>
            <p:cNvPr id="129" name="object 129"/>
            <p:cNvSpPr/>
            <p:nvPr/>
          </p:nvSpPr>
          <p:spPr>
            <a:xfrm>
              <a:off x="3789108" y="8717661"/>
              <a:ext cx="236854" cy="1270635"/>
            </a:xfrm>
            <a:custGeom>
              <a:avLst/>
              <a:gdLst/>
              <a:ahLst/>
              <a:cxnLst/>
              <a:rect l="l" t="t" r="r" b="b"/>
              <a:pathLst>
                <a:path w="236854" h="1270634">
                  <a:moveTo>
                    <a:pt x="160464" y="0"/>
                  </a:moveTo>
                  <a:lnTo>
                    <a:pt x="76009" y="0"/>
                  </a:lnTo>
                  <a:lnTo>
                    <a:pt x="46476" y="6165"/>
                  </a:lnTo>
                  <a:lnTo>
                    <a:pt x="22365" y="22489"/>
                  </a:lnTo>
                  <a:lnTo>
                    <a:pt x="6073" y="46571"/>
                  </a:lnTo>
                  <a:lnTo>
                    <a:pt x="0" y="76009"/>
                  </a:lnTo>
                  <a:lnTo>
                    <a:pt x="0" y="1194434"/>
                  </a:lnTo>
                  <a:lnTo>
                    <a:pt x="6073" y="1224041"/>
                  </a:lnTo>
                  <a:lnTo>
                    <a:pt x="22365" y="1248177"/>
                  </a:lnTo>
                  <a:lnTo>
                    <a:pt x="46476" y="1264444"/>
                  </a:lnTo>
                  <a:lnTo>
                    <a:pt x="76009" y="1270444"/>
                  </a:lnTo>
                  <a:lnTo>
                    <a:pt x="160464" y="1270444"/>
                  </a:lnTo>
                  <a:lnTo>
                    <a:pt x="190189" y="1264444"/>
                  </a:lnTo>
                  <a:lnTo>
                    <a:pt x="214365" y="1248177"/>
                  </a:lnTo>
                  <a:lnTo>
                    <a:pt x="230592" y="1224041"/>
                  </a:lnTo>
                  <a:lnTo>
                    <a:pt x="236474" y="1194434"/>
                  </a:lnTo>
                  <a:lnTo>
                    <a:pt x="236474" y="76009"/>
                  </a:lnTo>
                  <a:lnTo>
                    <a:pt x="230592" y="46571"/>
                  </a:lnTo>
                  <a:lnTo>
                    <a:pt x="214365" y="22489"/>
                  </a:lnTo>
                  <a:lnTo>
                    <a:pt x="190189" y="6165"/>
                  </a:lnTo>
                  <a:lnTo>
                    <a:pt x="160464" y="0"/>
                  </a:lnTo>
                  <a:close/>
                </a:path>
              </a:pathLst>
            </a:custGeom>
            <a:solidFill>
              <a:srgbClr val="D9F9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3781910" y="8712735"/>
              <a:ext cx="251460" cy="1282700"/>
            </a:xfrm>
            <a:custGeom>
              <a:avLst/>
              <a:gdLst/>
              <a:ahLst/>
              <a:cxnLst/>
              <a:rect l="l" t="t" r="r" b="b"/>
              <a:pathLst>
                <a:path w="251460" h="1282700">
                  <a:moveTo>
                    <a:pt x="214515" y="1269999"/>
                  </a:moveTo>
                  <a:lnTo>
                    <a:pt x="36697" y="1269999"/>
                  </a:lnTo>
                  <a:lnTo>
                    <a:pt x="40076" y="1282699"/>
                  </a:lnTo>
                  <a:lnTo>
                    <a:pt x="211137" y="1282699"/>
                  </a:lnTo>
                  <a:lnTo>
                    <a:pt x="214515" y="1269999"/>
                  </a:lnTo>
                  <a:close/>
                </a:path>
                <a:path w="251460" h="1282700">
                  <a:moveTo>
                    <a:pt x="44841" y="1257299"/>
                  </a:moveTo>
                  <a:lnTo>
                    <a:pt x="21375" y="1257299"/>
                  </a:lnTo>
                  <a:lnTo>
                    <a:pt x="24119" y="1269999"/>
                  </a:lnTo>
                  <a:lnTo>
                    <a:pt x="47908" y="1269999"/>
                  </a:lnTo>
                  <a:lnTo>
                    <a:pt x="44841" y="1257299"/>
                  </a:lnTo>
                  <a:close/>
                </a:path>
                <a:path w="251460" h="1282700">
                  <a:moveTo>
                    <a:pt x="229607" y="1257299"/>
                  </a:moveTo>
                  <a:lnTo>
                    <a:pt x="206381" y="1257299"/>
                  </a:lnTo>
                  <a:lnTo>
                    <a:pt x="203305" y="1269999"/>
                  </a:lnTo>
                  <a:lnTo>
                    <a:pt x="227102" y="1269999"/>
                  </a:lnTo>
                  <a:lnTo>
                    <a:pt x="229607" y="1257299"/>
                  </a:lnTo>
                  <a:close/>
                </a:path>
                <a:path w="251460" h="1282700">
                  <a:moveTo>
                    <a:pt x="30393" y="1244599"/>
                  </a:moveTo>
                  <a:lnTo>
                    <a:pt x="11833" y="1244599"/>
                  </a:lnTo>
                  <a:lnTo>
                    <a:pt x="13995" y="1257299"/>
                  </a:lnTo>
                  <a:lnTo>
                    <a:pt x="32765" y="1257299"/>
                  </a:lnTo>
                  <a:lnTo>
                    <a:pt x="30393" y="1244599"/>
                  </a:lnTo>
                  <a:close/>
                </a:path>
                <a:path w="251460" h="1282700">
                  <a:moveTo>
                    <a:pt x="239198" y="1244599"/>
                  </a:moveTo>
                  <a:lnTo>
                    <a:pt x="220818" y="1244599"/>
                  </a:lnTo>
                  <a:lnTo>
                    <a:pt x="218446" y="1257299"/>
                  </a:lnTo>
                  <a:lnTo>
                    <a:pt x="237026" y="1257299"/>
                  </a:lnTo>
                  <a:lnTo>
                    <a:pt x="239198" y="1244599"/>
                  </a:lnTo>
                  <a:close/>
                </a:path>
                <a:path w="251460" h="1282700">
                  <a:moveTo>
                    <a:pt x="21596" y="1231899"/>
                  </a:moveTo>
                  <a:lnTo>
                    <a:pt x="6353" y="1231899"/>
                  </a:lnTo>
                  <a:lnTo>
                    <a:pt x="8163" y="1244599"/>
                  </a:lnTo>
                  <a:lnTo>
                    <a:pt x="23265" y="1244599"/>
                  </a:lnTo>
                  <a:lnTo>
                    <a:pt x="21596" y="1231899"/>
                  </a:lnTo>
                  <a:close/>
                </a:path>
                <a:path w="251460" h="1282700">
                  <a:moveTo>
                    <a:pt x="244868" y="1231899"/>
                  </a:moveTo>
                  <a:lnTo>
                    <a:pt x="229626" y="1231899"/>
                  </a:lnTo>
                  <a:lnTo>
                    <a:pt x="227957" y="1244599"/>
                  </a:lnTo>
                  <a:lnTo>
                    <a:pt x="243048" y="1244599"/>
                  </a:lnTo>
                  <a:lnTo>
                    <a:pt x="244868" y="1231899"/>
                  </a:lnTo>
                  <a:close/>
                </a:path>
                <a:path w="251460" h="1282700">
                  <a:moveTo>
                    <a:pt x="17051" y="1219199"/>
                  </a:moveTo>
                  <a:lnTo>
                    <a:pt x="1607" y="1219199"/>
                  </a:lnTo>
                  <a:lnTo>
                    <a:pt x="2452" y="1231899"/>
                  </a:lnTo>
                  <a:lnTo>
                    <a:pt x="17966" y="1231899"/>
                  </a:lnTo>
                  <a:lnTo>
                    <a:pt x="17051" y="1219199"/>
                  </a:lnTo>
                  <a:close/>
                </a:path>
                <a:path w="251460" h="1282700">
                  <a:moveTo>
                    <a:pt x="249684" y="1219199"/>
                  </a:moveTo>
                  <a:lnTo>
                    <a:pt x="234071" y="1219199"/>
                  </a:lnTo>
                  <a:lnTo>
                    <a:pt x="233145" y="1231899"/>
                  </a:lnTo>
                  <a:lnTo>
                    <a:pt x="248759" y="1231899"/>
                  </a:lnTo>
                  <a:lnTo>
                    <a:pt x="249684" y="1219199"/>
                  </a:lnTo>
                  <a:close/>
                </a:path>
                <a:path w="251460" h="1282700">
                  <a:moveTo>
                    <a:pt x="15332" y="76199"/>
                  </a:moveTo>
                  <a:lnTo>
                    <a:pt x="290" y="76199"/>
                  </a:lnTo>
                  <a:lnTo>
                    <a:pt x="0" y="88899"/>
                  </a:lnTo>
                  <a:lnTo>
                    <a:pt x="0" y="1206499"/>
                  </a:lnTo>
                  <a:lnTo>
                    <a:pt x="331" y="1219199"/>
                  </a:lnTo>
                  <a:lnTo>
                    <a:pt x="15332" y="1219199"/>
                  </a:lnTo>
                  <a:lnTo>
                    <a:pt x="15040" y="1206499"/>
                  </a:lnTo>
                  <a:lnTo>
                    <a:pt x="14960" y="88899"/>
                  </a:lnTo>
                  <a:lnTo>
                    <a:pt x="15332" y="76199"/>
                  </a:lnTo>
                  <a:close/>
                </a:path>
                <a:path w="251460" h="1282700">
                  <a:moveTo>
                    <a:pt x="15292" y="1206499"/>
                  </a:moveTo>
                  <a:lnTo>
                    <a:pt x="15332" y="1219199"/>
                  </a:lnTo>
                  <a:lnTo>
                    <a:pt x="15713" y="1219199"/>
                  </a:lnTo>
                  <a:lnTo>
                    <a:pt x="15292" y="1206499"/>
                  </a:lnTo>
                  <a:close/>
                </a:path>
                <a:path w="251460" h="1282700">
                  <a:moveTo>
                    <a:pt x="235920" y="1206499"/>
                  </a:moveTo>
                  <a:lnTo>
                    <a:pt x="235447" y="1219199"/>
                  </a:lnTo>
                  <a:lnTo>
                    <a:pt x="235891" y="1219199"/>
                  </a:lnTo>
                  <a:lnTo>
                    <a:pt x="235920" y="1206499"/>
                  </a:lnTo>
                  <a:close/>
                </a:path>
                <a:path w="251460" h="1282700">
                  <a:moveTo>
                    <a:pt x="250880" y="76199"/>
                  </a:moveTo>
                  <a:lnTo>
                    <a:pt x="235920" y="76199"/>
                  </a:lnTo>
                  <a:lnTo>
                    <a:pt x="236181" y="88899"/>
                  </a:lnTo>
                  <a:lnTo>
                    <a:pt x="236253" y="1206499"/>
                  </a:lnTo>
                  <a:lnTo>
                    <a:pt x="235891" y="1219199"/>
                  </a:lnTo>
                  <a:lnTo>
                    <a:pt x="250921" y="1219199"/>
                  </a:lnTo>
                  <a:lnTo>
                    <a:pt x="251213" y="1206499"/>
                  </a:lnTo>
                  <a:lnTo>
                    <a:pt x="251212" y="88899"/>
                  </a:lnTo>
                  <a:lnTo>
                    <a:pt x="250880" y="76199"/>
                  </a:lnTo>
                  <a:close/>
                </a:path>
                <a:path w="251460" h="1282700">
                  <a:moveTo>
                    <a:pt x="18077" y="63499"/>
                  </a:moveTo>
                  <a:lnTo>
                    <a:pt x="2452" y="63499"/>
                  </a:lnTo>
                  <a:lnTo>
                    <a:pt x="1607" y="76199"/>
                  </a:lnTo>
                  <a:lnTo>
                    <a:pt x="17151" y="76199"/>
                  </a:lnTo>
                  <a:lnTo>
                    <a:pt x="18077" y="63499"/>
                  </a:lnTo>
                  <a:close/>
                </a:path>
                <a:path w="251460" h="1282700">
                  <a:moveTo>
                    <a:pt x="248669" y="63499"/>
                  </a:moveTo>
                  <a:lnTo>
                    <a:pt x="233255" y="63499"/>
                  </a:lnTo>
                  <a:lnTo>
                    <a:pt x="234161" y="76199"/>
                  </a:lnTo>
                  <a:lnTo>
                    <a:pt x="249604" y="76199"/>
                  </a:lnTo>
                  <a:lnTo>
                    <a:pt x="248669" y="63499"/>
                  </a:lnTo>
                  <a:close/>
                </a:path>
                <a:path w="251460" h="1282700">
                  <a:moveTo>
                    <a:pt x="23265" y="50799"/>
                  </a:moveTo>
                  <a:lnTo>
                    <a:pt x="6494" y="50799"/>
                  </a:lnTo>
                  <a:lnTo>
                    <a:pt x="4996" y="63499"/>
                  </a:lnTo>
                  <a:lnTo>
                    <a:pt x="21596" y="63499"/>
                  </a:lnTo>
                  <a:lnTo>
                    <a:pt x="23265" y="50799"/>
                  </a:lnTo>
                  <a:close/>
                </a:path>
                <a:path w="251460" h="1282700">
                  <a:moveTo>
                    <a:pt x="244868" y="50799"/>
                  </a:moveTo>
                  <a:lnTo>
                    <a:pt x="227957" y="50799"/>
                  </a:lnTo>
                  <a:lnTo>
                    <a:pt x="229626" y="63499"/>
                  </a:lnTo>
                  <a:lnTo>
                    <a:pt x="246226" y="63499"/>
                  </a:lnTo>
                  <a:lnTo>
                    <a:pt x="244868" y="50799"/>
                  </a:lnTo>
                  <a:close/>
                </a:path>
                <a:path w="251460" h="1282700">
                  <a:moveTo>
                    <a:pt x="30624" y="38099"/>
                  </a:moveTo>
                  <a:lnTo>
                    <a:pt x="12024" y="38099"/>
                  </a:lnTo>
                  <a:lnTo>
                    <a:pt x="10013" y="50799"/>
                  </a:lnTo>
                  <a:lnTo>
                    <a:pt x="28371" y="50799"/>
                  </a:lnTo>
                  <a:lnTo>
                    <a:pt x="30624" y="38099"/>
                  </a:lnTo>
                  <a:close/>
                </a:path>
                <a:path w="251460" h="1282700">
                  <a:moveTo>
                    <a:pt x="239198" y="38099"/>
                  </a:moveTo>
                  <a:lnTo>
                    <a:pt x="220597" y="38099"/>
                  </a:lnTo>
                  <a:lnTo>
                    <a:pt x="222840" y="50799"/>
                  </a:lnTo>
                  <a:lnTo>
                    <a:pt x="241380" y="50799"/>
                  </a:lnTo>
                  <a:lnTo>
                    <a:pt x="239198" y="38099"/>
                  </a:lnTo>
                  <a:close/>
                </a:path>
                <a:path w="251460" h="1282700">
                  <a:moveTo>
                    <a:pt x="45142" y="25399"/>
                  </a:moveTo>
                  <a:lnTo>
                    <a:pt x="21616" y="25399"/>
                  </a:lnTo>
                  <a:lnTo>
                    <a:pt x="18991" y="38099"/>
                  </a:lnTo>
                  <a:lnTo>
                    <a:pt x="42176" y="38099"/>
                  </a:lnTo>
                  <a:lnTo>
                    <a:pt x="45142" y="25399"/>
                  </a:lnTo>
                  <a:close/>
                </a:path>
                <a:path w="251460" h="1282700">
                  <a:moveTo>
                    <a:pt x="229848" y="25399"/>
                  </a:moveTo>
                  <a:lnTo>
                    <a:pt x="206080" y="25399"/>
                  </a:lnTo>
                  <a:lnTo>
                    <a:pt x="209045" y="38099"/>
                  </a:lnTo>
                  <a:lnTo>
                    <a:pt x="232451" y="38099"/>
                  </a:lnTo>
                  <a:lnTo>
                    <a:pt x="229848" y="25399"/>
                  </a:lnTo>
                  <a:close/>
                </a:path>
                <a:path w="251460" h="1282700">
                  <a:moveTo>
                    <a:pt x="214816" y="12699"/>
                  </a:moveTo>
                  <a:lnTo>
                    <a:pt x="36697" y="12699"/>
                  </a:lnTo>
                  <a:lnTo>
                    <a:pt x="33430" y="25399"/>
                  </a:lnTo>
                  <a:lnTo>
                    <a:pt x="218074" y="25399"/>
                  </a:lnTo>
                  <a:lnTo>
                    <a:pt x="214816" y="12699"/>
                  </a:lnTo>
                  <a:close/>
                </a:path>
                <a:path w="251460" h="1282700">
                  <a:moveTo>
                    <a:pt x="184725" y="0"/>
                  </a:moveTo>
                  <a:lnTo>
                    <a:pt x="66126" y="0"/>
                  </a:lnTo>
                  <a:lnTo>
                    <a:pt x="62094" y="12699"/>
                  </a:lnTo>
                  <a:lnTo>
                    <a:pt x="188756" y="12699"/>
                  </a:lnTo>
                  <a:lnTo>
                    <a:pt x="184725" y="0"/>
                  </a:lnTo>
                  <a:close/>
                </a:path>
              </a:pathLst>
            </a:custGeom>
            <a:solidFill>
              <a:srgbClr val="52C98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1" name="object 13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807799" y="8811768"/>
              <a:ext cx="199444" cy="201364"/>
            </a:xfrm>
            <a:prstGeom prst="rect">
              <a:avLst/>
            </a:prstGeom>
          </p:spPr>
        </p:pic>
      </p:grpSp>
      <p:sp>
        <p:nvSpPr>
          <p:cNvPr id="132" name="object 132"/>
          <p:cNvSpPr txBox="1"/>
          <p:nvPr/>
        </p:nvSpPr>
        <p:spPr>
          <a:xfrm>
            <a:off x="3846617" y="9048984"/>
            <a:ext cx="126364" cy="574040"/>
          </a:xfrm>
          <a:prstGeom prst="rect">
            <a:avLst/>
          </a:prstGeom>
        </p:spPr>
        <p:txBody>
          <a:bodyPr wrap="square" lIns="0" tIns="1841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600" b="1">
                <a:solidFill>
                  <a:srgbClr val="1F2937"/>
                </a:solidFill>
                <a:latin typeface="Segoe UI Symbol"/>
                <a:cs typeface="Segoe UI Symbol"/>
              </a:rPr>
              <a:t>Input</a:t>
            </a:r>
            <a:r>
              <a:rPr dirty="0" sz="600" spc="50" b="1">
                <a:solidFill>
                  <a:srgbClr val="1F2937"/>
                </a:solidFill>
                <a:latin typeface="Segoe UI Symbol"/>
                <a:cs typeface="Segoe UI Symbol"/>
              </a:rPr>
              <a:t> </a:t>
            </a:r>
            <a:r>
              <a:rPr dirty="0" sz="600" spc="-10" b="1">
                <a:solidFill>
                  <a:srgbClr val="1F2937"/>
                </a:solidFill>
                <a:latin typeface="Segoe UI Symbol"/>
                <a:cs typeface="Segoe UI Symbol"/>
              </a:rPr>
              <a:t>validation</a:t>
            </a:r>
            <a:endParaRPr sz="600">
              <a:latin typeface="Segoe UI Symbol"/>
              <a:cs typeface="Segoe UI Symbol"/>
            </a:endParaRPr>
          </a:p>
        </p:txBody>
      </p:sp>
      <p:grpSp>
        <p:nvGrpSpPr>
          <p:cNvPr id="133" name="object 133"/>
          <p:cNvGrpSpPr/>
          <p:nvPr/>
        </p:nvGrpSpPr>
        <p:grpSpPr>
          <a:xfrm>
            <a:off x="3523376" y="7137972"/>
            <a:ext cx="251460" cy="1270000"/>
            <a:chOff x="3523376" y="7137972"/>
            <a:chExt cx="251460" cy="1270000"/>
          </a:xfrm>
        </p:grpSpPr>
        <p:sp>
          <p:nvSpPr>
            <p:cNvPr id="134" name="object 134"/>
            <p:cNvSpPr/>
            <p:nvPr/>
          </p:nvSpPr>
          <p:spPr>
            <a:xfrm>
              <a:off x="3530917" y="7141972"/>
              <a:ext cx="236854" cy="1258570"/>
            </a:xfrm>
            <a:custGeom>
              <a:avLst/>
              <a:gdLst/>
              <a:ahLst/>
              <a:cxnLst/>
              <a:rect l="l" t="t" r="r" b="b"/>
              <a:pathLst>
                <a:path w="236854" h="1258570">
                  <a:moveTo>
                    <a:pt x="160464" y="0"/>
                  </a:moveTo>
                  <a:lnTo>
                    <a:pt x="76009" y="0"/>
                  </a:lnTo>
                  <a:lnTo>
                    <a:pt x="46284" y="5849"/>
                  </a:lnTo>
                  <a:lnTo>
                    <a:pt x="22108" y="22067"/>
                  </a:lnTo>
                  <a:lnTo>
                    <a:pt x="5881" y="46254"/>
                  </a:lnTo>
                  <a:lnTo>
                    <a:pt x="0" y="76009"/>
                  </a:lnTo>
                  <a:lnTo>
                    <a:pt x="0" y="1182370"/>
                  </a:lnTo>
                  <a:lnTo>
                    <a:pt x="5881" y="1212140"/>
                  </a:lnTo>
                  <a:lnTo>
                    <a:pt x="22108" y="1236330"/>
                  </a:lnTo>
                  <a:lnTo>
                    <a:pt x="46284" y="1252542"/>
                  </a:lnTo>
                  <a:lnTo>
                    <a:pt x="76009" y="1258379"/>
                  </a:lnTo>
                  <a:lnTo>
                    <a:pt x="160464" y="1258379"/>
                  </a:lnTo>
                  <a:lnTo>
                    <a:pt x="189997" y="1252542"/>
                  </a:lnTo>
                  <a:lnTo>
                    <a:pt x="214108" y="1236330"/>
                  </a:lnTo>
                  <a:lnTo>
                    <a:pt x="230400" y="1212140"/>
                  </a:lnTo>
                  <a:lnTo>
                    <a:pt x="236474" y="1182370"/>
                  </a:lnTo>
                  <a:lnTo>
                    <a:pt x="236474" y="76009"/>
                  </a:lnTo>
                  <a:lnTo>
                    <a:pt x="230400" y="46254"/>
                  </a:lnTo>
                  <a:lnTo>
                    <a:pt x="214108" y="22067"/>
                  </a:lnTo>
                  <a:lnTo>
                    <a:pt x="189997" y="5849"/>
                  </a:lnTo>
                  <a:lnTo>
                    <a:pt x="160464" y="0"/>
                  </a:lnTo>
                  <a:close/>
                </a:path>
              </a:pathLst>
            </a:custGeom>
            <a:solidFill>
              <a:srgbClr val="FEE7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3523376" y="7137972"/>
              <a:ext cx="251460" cy="1270000"/>
            </a:xfrm>
            <a:custGeom>
              <a:avLst/>
              <a:gdLst/>
              <a:ahLst/>
              <a:cxnLst/>
              <a:rect l="l" t="t" r="r" b="b"/>
              <a:pathLst>
                <a:path w="251460" h="1270000">
                  <a:moveTo>
                    <a:pt x="214515" y="1257299"/>
                  </a:moveTo>
                  <a:lnTo>
                    <a:pt x="36396" y="1257299"/>
                  </a:lnTo>
                  <a:lnTo>
                    <a:pt x="39764" y="1269999"/>
                  </a:lnTo>
                  <a:lnTo>
                    <a:pt x="211449" y="1269999"/>
                  </a:lnTo>
                  <a:lnTo>
                    <a:pt x="214515" y="1257299"/>
                  </a:lnTo>
                  <a:close/>
                </a:path>
                <a:path w="251460" h="1270000">
                  <a:moveTo>
                    <a:pt x="44842" y="1244599"/>
                  </a:moveTo>
                  <a:lnTo>
                    <a:pt x="21365" y="1244599"/>
                  </a:lnTo>
                  <a:lnTo>
                    <a:pt x="24371" y="1257299"/>
                  </a:lnTo>
                  <a:lnTo>
                    <a:pt x="47908" y="1257299"/>
                  </a:lnTo>
                  <a:lnTo>
                    <a:pt x="44842" y="1244599"/>
                  </a:lnTo>
                  <a:close/>
                </a:path>
                <a:path w="251460" h="1270000">
                  <a:moveTo>
                    <a:pt x="229848" y="1244599"/>
                  </a:moveTo>
                  <a:lnTo>
                    <a:pt x="206372" y="1244599"/>
                  </a:lnTo>
                  <a:lnTo>
                    <a:pt x="203305" y="1257299"/>
                  </a:lnTo>
                  <a:lnTo>
                    <a:pt x="226842" y="1257299"/>
                  </a:lnTo>
                  <a:lnTo>
                    <a:pt x="229848" y="1244599"/>
                  </a:lnTo>
                  <a:close/>
                </a:path>
                <a:path w="251460" h="1270000">
                  <a:moveTo>
                    <a:pt x="30394" y="1231899"/>
                  </a:moveTo>
                  <a:lnTo>
                    <a:pt x="11833" y="1231899"/>
                  </a:lnTo>
                  <a:lnTo>
                    <a:pt x="13986" y="1244599"/>
                  </a:lnTo>
                  <a:lnTo>
                    <a:pt x="32767" y="1244599"/>
                  </a:lnTo>
                  <a:lnTo>
                    <a:pt x="30394" y="1231899"/>
                  </a:lnTo>
                  <a:close/>
                </a:path>
                <a:path w="251460" h="1270000">
                  <a:moveTo>
                    <a:pt x="239189" y="1231899"/>
                  </a:moveTo>
                  <a:lnTo>
                    <a:pt x="220819" y="1231899"/>
                  </a:lnTo>
                  <a:lnTo>
                    <a:pt x="218447" y="1244599"/>
                  </a:lnTo>
                  <a:lnTo>
                    <a:pt x="237228" y="1244599"/>
                  </a:lnTo>
                  <a:lnTo>
                    <a:pt x="239189" y="1231899"/>
                  </a:lnTo>
                  <a:close/>
                </a:path>
                <a:path w="251460" h="1270000">
                  <a:moveTo>
                    <a:pt x="21587" y="1219199"/>
                  </a:moveTo>
                  <a:lnTo>
                    <a:pt x="6344" y="1219199"/>
                  </a:lnTo>
                  <a:lnTo>
                    <a:pt x="8003" y="1231899"/>
                  </a:lnTo>
                  <a:lnTo>
                    <a:pt x="23256" y="1231899"/>
                  </a:lnTo>
                  <a:lnTo>
                    <a:pt x="21587" y="1219199"/>
                  </a:lnTo>
                  <a:close/>
                </a:path>
                <a:path w="251460" h="1270000">
                  <a:moveTo>
                    <a:pt x="244869" y="1219199"/>
                  </a:moveTo>
                  <a:lnTo>
                    <a:pt x="229627" y="1219199"/>
                  </a:lnTo>
                  <a:lnTo>
                    <a:pt x="227948" y="1231899"/>
                  </a:lnTo>
                  <a:lnTo>
                    <a:pt x="243050" y="1231899"/>
                  </a:lnTo>
                  <a:lnTo>
                    <a:pt x="244869" y="1219199"/>
                  </a:lnTo>
                  <a:close/>
                </a:path>
                <a:path w="251460" h="1270000">
                  <a:moveTo>
                    <a:pt x="17052" y="1206499"/>
                  </a:moveTo>
                  <a:lnTo>
                    <a:pt x="1609" y="1206499"/>
                  </a:lnTo>
                  <a:lnTo>
                    <a:pt x="2543" y="1219199"/>
                  </a:lnTo>
                  <a:lnTo>
                    <a:pt x="17967" y="1219199"/>
                  </a:lnTo>
                  <a:lnTo>
                    <a:pt x="17052" y="1206499"/>
                  </a:lnTo>
                  <a:close/>
                </a:path>
                <a:path w="251460" h="1270000">
                  <a:moveTo>
                    <a:pt x="249685" y="1206499"/>
                  </a:moveTo>
                  <a:lnTo>
                    <a:pt x="234061" y="1206499"/>
                  </a:lnTo>
                  <a:lnTo>
                    <a:pt x="233136" y="1219199"/>
                  </a:lnTo>
                  <a:lnTo>
                    <a:pt x="248761" y="1219199"/>
                  </a:lnTo>
                  <a:lnTo>
                    <a:pt x="249685" y="1206499"/>
                  </a:lnTo>
                  <a:close/>
                </a:path>
                <a:path w="251460" h="1270000">
                  <a:moveTo>
                    <a:pt x="15052" y="76199"/>
                  </a:moveTo>
                  <a:lnTo>
                    <a:pt x="0" y="76199"/>
                  </a:lnTo>
                  <a:lnTo>
                    <a:pt x="0" y="1193799"/>
                  </a:lnTo>
                  <a:lnTo>
                    <a:pt x="332" y="1206499"/>
                  </a:lnTo>
                  <a:lnTo>
                    <a:pt x="15332" y="1206499"/>
                  </a:lnTo>
                  <a:lnTo>
                    <a:pt x="15041" y="1193799"/>
                  </a:lnTo>
                  <a:lnTo>
                    <a:pt x="15052" y="76199"/>
                  </a:lnTo>
                  <a:close/>
                </a:path>
                <a:path w="251460" h="1270000">
                  <a:moveTo>
                    <a:pt x="15293" y="1193799"/>
                  </a:moveTo>
                  <a:lnTo>
                    <a:pt x="15332" y="1206499"/>
                  </a:lnTo>
                  <a:lnTo>
                    <a:pt x="15714" y="1206499"/>
                  </a:lnTo>
                  <a:lnTo>
                    <a:pt x="15293" y="1193799"/>
                  </a:lnTo>
                  <a:close/>
                </a:path>
                <a:path w="251460" h="1270000">
                  <a:moveTo>
                    <a:pt x="235921" y="1193799"/>
                  </a:moveTo>
                  <a:lnTo>
                    <a:pt x="235438" y="1206499"/>
                  </a:lnTo>
                  <a:lnTo>
                    <a:pt x="235880" y="1206499"/>
                  </a:lnTo>
                  <a:lnTo>
                    <a:pt x="235921" y="1193799"/>
                  </a:lnTo>
                  <a:close/>
                </a:path>
                <a:path w="251460" h="1270000">
                  <a:moveTo>
                    <a:pt x="251213" y="76199"/>
                  </a:moveTo>
                  <a:lnTo>
                    <a:pt x="236173" y="76199"/>
                  </a:lnTo>
                  <a:lnTo>
                    <a:pt x="236253" y="1193799"/>
                  </a:lnTo>
                  <a:lnTo>
                    <a:pt x="235880" y="1206499"/>
                  </a:lnTo>
                  <a:lnTo>
                    <a:pt x="250922" y="1206499"/>
                  </a:lnTo>
                  <a:lnTo>
                    <a:pt x="251213" y="1193799"/>
                  </a:lnTo>
                  <a:lnTo>
                    <a:pt x="251213" y="76199"/>
                  </a:lnTo>
                  <a:close/>
                </a:path>
                <a:path w="251460" h="1270000">
                  <a:moveTo>
                    <a:pt x="17152" y="63499"/>
                  </a:moveTo>
                  <a:lnTo>
                    <a:pt x="1529" y="63499"/>
                  </a:lnTo>
                  <a:lnTo>
                    <a:pt x="864" y="76199"/>
                  </a:lnTo>
                  <a:lnTo>
                    <a:pt x="16379" y="76199"/>
                  </a:lnTo>
                  <a:lnTo>
                    <a:pt x="17152" y="63499"/>
                  </a:lnTo>
                  <a:close/>
                </a:path>
                <a:path w="251460" h="1270000">
                  <a:moveTo>
                    <a:pt x="249685" y="63499"/>
                  </a:moveTo>
                  <a:lnTo>
                    <a:pt x="234162" y="63499"/>
                  </a:lnTo>
                  <a:lnTo>
                    <a:pt x="234906" y="76199"/>
                  </a:lnTo>
                  <a:lnTo>
                    <a:pt x="250348" y="76199"/>
                  </a:lnTo>
                  <a:lnTo>
                    <a:pt x="249685" y="63499"/>
                  </a:lnTo>
                  <a:close/>
                </a:path>
                <a:path w="251460" h="1270000">
                  <a:moveTo>
                    <a:pt x="21747" y="50799"/>
                  </a:moveTo>
                  <a:lnTo>
                    <a:pt x="6344" y="50799"/>
                  </a:lnTo>
                  <a:lnTo>
                    <a:pt x="4866" y="63499"/>
                  </a:lnTo>
                  <a:lnTo>
                    <a:pt x="20239" y="63499"/>
                  </a:lnTo>
                  <a:lnTo>
                    <a:pt x="21747" y="50799"/>
                  </a:lnTo>
                  <a:close/>
                </a:path>
                <a:path w="251460" h="1270000">
                  <a:moveTo>
                    <a:pt x="244869" y="50799"/>
                  </a:moveTo>
                  <a:lnTo>
                    <a:pt x="229467" y="50799"/>
                  </a:lnTo>
                  <a:lnTo>
                    <a:pt x="230974" y="63499"/>
                  </a:lnTo>
                  <a:lnTo>
                    <a:pt x="246348" y="63499"/>
                  </a:lnTo>
                  <a:lnTo>
                    <a:pt x="244869" y="50799"/>
                  </a:lnTo>
                  <a:close/>
                </a:path>
                <a:path w="251460" h="1270000">
                  <a:moveTo>
                    <a:pt x="30626" y="38099"/>
                  </a:moveTo>
                  <a:lnTo>
                    <a:pt x="12025" y="38099"/>
                  </a:lnTo>
                  <a:lnTo>
                    <a:pt x="10013" y="50799"/>
                  </a:lnTo>
                  <a:lnTo>
                    <a:pt x="28373" y="50799"/>
                  </a:lnTo>
                  <a:lnTo>
                    <a:pt x="30626" y="38099"/>
                  </a:lnTo>
                  <a:close/>
                </a:path>
                <a:path w="251460" h="1270000">
                  <a:moveTo>
                    <a:pt x="239379" y="38099"/>
                  </a:moveTo>
                  <a:lnTo>
                    <a:pt x="220588" y="38099"/>
                  </a:lnTo>
                  <a:lnTo>
                    <a:pt x="222841" y="50799"/>
                  </a:lnTo>
                  <a:lnTo>
                    <a:pt x="241381" y="50799"/>
                  </a:lnTo>
                  <a:lnTo>
                    <a:pt x="239379" y="38099"/>
                  </a:lnTo>
                  <a:close/>
                </a:path>
                <a:path w="251460" h="1270000">
                  <a:moveTo>
                    <a:pt x="42459" y="25399"/>
                  </a:moveTo>
                  <a:lnTo>
                    <a:pt x="21606" y="25399"/>
                  </a:lnTo>
                  <a:lnTo>
                    <a:pt x="18992" y="38099"/>
                  </a:lnTo>
                  <a:lnTo>
                    <a:pt x="39603" y="38099"/>
                  </a:lnTo>
                  <a:lnTo>
                    <a:pt x="42459" y="25399"/>
                  </a:lnTo>
                  <a:close/>
                </a:path>
                <a:path w="251460" h="1270000">
                  <a:moveTo>
                    <a:pt x="229848" y="25399"/>
                  </a:moveTo>
                  <a:lnTo>
                    <a:pt x="208754" y="25399"/>
                  </a:lnTo>
                  <a:lnTo>
                    <a:pt x="211611" y="38099"/>
                  </a:lnTo>
                  <a:lnTo>
                    <a:pt x="232453" y="38099"/>
                  </a:lnTo>
                  <a:lnTo>
                    <a:pt x="229848" y="25399"/>
                  </a:lnTo>
                  <a:close/>
                </a:path>
                <a:path w="251460" h="1270000">
                  <a:moveTo>
                    <a:pt x="72863" y="12699"/>
                  </a:moveTo>
                  <a:lnTo>
                    <a:pt x="36697" y="12699"/>
                  </a:lnTo>
                  <a:lnTo>
                    <a:pt x="33139" y="25399"/>
                  </a:lnTo>
                  <a:lnTo>
                    <a:pt x="69142" y="25399"/>
                  </a:lnTo>
                  <a:lnTo>
                    <a:pt x="72863" y="12699"/>
                  </a:lnTo>
                  <a:close/>
                </a:path>
                <a:path w="251460" h="1270000">
                  <a:moveTo>
                    <a:pt x="214817" y="12699"/>
                  </a:moveTo>
                  <a:lnTo>
                    <a:pt x="178351" y="12699"/>
                  </a:lnTo>
                  <a:lnTo>
                    <a:pt x="182071" y="25399"/>
                  </a:lnTo>
                  <a:lnTo>
                    <a:pt x="218065" y="25399"/>
                  </a:lnTo>
                  <a:lnTo>
                    <a:pt x="214817" y="12699"/>
                  </a:lnTo>
                  <a:close/>
                </a:path>
                <a:path w="251460" h="1270000">
                  <a:moveTo>
                    <a:pt x="192708" y="0"/>
                  </a:moveTo>
                  <a:lnTo>
                    <a:pt x="62095" y="0"/>
                  </a:lnTo>
                  <a:lnTo>
                    <a:pt x="58153" y="12699"/>
                  </a:lnTo>
                  <a:lnTo>
                    <a:pt x="196931" y="12699"/>
                  </a:lnTo>
                  <a:lnTo>
                    <a:pt x="192708" y="0"/>
                  </a:lnTo>
                  <a:close/>
                </a:path>
              </a:pathLst>
            </a:custGeom>
            <a:solidFill>
              <a:srgbClr val="F2A0B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6" name="object 136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549266" y="7234872"/>
              <a:ext cx="199434" cy="201998"/>
            </a:xfrm>
            <a:prstGeom prst="rect">
              <a:avLst/>
            </a:prstGeom>
          </p:spPr>
        </p:pic>
      </p:grpSp>
      <p:sp>
        <p:nvSpPr>
          <p:cNvPr id="137" name="object 137"/>
          <p:cNvSpPr txBox="1"/>
          <p:nvPr/>
        </p:nvSpPr>
        <p:spPr>
          <a:xfrm>
            <a:off x="3588085" y="7487673"/>
            <a:ext cx="126364" cy="427355"/>
          </a:xfrm>
          <a:prstGeom prst="rect">
            <a:avLst/>
          </a:prstGeom>
        </p:spPr>
        <p:txBody>
          <a:bodyPr wrap="square" lIns="0" tIns="1841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600" b="1">
                <a:solidFill>
                  <a:srgbClr val="26323C"/>
                </a:solidFill>
                <a:latin typeface="Segoe UI Symbol"/>
                <a:cs typeface="Segoe UI Symbol"/>
              </a:rPr>
              <a:t>Token</a:t>
            </a:r>
            <a:r>
              <a:rPr dirty="0" sz="600" spc="45" b="1">
                <a:solidFill>
                  <a:srgbClr val="26323C"/>
                </a:solidFill>
                <a:latin typeface="Segoe UI Symbol"/>
                <a:cs typeface="Segoe UI Symbol"/>
              </a:rPr>
              <a:t> </a:t>
            </a:r>
            <a:r>
              <a:rPr dirty="0" sz="600" spc="-10" b="1">
                <a:solidFill>
                  <a:srgbClr val="26323C"/>
                </a:solidFill>
                <a:latin typeface="Segoe UI Symbol"/>
                <a:cs typeface="Segoe UI Symbol"/>
              </a:rPr>
              <a:t>theft</a:t>
            </a:r>
            <a:endParaRPr sz="600">
              <a:latin typeface="Segoe UI Symbol"/>
              <a:cs typeface="Segoe UI Symbol"/>
            </a:endParaRPr>
          </a:p>
        </p:txBody>
      </p:sp>
      <p:grpSp>
        <p:nvGrpSpPr>
          <p:cNvPr id="138" name="object 138"/>
          <p:cNvGrpSpPr/>
          <p:nvPr/>
        </p:nvGrpSpPr>
        <p:grpSpPr>
          <a:xfrm>
            <a:off x="3523376" y="8419655"/>
            <a:ext cx="251460" cy="1576070"/>
            <a:chOff x="3523376" y="8419655"/>
            <a:chExt cx="251460" cy="1576070"/>
          </a:xfrm>
        </p:grpSpPr>
        <p:pic>
          <p:nvPicPr>
            <p:cNvPr id="139" name="object 13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582797" y="8419655"/>
              <a:ext cx="132714" cy="276288"/>
            </a:xfrm>
            <a:prstGeom prst="rect">
              <a:avLst/>
            </a:prstGeom>
          </p:spPr>
        </p:pic>
        <p:sp>
          <p:nvSpPr>
            <p:cNvPr id="140" name="object 140"/>
            <p:cNvSpPr/>
            <p:nvPr/>
          </p:nvSpPr>
          <p:spPr>
            <a:xfrm>
              <a:off x="3530917" y="8717661"/>
              <a:ext cx="236854" cy="1270635"/>
            </a:xfrm>
            <a:custGeom>
              <a:avLst/>
              <a:gdLst/>
              <a:ahLst/>
              <a:cxnLst/>
              <a:rect l="l" t="t" r="r" b="b"/>
              <a:pathLst>
                <a:path w="236854" h="1270634">
                  <a:moveTo>
                    <a:pt x="160464" y="0"/>
                  </a:moveTo>
                  <a:lnTo>
                    <a:pt x="76009" y="0"/>
                  </a:lnTo>
                  <a:lnTo>
                    <a:pt x="46284" y="6165"/>
                  </a:lnTo>
                  <a:lnTo>
                    <a:pt x="22108" y="22489"/>
                  </a:lnTo>
                  <a:lnTo>
                    <a:pt x="5881" y="46571"/>
                  </a:lnTo>
                  <a:lnTo>
                    <a:pt x="0" y="76009"/>
                  </a:lnTo>
                  <a:lnTo>
                    <a:pt x="0" y="1194434"/>
                  </a:lnTo>
                  <a:lnTo>
                    <a:pt x="5881" y="1224041"/>
                  </a:lnTo>
                  <a:lnTo>
                    <a:pt x="22108" y="1248177"/>
                  </a:lnTo>
                  <a:lnTo>
                    <a:pt x="46284" y="1264444"/>
                  </a:lnTo>
                  <a:lnTo>
                    <a:pt x="76009" y="1270444"/>
                  </a:lnTo>
                  <a:lnTo>
                    <a:pt x="160464" y="1270444"/>
                  </a:lnTo>
                  <a:lnTo>
                    <a:pt x="189997" y="1264444"/>
                  </a:lnTo>
                  <a:lnTo>
                    <a:pt x="214108" y="1248177"/>
                  </a:lnTo>
                  <a:lnTo>
                    <a:pt x="230400" y="1224041"/>
                  </a:lnTo>
                  <a:lnTo>
                    <a:pt x="236474" y="1194434"/>
                  </a:lnTo>
                  <a:lnTo>
                    <a:pt x="236474" y="76009"/>
                  </a:lnTo>
                  <a:lnTo>
                    <a:pt x="230400" y="46571"/>
                  </a:lnTo>
                  <a:lnTo>
                    <a:pt x="214108" y="22489"/>
                  </a:lnTo>
                  <a:lnTo>
                    <a:pt x="189997" y="6165"/>
                  </a:lnTo>
                  <a:lnTo>
                    <a:pt x="160464" y="0"/>
                  </a:lnTo>
                  <a:close/>
                </a:path>
              </a:pathLst>
            </a:custGeom>
            <a:solidFill>
              <a:srgbClr val="D9F9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3523376" y="8712735"/>
              <a:ext cx="251460" cy="1282700"/>
            </a:xfrm>
            <a:custGeom>
              <a:avLst/>
              <a:gdLst/>
              <a:ahLst/>
              <a:cxnLst/>
              <a:rect l="l" t="t" r="r" b="b"/>
              <a:pathLst>
                <a:path w="251460" h="1282700">
                  <a:moveTo>
                    <a:pt x="214515" y="1269999"/>
                  </a:moveTo>
                  <a:lnTo>
                    <a:pt x="36697" y="1269999"/>
                  </a:lnTo>
                  <a:lnTo>
                    <a:pt x="39764" y="1282699"/>
                  </a:lnTo>
                  <a:lnTo>
                    <a:pt x="211137" y="1282699"/>
                  </a:lnTo>
                  <a:lnTo>
                    <a:pt x="214515" y="1269999"/>
                  </a:lnTo>
                  <a:close/>
                </a:path>
                <a:path w="251460" h="1282700">
                  <a:moveTo>
                    <a:pt x="44842" y="1257299"/>
                  </a:moveTo>
                  <a:lnTo>
                    <a:pt x="21365" y="1257299"/>
                  </a:lnTo>
                  <a:lnTo>
                    <a:pt x="24121" y="1269999"/>
                  </a:lnTo>
                  <a:lnTo>
                    <a:pt x="47908" y="1269999"/>
                  </a:lnTo>
                  <a:lnTo>
                    <a:pt x="44842" y="1257299"/>
                  </a:lnTo>
                  <a:close/>
                </a:path>
                <a:path w="251460" h="1282700">
                  <a:moveTo>
                    <a:pt x="229596" y="1257299"/>
                  </a:moveTo>
                  <a:lnTo>
                    <a:pt x="206372" y="1257299"/>
                  </a:lnTo>
                  <a:lnTo>
                    <a:pt x="203305" y="1269999"/>
                  </a:lnTo>
                  <a:lnTo>
                    <a:pt x="226842" y="1269999"/>
                  </a:lnTo>
                  <a:lnTo>
                    <a:pt x="229596" y="1257299"/>
                  </a:lnTo>
                  <a:close/>
                </a:path>
                <a:path w="251460" h="1282700">
                  <a:moveTo>
                    <a:pt x="30394" y="1244599"/>
                  </a:moveTo>
                  <a:lnTo>
                    <a:pt x="11833" y="1244599"/>
                  </a:lnTo>
                  <a:lnTo>
                    <a:pt x="13986" y="1257299"/>
                  </a:lnTo>
                  <a:lnTo>
                    <a:pt x="32767" y="1257299"/>
                  </a:lnTo>
                  <a:lnTo>
                    <a:pt x="30394" y="1244599"/>
                  </a:lnTo>
                  <a:close/>
                </a:path>
                <a:path w="251460" h="1282700">
                  <a:moveTo>
                    <a:pt x="239189" y="1244599"/>
                  </a:moveTo>
                  <a:lnTo>
                    <a:pt x="220819" y="1244599"/>
                  </a:lnTo>
                  <a:lnTo>
                    <a:pt x="218447" y="1257299"/>
                  </a:lnTo>
                  <a:lnTo>
                    <a:pt x="237228" y="1257299"/>
                  </a:lnTo>
                  <a:lnTo>
                    <a:pt x="239189" y="1244599"/>
                  </a:lnTo>
                  <a:close/>
                </a:path>
                <a:path w="251460" h="1282700">
                  <a:moveTo>
                    <a:pt x="21587" y="1231899"/>
                  </a:moveTo>
                  <a:lnTo>
                    <a:pt x="6344" y="1231899"/>
                  </a:lnTo>
                  <a:lnTo>
                    <a:pt x="8003" y="1244599"/>
                  </a:lnTo>
                  <a:lnTo>
                    <a:pt x="23256" y="1244599"/>
                  </a:lnTo>
                  <a:lnTo>
                    <a:pt x="21587" y="1231899"/>
                  </a:lnTo>
                  <a:close/>
                </a:path>
                <a:path w="251460" h="1282700">
                  <a:moveTo>
                    <a:pt x="244869" y="1231899"/>
                  </a:moveTo>
                  <a:lnTo>
                    <a:pt x="229627" y="1231899"/>
                  </a:lnTo>
                  <a:lnTo>
                    <a:pt x="227948" y="1244599"/>
                  </a:lnTo>
                  <a:lnTo>
                    <a:pt x="243050" y="1244599"/>
                  </a:lnTo>
                  <a:lnTo>
                    <a:pt x="244869" y="1231899"/>
                  </a:lnTo>
                  <a:close/>
                </a:path>
                <a:path w="251460" h="1282700">
                  <a:moveTo>
                    <a:pt x="17052" y="1219199"/>
                  </a:moveTo>
                  <a:lnTo>
                    <a:pt x="1609" y="1219199"/>
                  </a:lnTo>
                  <a:lnTo>
                    <a:pt x="2543" y="1231899"/>
                  </a:lnTo>
                  <a:lnTo>
                    <a:pt x="17967" y="1231899"/>
                  </a:lnTo>
                  <a:lnTo>
                    <a:pt x="17052" y="1219199"/>
                  </a:lnTo>
                  <a:close/>
                </a:path>
                <a:path w="251460" h="1282700">
                  <a:moveTo>
                    <a:pt x="249685" y="1219199"/>
                  </a:moveTo>
                  <a:lnTo>
                    <a:pt x="234062" y="1219199"/>
                  </a:lnTo>
                  <a:lnTo>
                    <a:pt x="233136" y="1231899"/>
                  </a:lnTo>
                  <a:lnTo>
                    <a:pt x="248761" y="1231899"/>
                  </a:lnTo>
                  <a:lnTo>
                    <a:pt x="249685" y="1219199"/>
                  </a:lnTo>
                  <a:close/>
                </a:path>
                <a:path w="251460" h="1282700">
                  <a:moveTo>
                    <a:pt x="15332" y="76199"/>
                  </a:moveTo>
                  <a:lnTo>
                    <a:pt x="292" y="76199"/>
                  </a:lnTo>
                  <a:lnTo>
                    <a:pt x="0" y="88899"/>
                  </a:lnTo>
                  <a:lnTo>
                    <a:pt x="0" y="1206499"/>
                  </a:lnTo>
                  <a:lnTo>
                    <a:pt x="332" y="1219199"/>
                  </a:lnTo>
                  <a:lnTo>
                    <a:pt x="15332" y="1219199"/>
                  </a:lnTo>
                  <a:lnTo>
                    <a:pt x="15041" y="1206499"/>
                  </a:lnTo>
                  <a:lnTo>
                    <a:pt x="14960" y="88899"/>
                  </a:lnTo>
                  <a:lnTo>
                    <a:pt x="15332" y="76199"/>
                  </a:lnTo>
                  <a:close/>
                </a:path>
                <a:path w="251460" h="1282700">
                  <a:moveTo>
                    <a:pt x="15293" y="1206499"/>
                  </a:moveTo>
                  <a:lnTo>
                    <a:pt x="15332" y="1219199"/>
                  </a:lnTo>
                  <a:lnTo>
                    <a:pt x="15714" y="1219199"/>
                  </a:lnTo>
                  <a:lnTo>
                    <a:pt x="15293" y="1206499"/>
                  </a:lnTo>
                  <a:close/>
                </a:path>
                <a:path w="251460" h="1282700">
                  <a:moveTo>
                    <a:pt x="235921" y="1206499"/>
                  </a:moveTo>
                  <a:lnTo>
                    <a:pt x="235438" y="1219199"/>
                  </a:lnTo>
                  <a:lnTo>
                    <a:pt x="235880" y="1219199"/>
                  </a:lnTo>
                  <a:lnTo>
                    <a:pt x="235921" y="1206499"/>
                  </a:lnTo>
                  <a:close/>
                </a:path>
                <a:path w="251460" h="1282700">
                  <a:moveTo>
                    <a:pt x="250882" y="76199"/>
                  </a:moveTo>
                  <a:lnTo>
                    <a:pt x="235921" y="76199"/>
                  </a:lnTo>
                  <a:lnTo>
                    <a:pt x="236173" y="88899"/>
                  </a:lnTo>
                  <a:lnTo>
                    <a:pt x="236253" y="1206499"/>
                  </a:lnTo>
                  <a:lnTo>
                    <a:pt x="235880" y="1219199"/>
                  </a:lnTo>
                  <a:lnTo>
                    <a:pt x="250922" y="1219199"/>
                  </a:lnTo>
                  <a:lnTo>
                    <a:pt x="251213" y="1206499"/>
                  </a:lnTo>
                  <a:lnTo>
                    <a:pt x="251213" y="88899"/>
                  </a:lnTo>
                  <a:lnTo>
                    <a:pt x="250882" y="76199"/>
                  </a:lnTo>
                  <a:close/>
                </a:path>
                <a:path w="251460" h="1282700">
                  <a:moveTo>
                    <a:pt x="18078" y="63499"/>
                  </a:moveTo>
                  <a:lnTo>
                    <a:pt x="2453" y="63499"/>
                  </a:lnTo>
                  <a:lnTo>
                    <a:pt x="1529" y="76199"/>
                  </a:lnTo>
                  <a:lnTo>
                    <a:pt x="17152" y="76199"/>
                  </a:lnTo>
                  <a:lnTo>
                    <a:pt x="18078" y="63499"/>
                  </a:lnTo>
                  <a:close/>
                </a:path>
                <a:path w="251460" h="1282700">
                  <a:moveTo>
                    <a:pt x="248669" y="63499"/>
                  </a:moveTo>
                  <a:lnTo>
                    <a:pt x="233246" y="63499"/>
                  </a:lnTo>
                  <a:lnTo>
                    <a:pt x="234162" y="76199"/>
                  </a:lnTo>
                  <a:lnTo>
                    <a:pt x="249605" y="76199"/>
                  </a:lnTo>
                  <a:lnTo>
                    <a:pt x="248669" y="63499"/>
                  </a:lnTo>
                  <a:close/>
                </a:path>
                <a:path w="251460" h="1282700">
                  <a:moveTo>
                    <a:pt x="23256" y="50799"/>
                  </a:moveTo>
                  <a:lnTo>
                    <a:pt x="6344" y="50799"/>
                  </a:lnTo>
                  <a:lnTo>
                    <a:pt x="4997" y="63499"/>
                  </a:lnTo>
                  <a:lnTo>
                    <a:pt x="21587" y="63499"/>
                  </a:lnTo>
                  <a:lnTo>
                    <a:pt x="23256" y="50799"/>
                  </a:lnTo>
                  <a:close/>
                </a:path>
                <a:path w="251460" h="1282700">
                  <a:moveTo>
                    <a:pt x="244869" y="50799"/>
                  </a:moveTo>
                  <a:lnTo>
                    <a:pt x="227948" y="50799"/>
                  </a:lnTo>
                  <a:lnTo>
                    <a:pt x="229627" y="63499"/>
                  </a:lnTo>
                  <a:lnTo>
                    <a:pt x="246348" y="63499"/>
                  </a:lnTo>
                  <a:lnTo>
                    <a:pt x="244869" y="50799"/>
                  </a:lnTo>
                  <a:close/>
                </a:path>
                <a:path w="251460" h="1282700">
                  <a:moveTo>
                    <a:pt x="30626" y="38099"/>
                  </a:moveTo>
                  <a:lnTo>
                    <a:pt x="12025" y="38099"/>
                  </a:lnTo>
                  <a:lnTo>
                    <a:pt x="9833" y="50799"/>
                  </a:lnTo>
                  <a:lnTo>
                    <a:pt x="28373" y="50799"/>
                  </a:lnTo>
                  <a:lnTo>
                    <a:pt x="30626" y="38099"/>
                  </a:lnTo>
                  <a:close/>
                </a:path>
                <a:path w="251460" h="1282700">
                  <a:moveTo>
                    <a:pt x="239379" y="38099"/>
                  </a:moveTo>
                  <a:lnTo>
                    <a:pt x="220588" y="38099"/>
                  </a:lnTo>
                  <a:lnTo>
                    <a:pt x="222841" y="50799"/>
                  </a:lnTo>
                  <a:lnTo>
                    <a:pt x="241381" y="50799"/>
                  </a:lnTo>
                  <a:lnTo>
                    <a:pt x="239379" y="38099"/>
                  </a:lnTo>
                  <a:close/>
                </a:path>
                <a:path w="251460" h="1282700">
                  <a:moveTo>
                    <a:pt x="45133" y="25399"/>
                  </a:moveTo>
                  <a:lnTo>
                    <a:pt x="21606" y="25399"/>
                  </a:lnTo>
                  <a:lnTo>
                    <a:pt x="18992" y="38099"/>
                  </a:lnTo>
                  <a:lnTo>
                    <a:pt x="42177" y="38099"/>
                  </a:lnTo>
                  <a:lnTo>
                    <a:pt x="45133" y="25399"/>
                  </a:lnTo>
                  <a:close/>
                </a:path>
                <a:path w="251460" h="1282700">
                  <a:moveTo>
                    <a:pt x="229848" y="25399"/>
                  </a:moveTo>
                  <a:lnTo>
                    <a:pt x="206070" y="25399"/>
                  </a:lnTo>
                  <a:lnTo>
                    <a:pt x="209036" y="38099"/>
                  </a:lnTo>
                  <a:lnTo>
                    <a:pt x="232453" y="38099"/>
                  </a:lnTo>
                  <a:lnTo>
                    <a:pt x="229848" y="25399"/>
                  </a:lnTo>
                  <a:close/>
                </a:path>
                <a:path w="251460" h="1282700">
                  <a:moveTo>
                    <a:pt x="214817" y="12699"/>
                  </a:moveTo>
                  <a:lnTo>
                    <a:pt x="36697" y="12699"/>
                  </a:lnTo>
                  <a:lnTo>
                    <a:pt x="33139" y="25399"/>
                  </a:lnTo>
                  <a:lnTo>
                    <a:pt x="218065" y="25399"/>
                  </a:lnTo>
                  <a:lnTo>
                    <a:pt x="214817" y="12699"/>
                  </a:lnTo>
                  <a:close/>
                </a:path>
                <a:path w="251460" h="1282700">
                  <a:moveTo>
                    <a:pt x="184725" y="0"/>
                  </a:moveTo>
                  <a:lnTo>
                    <a:pt x="66116" y="0"/>
                  </a:lnTo>
                  <a:lnTo>
                    <a:pt x="62095" y="12699"/>
                  </a:lnTo>
                  <a:lnTo>
                    <a:pt x="188757" y="12699"/>
                  </a:lnTo>
                  <a:lnTo>
                    <a:pt x="184725" y="0"/>
                  </a:lnTo>
                  <a:close/>
                </a:path>
              </a:pathLst>
            </a:custGeom>
            <a:solidFill>
              <a:srgbClr val="52C98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2" name="object 142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549266" y="8811768"/>
              <a:ext cx="199434" cy="201364"/>
            </a:xfrm>
            <a:prstGeom prst="rect">
              <a:avLst/>
            </a:prstGeom>
          </p:spPr>
        </p:pic>
        <p:pic>
          <p:nvPicPr>
            <p:cNvPr id="143" name="object 143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586416" y="8849169"/>
              <a:ext cx="125476" cy="126682"/>
            </a:xfrm>
            <a:prstGeom prst="rect">
              <a:avLst/>
            </a:prstGeom>
          </p:spPr>
        </p:pic>
      </p:grpSp>
      <p:sp>
        <p:nvSpPr>
          <p:cNvPr id="144" name="object 144"/>
          <p:cNvSpPr txBox="1"/>
          <p:nvPr/>
        </p:nvSpPr>
        <p:spPr>
          <a:xfrm>
            <a:off x="3588085" y="9048984"/>
            <a:ext cx="126364" cy="563245"/>
          </a:xfrm>
          <a:prstGeom prst="rect">
            <a:avLst/>
          </a:prstGeom>
        </p:spPr>
        <p:txBody>
          <a:bodyPr wrap="square" lIns="0" tIns="1841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600" b="1">
                <a:solidFill>
                  <a:srgbClr val="1F2937"/>
                </a:solidFill>
                <a:latin typeface="Segoe UI Symbol"/>
                <a:cs typeface="Segoe UI Symbol"/>
              </a:rPr>
              <a:t>Secure</a:t>
            </a:r>
            <a:r>
              <a:rPr dirty="0" sz="600" spc="30" b="1">
                <a:solidFill>
                  <a:srgbClr val="1F2937"/>
                </a:solidFill>
                <a:latin typeface="Segoe UI Symbol"/>
                <a:cs typeface="Segoe UI Symbol"/>
              </a:rPr>
              <a:t> </a:t>
            </a:r>
            <a:r>
              <a:rPr dirty="0" sz="600" spc="-10" b="1">
                <a:solidFill>
                  <a:srgbClr val="1F2937"/>
                </a:solidFill>
                <a:latin typeface="Segoe UI Symbol"/>
                <a:cs typeface="Segoe UI Symbol"/>
              </a:rPr>
              <a:t>sessions</a:t>
            </a:r>
            <a:endParaRPr sz="600">
              <a:latin typeface="Segoe UI Symbol"/>
              <a:cs typeface="Segoe UI Symbol"/>
            </a:endParaRPr>
          </a:p>
        </p:txBody>
      </p:sp>
      <p:grpSp>
        <p:nvGrpSpPr>
          <p:cNvPr id="145" name="object 145"/>
          <p:cNvGrpSpPr/>
          <p:nvPr/>
        </p:nvGrpSpPr>
        <p:grpSpPr>
          <a:xfrm>
            <a:off x="3264833" y="7137972"/>
            <a:ext cx="251460" cy="1270000"/>
            <a:chOff x="3264833" y="7137972"/>
            <a:chExt cx="251460" cy="1270000"/>
          </a:xfrm>
        </p:grpSpPr>
        <p:sp>
          <p:nvSpPr>
            <p:cNvPr id="146" name="object 146"/>
            <p:cNvSpPr/>
            <p:nvPr/>
          </p:nvSpPr>
          <p:spPr>
            <a:xfrm>
              <a:off x="3272726" y="7141972"/>
              <a:ext cx="236854" cy="1258570"/>
            </a:xfrm>
            <a:custGeom>
              <a:avLst/>
              <a:gdLst/>
              <a:ahLst/>
              <a:cxnLst/>
              <a:rect l="l" t="t" r="r" b="b"/>
              <a:pathLst>
                <a:path w="236854" h="1258570">
                  <a:moveTo>
                    <a:pt x="160464" y="0"/>
                  </a:moveTo>
                  <a:lnTo>
                    <a:pt x="74802" y="0"/>
                  </a:lnTo>
                  <a:lnTo>
                    <a:pt x="45583" y="5849"/>
                  </a:lnTo>
                  <a:lnTo>
                    <a:pt x="21701" y="22067"/>
                  </a:lnTo>
                  <a:lnTo>
                    <a:pt x="5670" y="46254"/>
                  </a:lnTo>
                  <a:lnTo>
                    <a:pt x="0" y="76009"/>
                  </a:lnTo>
                  <a:lnTo>
                    <a:pt x="0" y="1182370"/>
                  </a:lnTo>
                  <a:lnTo>
                    <a:pt x="5670" y="1212140"/>
                  </a:lnTo>
                  <a:lnTo>
                    <a:pt x="21701" y="1236330"/>
                  </a:lnTo>
                  <a:lnTo>
                    <a:pt x="45583" y="1252542"/>
                  </a:lnTo>
                  <a:lnTo>
                    <a:pt x="74802" y="1258379"/>
                  </a:lnTo>
                  <a:lnTo>
                    <a:pt x="160464" y="1258379"/>
                  </a:lnTo>
                  <a:lnTo>
                    <a:pt x="189800" y="1252542"/>
                  </a:lnTo>
                  <a:lnTo>
                    <a:pt x="213848" y="1236330"/>
                  </a:lnTo>
                  <a:lnTo>
                    <a:pt x="230206" y="1212140"/>
                  </a:lnTo>
                  <a:lnTo>
                    <a:pt x="236474" y="1182370"/>
                  </a:lnTo>
                  <a:lnTo>
                    <a:pt x="236474" y="76009"/>
                  </a:lnTo>
                  <a:lnTo>
                    <a:pt x="230206" y="46254"/>
                  </a:lnTo>
                  <a:lnTo>
                    <a:pt x="213848" y="22067"/>
                  </a:lnTo>
                  <a:lnTo>
                    <a:pt x="189800" y="5849"/>
                  </a:lnTo>
                  <a:lnTo>
                    <a:pt x="160464" y="0"/>
                  </a:lnTo>
                  <a:close/>
                </a:path>
              </a:pathLst>
            </a:custGeom>
            <a:solidFill>
              <a:srgbClr val="FEE7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3264833" y="7137972"/>
              <a:ext cx="251460" cy="1270000"/>
            </a:xfrm>
            <a:custGeom>
              <a:avLst/>
              <a:gdLst/>
              <a:ahLst/>
              <a:cxnLst/>
              <a:rect l="l" t="t" r="r" b="b"/>
              <a:pathLst>
                <a:path w="251460" h="1270000">
                  <a:moveTo>
                    <a:pt x="214525" y="1257299"/>
                  </a:moveTo>
                  <a:lnTo>
                    <a:pt x="36407" y="1257299"/>
                  </a:lnTo>
                  <a:lnTo>
                    <a:pt x="39775" y="1269999"/>
                  </a:lnTo>
                  <a:lnTo>
                    <a:pt x="211449" y="1269999"/>
                  </a:lnTo>
                  <a:lnTo>
                    <a:pt x="214525" y="1257299"/>
                  </a:lnTo>
                  <a:close/>
                </a:path>
                <a:path w="251460" h="1270000">
                  <a:moveTo>
                    <a:pt x="44842" y="1244599"/>
                  </a:moveTo>
                  <a:lnTo>
                    <a:pt x="21375" y="1244599"/>
                  </a:lnTo>
                  <a:lnTo>
                    <a:pt x="24371" y="1257299"/>
                  </a:lnTo>
                  <a:lnTo>
                    <a:pt x="47908" y="1257299"/>
                  </a:lnTo>
                  <a:lnTo>
                    <a:pt x="44842" y="1244599"/>
                  </a:lnTo>
                  <a:close/>
                </a:path>
                <a:path w="251460" h="1270000">
                  <a:moveTo>
                    <a:pt x="229607" y="1244599"/>
                  </a:moveTo>
                  <a:lnTo>
                    <a:pt x="206382" y="1244599"/>
                  </a:lnTo>
                  <a:lnTo>
                    <a:pt x="203315" y="1257299"/>
                  </a:lnTo>
                  <a:lnTo>
                    <a:pt x="226852" y="1257299"/>
                  </a:lnTo>
                  <a:lnTo>
                    <a:pt x="229607" y="1244599"/>
                  </a:lnTo>
                  <a:close/>
                </a:path>
                <a:path w="251460" h="1270000">
                  <a:moveTo>
                    <a:pt x="30393" y="1231899"/>
                  </a:moveTo>
                  <a:lnTo>
                    <a:pt x="12025" y="1231899"/>
                  </a:lnTo>
                  <a:lnTo>
                    <a:pt x="13995" y="1244599"/>
                  </a:lnTo>
                  <a:lnTo>
                    <a:pt x="32777" y="1244599"/>
                  </a:lnTo>
                  <a:lnTo>
                    <a:pt x="30393" y="1231899"/>
                  </a:lnTo>
                  <a:close/>
                </a:path>
                <a:path w="251460" h="1270000">
                  <a:moveTo>
                    <a:pt x="239199" y="1231899"/>
                  </a:moveTo>
                  <a:lnTo>
                    <a:pt x="220830" y="1231899"/>
                  </a:lnTo>
                  <a:lnTo>
                    <a:pt x="218447" y="1244599"/>
                  </a:lnTo>
                  <a:lnTo>
                    <a:pt x="237027" y="1244599"/>
                  </a:lnTo>
                  <a:lnTo>
                    <a:pt x="239199" y="1231899"/>
                  </a:lnTo>
                  <a:close/>
                </a:path>
                <a:path w="251460" h="1270000">
                  <a:moveTo>
                    <a:pt x="21596" y="1219199"/>
                  </a:moveTo>
                  <a:lnTo>
                    <a:pt x="6355" y="1219199"/>
                  </a:lnTo>
                  <a:lnTo>
                    <a:pt x="8013" y="1231899"/>
                  </a:lnTo>
                  <a:lnTo>
                    <a:pt x="23266" y="1231899"/>
                  </a:lnTo>
                  <a:lnTo>
                    <a:pt x="21596" y="1219199"/>
                  </a:lnTo>
                  <a:close/>
                </a:path>
                <a:path w="251460" h="1270000">
                  <a:moveTo>
                    <a:pt x="246227" y="1219199"/>
                  </a:moveTo>
                  <a:lnTo>
                    <a:pt x="229627" y="1219199"/>
                  </a:lnTo>
                  <a:lnTo>
                    <a:pt x="227958" y="1231899"/>
                  </a:lnTo>
                  <a:lnTo>
                    <a:pt x="244728" y="1231899"/>
                  </a:lnTo>
                  <a:lnTo>
                    <a:pt x="246227" y="1219199"/>
                  </a:lnTo>
                  <a:close/>
                </a:path>
                <a:path w="251460" h="1270000">
                  <a:moveTo>
                    <a:pt x="17062" y="1206499"/>
                  </a:moveTo>
                  <a:lnTo>
                    <a:pt x="1619" y="1206499"/>
                  </a:lnTo>
                  <a:lnTo>
                    <a:pt x="2553" y="1219199"/>
                  </a:lnTo>
                  <a:lnTo>
                    <a:pt x="17966" y="1219199"/>
                  </a:lnTo>
                  <a:lnTo>
                    <a:pt x="17062" y="1206499"/>
                  </a:lnTo>
                  <a:close/>
                </a:path>
                <a:path w="251460" h="1270000">
                  <a:moveTo>
                    <a:pt x="249615" y="1206499"/>
                  </a:moveTo>
                  <a:lnTo>
                    <a:pt x="234071" y="1206499"/>
                  </a:lnTo>
                  <a:lnTo>
                    <a:pt x="233146" y="1219199"/>
                  </a:lnTo>
                  <a:lnTo>
                    <a:pt x="248770" y="1219199"/>
                  </a:lnTo>
                  <a:lnTo>
                    <a:pt x="249615" y="1206499"/>
                  </a:lnTo>
                  <a:close/>
                </a:path>
                <a:path w="251460" h="1270000">
                  <a:moveTo>
                    <a:pt x="15062" y="76199"/>
                  </a:moveTo>
                  <a:lnTo>
                    <a:pt x="0" y="76199"/>
                  </a:lnTo>
                  <a:lnTo>
                    <a:pt x="0" y="1193799"/>
                  </a:lnTo>
                  <a:lnTo>
                    <a:pt x="332" y="1206499"/>
                  </a:lnTo>
                  <a:lnTo>
                    <a:pt x="15332" y="1206499"/>
                  </a:lnTo>
                  <a:lnTo>
                    <a:pt x="15041" y="1193799"/>
                  </a:lnTo>
                  <a:lnTo>
                    <a:pt x="15062" y="76199"/>
                  </a:lnTo>
                  <a:close/>
                </a:path>
                <a:path w="251460" h="1270000">
                  <a:moveTo>
                    <a:pt x="15293" y="1193799"/>
                  </a:moveTo>
                  <a:lnTo>
                    <a:pt x="15332" y="1206499"/>
                  </a:lnTo>
                  <a:lnTo>
                    <a:pt x="15725" y="1206499"/>
                  </a:lnTo>
                  <a:lnTo>
                    <a:pt x="15293" y="1193799"/>
                  </a:lnTo>
                  <a:close/>
                </a:path>
                <a:path w="251460" h="1270000">
                  <a:moveTo>
                    <a:pt x="235931" y="1193799"/>
                  </a:moveTo>
                  <a:lnTo>
                    <a:pt x="235449" y="1206499"/>
                  </a:lnTo>
                  <a:lnTo>
                    <a:pt x="235891" y="1206499"/>
                  </a:lnTo>
                  <a:lnTo>
                    <a:pt x="235931" y="1193799"/>
                  </a:lnTo>
                  <a:close/>
                </a:path>
                <a:path w="251460" h="1270000">
                  <a:moveTo>
                    <a:pt x="251223" y="76199"/>
                  </a:moveTo>
                  <a:lnTo>
                    <a:pt x="236183" y="76199"/>
                  </a:lnTo>
                  <a:lnTo>
                    <a:pt x="236263" y="1193799"/>
                  </a:lnTo>
                  <a:lnTo>
                    <a:pt x="235891" y="1206499"/>
                  </a:lnTo>
                  <a:lnTo>
                    <a:pt x="250932" y="1206499"/>
                  </a:lnTo>
                  <a:lnTo>
                    <a:pt x="251223" y="1193799"/>
                  </a:lnTo>
                  <a:lnTo>
                    <a:pt x="251223" y="76199"/>
                  </a:lnTo>
                  <a:close/>
                </a:path>
                <a:path w="251460" h="1270000">
                  <a:moveTo>
                    <a:pt x="17152" y="63499"/>
                  </a:moveTo>
                  <a:lnTo>
                    <a:pt x="1539" y="63499"/>
                  </a:lnTo>
                  <a:lnTo>
                    <a:pt x="815" y="76199"/>
                  </a:lnTo>
                  <a:lnTo>
                    <a:pt x="16389" y="76199"/>
                  </a:lnTo>
                  <a:lnTo>
                    <a:pt x="17152" y="63499"/>
                  </a:lnTo>
                  <a:close/>
                </a:path>
                <a:path w="251460" h="1270000">
                  <a:moveTo>
                    <a:pt x="249615" y="63499"/>
                  </a:moveTo>
                  <a:lnTo>
                    <a:pt x="234162" y="63499"/>
                  </a:lnTo>
                  <a:lnTo>
                    <a:pt x="234915" y="76199"/>
                  </a:lnTo>
                  <a:lnTo>
                    <a:pt x="250348" y="76199"/>
                  </a:lnTo>
                  <a:lnTo>
                    <a:pt x="249615" y="63499"/>
                  </a:lnTo>
                  <a:close/>
                </a:path>
                <a:path w="251460" h="1270000">
                  <a:moveTo>
                    <a:pt x="21757" y="50799"/>
                  </a:moveTo>
                  <a:lnTo>
                    <a:pt x="6496" y="50799"/>
                  </a:lnTo>
                  <a:lnTo>
                    <a:pt x="4876" y="63499"/>
                  </a:lnTo>
                  <a:lnTo>
                    <a:pt x="20239" y="63499"/>
                  </a:lnTo>
                  <a:lnTo>
                    <a:pt x="21757" y="50799"/>
                  </a:lnTo>
                  <a:close/>
                </a:path>
                <a:path w="251460" h="1270000">
                  <a:moveTo>
                    <a:pt x="244869" y="50799"/>
                  </a:moveTo>
                  <a:lnTo>
                    <a:pt x="229467" y="50799"/>
                  </a:lnTo>
                  <a:lnTo>
                    <a:pt x="230985" y="63499"/>
                  </a:lnTo>
                  <a:lnTo>
                    <a:pt x="246357" y="63499"/>
                  </a:lnTo>
                  <a:lnTo>
                    <a:pt x="244869" y="50799"/>
                  </a:lnTo>
                  <a:close/>
                </a:path>
                <a:path w="251460" h="1270000">
                  <a:moveTo>
                    <a:pt x="30626" y="38099"/>
                  </a:moveTo>
                  <a:lnTo>
                    <a:pt x="12025" y="38099"/>
                  </a:lnTo>
                  <a:lnTo>
                    <a:pt x="10013" y="50799"/>
                  </a:lnTo>
                  <a:lnTo>
                    <a:pt x="28383" y="50799"/>
                  </a:lnTo>
                  <a:lnTo>
                    <a:pt x="30626" y="38099"/>
                  </a:lnTo>
                  <a:close/>
                </a:path>
                <a:path w="251460" h="1270000">
                  <a:moveTo>
                    <a:pt x="239389" y="38099"/>
                  </a:moveTo>
                  <a:lnTo>
                    <a:pt x="220598" y="38099"/>
                  </a:lnTo>
                  <a:lnTo>
                    <a:pt x="222840" y="50799"/>
                  </a:lnTo>
                  <a:lnTo>
                    <a:pt x="241381" y="50799"/>
                  </a:lnTo>
                  <a:lnTo>
                    <a:pt x="239389" y="38099"/>
                  </a:lnTo>
                  <a:close/>
                </a:path>
                <a:path w="251460" h="1270000">
                  <a:moveTo>
                    <a:pt x="42468" y="25399"/>
                  </a:moveTo>
                  <a:lnTo>
                    <a:pt x="21616" y="25399"/>
                  </a:lnTo>
                  <a:lnTo>
                    <a:pt x="19003" y="38099"/>
                  </a:lnTo>
                  <a:lnTo>
                    <a:pt x="39613" y="38099"/>
                  </a:lnTo>
                  <a:lnTo>
                    <a:pt x="42468" y="25399"/>
                  </a:lnTo>
                  <a:close/>
                </a:path>
                <a:path w="251460" h="1270000">
                  <a:moveTo>
                    <a:pt x="229848" y="25399"/>
                  </a:moveTo>
                  <a:lnTo>
                    <a:pt x="208754" y="25399"/>
                  </a:lnTo>
                  <a:lnTo>
                    <a:pt x="211620" y="38099"/>
                  </a:lnTo>
                  <a:lnTo>
                    <a:pt x="232232" y="38099"/>
                  </a:lnTo>
                  <a:lnTo>
                    <a:pt x="229848" y="25399"/>
                  </a:lnTo>
                  <a:close/>
                </a:path>
                <a:path w="251460" h="1270000">
                  <a:moveTo>
                    <a:pt x="72872" y="12699"/>
                  </a:moveTo>
                  <a:lnTo>
                    <a:pt x="36708" y="12699"/>
                  </a:lnTo>
                  <a:lnTo>
                    <a:pt x="33149" y="25399"/>
                  </a:lnTo>
                  <a:lnTo>
                    <a:pt x="69142" y="25399"/>
                  </a:lnTo>
                  <a:lnTo>
                    <a:pt x="72872" y="12699"/>
                  </a:lnTo>
                  <a:close/>
                </a:path>
                <a:path w="251460" h="1270000">
                  <a:moveTo>
                    <a:pt x="214817" y="12699"/>
                  </a:moveTo>
                  <a:lnTo>
                    <a:pt x="178351" y="12699"/>
                  </a:lnTo>
                  <a:lnTo>
                    <a:pt x="182081" y="25399"/>
                  </a:lnTo>
                  <a:lnTo>
                    <a:pt x="218075" y="25399"/>
                  </a:lnTo>
                  <a:lnTo>
                    <a:pt x="214817" y="12699"/>
                  </a:lnTo>
                  <a:close/>
                </a:path>
                <a:path w="251460" h="1270000">
                  <a:moveTo>
                    <a:pt x="192718" y="0"/>
                  </a:moveTo>
                  <a:lnTo>
                    <a:pt x="62105" y="0"/>
                  </a:lnTo>
                  <a:lnTo>
                    <a:pt x="58153" y="12699"/>
                  </a:lnTo>
                  <a:lnTo>
                    <a:pt x="196589" y="12699"/>
                  </a:lnTo>
                  <a:lnTo>
                    <a:pt x="192718" y="0"/>
                  </a:lnTo>
                  <a:close/>
                </a:path>
              </a:pathLst>
            </a:custGeom>
            <a:solidFill>
              <a:srgbClr val="F2A0B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8" name="object 148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290723" y="7228840"/>
              <a:ext cx="199444" cy="214756"/>
            </a:xfrm>
            <a:prstGeom prst="rect">
              <a:avLst/>
            </a:prstGeom>
          </p:spPr>
        </p:pic>
      </p:grpSp>
      <p:sp>
        <p:nvSpPr>
          <p:cNvPr id="149" name="object 149"/>
          <p:cNvSpPr txBox="1"/>
          <p:nvPr/>
        </p:nvSpPr>
        <p:spPr>
          <a:xfrm>
            <a:off x="3329552" y="7487673"/>
            <a:ext cx="126364" cy="194310"/>
          </a:xfrm>
          <a:prstGeom prst="rect">
            <a:avLst/>
          </a:prstGeom>
        </p:spPr>
        <p:txBody>
          <a:bodyPr wrap="square" lIns="0" tIns="1841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600" spc="-20" b="1">
                <a:solidFill>
                  <a:srgbClr val="26323C"/>
                </a:solidFill>
                <a:latin typeface="Segoe UI Symbol"/>
                <a:cs typeface="Segoe UI Symbol"/>
              </a:rPr>
              <a:t>SSRF</a:t>
            </a:r>
            <a:endParaRPr sz="600">
              <a:latin typeface="Segoe UI Symbol"/>
              <a:cs typeface="Segoe UI Symbol"/>
            </a:endParaRPr>
          </a:p>
        </p:txBody>
      </p:sp>
      <p:grpSp>
        <p:nvGrpSpPr>
          <p:cNvPr id="150" name="object 150"/>
          <p:cNvGrpSpPr/>
          <p:nvPr/>
        </p:nvGrpSpPr>
        <p:grpSpPr>
          <a:xfrm>
            <a:off x="3264833" y="8419655"/>
            <a:ext cx="251460" cy="1576070"/>
            <a:chOff x="3264833" y="8419655"/>
            <a:chExt cx="251460" cy="1576070"/>
          </a:xfrm>
        </p:grpSpPr>
        <p:pic>
          <p:nvPicPr>
            <p:cNvPr id="151" name="object 151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323399" y="8419655"/>
              <a:ext cx="133921" cy="276288"/>
            </a:xfrm>
            <a:prstGeom prst="rect">
              <a:avLst/>
            </a:prstGeom>
          </p:spPr>
        </p:pic>
        <p:sp>
          <p:nvSpPr>
            <p:cNvPr id="152" name="object 152"/>
            <p:cNvSpPr/>
            <p:nvPr/>
          </p:nvSpPr>
          <p:spPr>
            <a:xfrm>
              <a:off x="3272726" y="8717661"/>
              <a:ext cx="236854" cy="1270635"/>
            </a:xfrm>
            <a:custGeom>
              <a:avLst/>
              <a:gdLst/>
              <a:ahLst/>
              <a:cxnLst/>
              <a:rect l="l" t="t" r="r" b="b"/>
              <a:pathLst>
                <a:path w="236854" h="1270634">
                  <a:moveTo>
                    <a:pt x="160464" y="0"/>
                  </a:moveTo>
                  <a:lnTo>
                    <a:pt x="74802" y="0"/>
                  </a:lnTo>
                  <a:lnTo>
                    <a:pt x="45583" y="6165"/>
                  </a:lnTo>
                  <a:lnTo>
                    <a:pt x="21701" y="22489"/>
                  </a:lnTo>
                  <a:lnTo>
                    <a:pt x="5670" y="46571"/>
                  </a:lnTo>
                  <a:lnTo>
                    <a:pt x="0" y="76009"/>
                  </a:lnTo>
                  <a:lnTo>
                    <a:pt x="0" y="1194434"/>
                  </a:lnTo>
                  <a:lnTo>
                    <a:pt x="5670" y="1224041"/>
                  </a:lnTo>
                  <a:lnTo>
                    <a:pt x="21701" y="1248177"/>
                  </a:lnTo>
                  <a:lnTo>
                    <a:pt x="45583" y="1264444"/>
                  </a:lnTo>
                  <a:lnTo>
                    <a:pt x="74802" y="1270444"/>
                  </a:lnTo>
                  <a:lnTo>
                    <a:pt x="160464" y="1270444"/>
                  </a:lnTo>
                  <a:lnTo>
                    <a:pt x="189800" y="1264444"/>
                  </a:lnTo>
                  <a:lnTo>
                    <a:pt x="213848" y="1248177"/>
                  </a:lnTo>
                  <a:lnTo>
                    <a:pt x="230206" y="1224041"/>
                  </a:lnTo>
                  <a:lnTo>
                    <a:pt x="236474" y="1194434"/>
                  </a:lnTo>
                  <a:lnTo>
                    <a:pt x="236474" y="76009"/>
                  </a:lnTo>
                  <a:lnTo>
                    <a:pt x="230206" y="46571"/>
                  </a:lnTo>
                  <a:lnTo>
                    <a:pt x="213848" y="22489"/>
                  </a:lnTo>
                  <a:lnTo>
                    <a:pt x="189800" y="6165"/>
                  </a:lnTo>
                  <a:lnTo>
                    <a:pt x="160464" y="0"/>
                  </a:lnTo>
                  <a:close/>
                </a:path>
              </a:pathLst>
            </a:custGeom>
            <a:solidFill>
              <a:srgbClr val="D9F9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3264833" y="8712735"/>
              <a:ext cx="251460" cy="1282700"/>
            </a:xfrm>
            <a:custGeom>
              <a:avLst/>
              <a:gdLst/>
              <a:ahLst/>
              <a:cxnLst/>
              <a:rect l="l" t="t" r="r" b="b"/>
              <a:pathLst>
                <a:path w="251460" h="1282700">
                  <a:moveTo>
                    <a:pt x="214525" y="1269999"/>
                  </a:moveTo>
                  <a:lnTo>
                    <a:pt x="36708" y="1269999"/>
                  </a:lnTo>
                  <a:lnTo>
                    <a:pt x="39775" y="1282699"/>
                  </a:lnTo>
                  <a:lnTo>
                    <a:pt x="211137" y="1282699"/>
                  </a:lnTo>
                  <a:lnTo>
                    <a:pt x="214525" y="1269999"/>
                  </a:lnTo>
                  <a:close/>
                </a:path>
                <a:path w="251460" h="1282700">
                  <a:moveTo>
                    <a:pt x="44842" y="1257299"/>
                  </a:moveTo>
                  <a:lnTo>
                    <a:pt x="21375" y="1257299"/>
                  </a:lnTo>
                  <a:lnTo>
                    <a:pt x="24121" y="1269999"/>
                  </a:lnTo>
                  <a:lnTo>
                    <a:pt x="47908" y="1269999"/>
                  </a:lnTo>
                  <a:lnTo>
                    <a:pt x="44842" y="1257299"/>
                  </a:lnTo>
                  <a:close/>
                </a:path>
                <a:path w="251460" h="1282700">
                  <a:moveTo>
                    <a:pt x="229607" y="1257299"/>
                  </a:moveTo>
                  <a:lnTo>
                    <a:pt x="206382" y="1257299"/>
                  </a:lnTo>
                  <a:lnTo>
                    <a:pt x="203315" y="1269999"/>
                  </a:lnTo>
                  <a:lnTo>
                    <a:pt x="226852" y="1269999"/>
                  </a:lnTo>
                  <a:lnTo>
                    <a:pt x="229607" y="1257299"/>
                  </a:lnTo>
                  <a:close/>
                </a:path>
                <a:path w="251460" h="1282700">
                  <a:moveTo>
                    <a:pt x="30393" y="1244599"/>
                  </a:moveTo>
                  <a:lnTo>
                    <a:pt x="12025" y="1244599"/>
                  </a:lnTo>
                  <a:lnTo>
                    <a:pt x="13995" y="1257299"/>
                  </a:lnTo>
                  <a:lnTo>
                    <a:pt x="32777" y="1257299"/>
                  </a:lnTo>
                  <a:lnTo>
                    <a:pt x="30393" y="1244599"/>
                  </a:lnTo>
                  <a:close/>
                </a:path>
                <a:path w="251460" h="1282700">
                  <a:moveTo>
                    <a:pt x="239199" y="1244599"/>
                  </a:moveTo>
                  <a:lnTo>
                    <a:pt x="220830" y="1244599"/>
                  </a:lnTo>
                  <a:lnTo>
                    <a:pt x="218447" y="1257299"/>
                  </a:lnTo>
                  <a:lnTo>
                    <a:pt x="237027" y="1257299"/>
                  </a:lnTo>
                  <a:lnTo>
                    <a:pt x="239199" y="1244599"/>
                  </a:lnTo>
                  <a:close/>
                </a:path>
                <a:path w="251460" h="1282700">
                  <a:moveTo>
                    <a:pt x="21596" y="1231899"/>
                  </a:moveTo>
                  <a:lnTo>
                    <a:pt x="6355" y="1231899"/>
                  </a:lnTo>
                  <a:lnTo>
                    <a:pt x="8013" y="1244599"/>
                  </a:lnTo>
                  <a:lnTo>
                    <a:pt x="23266" y="1244599"/>
                  </a:lnTo>
                  <a:lnTo>
                    <a:pt x="21596" y="1231899"/>
                  </a:lnTo>
                  <a:close/>
                </a:path>
                <a:path w="251460" h="1282700">
                  <a:moveTo>
                    <a:pt x="246227" y="1231899"/>
                  </a:moveTo>
                  <a:lnTo>
                    <a:pt x="229627" y="1231899"/>
                  </a:lnTo>
                  <a:lnTo>
                    <a:pt x="227958" y="1244599"/>
                  </a:lnTo>
                  <a:lnTo>
                    <a:pt x="244728" y="1244599"/>
                  </a:lnTo>
                  <a:lnTo>
                    <a:pt x="246227" y="1231899"/>
                  </a:lnTo>
                  <a:close/>
                </a:path>
                <a:path w="251460" h="1282700">
                  <a:moveTo>
                    <a:pt x="17062" y="1219199"/>
                  </a:moveTo>
                  <a:lnTo>
                    <a:pt x="1619" y="1219199"/>
                  </a:lnTo>
                  <a:lnTo>
                    <a:pt x="2553" y="1231899"/>
                  </a:lnTo>
                  <a:lnTo>
                    <a:pt x="17966" y="1231899"/>
                  </a:lnTo>
                  <a:lnTo>
                    <a:pt x="17062" y="1219199"/>
                  </a:lnTo>
                  <a:close/>
                </a:path>
                <a:path w="251460" h="1282700">
                  <a:moveTo>
                    <a:pt x="249615" y="1219199"/>
                  </a:moveTo>
                  <a:lnTo>
                    <a:pt x="234071" y="1219199"/>
                  </a:lnTo>
                  <a:lnTo>
                    <a:pt x="233146" y="1231899"/>
                  </a:lnTo>
                  <a:lnTo>
                    <a:pt x="248770" y="1231899"/>
                  </a:lnTo>
                  <a:lnTo>
                    <a:pt x="249615" y="1219199"/>
                  </a:lnTo>
                  <a:close/>
                </a:path>
                <a:path w="251460" h="1282700">
                  <a:moveTo>
                    <a:pt x="15332" y="76199"/>
                  </a:moveTo>
                  <a:lnTo>
                    <a:pt x="332" y="76199"/>
                  </a:lnTo>
                  <a:lnTo>
                    <a:pt x="0" y="88899"/>
                  </a:lnTo>
                  <a:lnTo>
                    <a:pt x="0" y="1206499"/>
                  </a:lnTo>
                  <a:lnTo>
                    <a:pt x="332" y="1219199"/>
                  </a:lnTo>
                  <a:lnTo>
                    <a:pt x="15332" y="1219199"/>
                  </a:lnTo>
                  <a:lnTo>
                    <a:pt x="15041" y="1206499"/>
                  </a:lnTo>
                  <a:lnTo>
                    <a:pt x="14970" y="88899"/>
                  </a:lnTo>
                  <a:lnTo>
                    <a:pt x="15332" y="76199"/>
                  </a:lnTo>
                  <a:close/>
                </a:path>
                <a:path w="251460" h="1282700">
                  <a:moveTo>
                    <a:pt x="15293" y="1206499"/>
                  </a:moveTo>
                  <a:lnTo>
                    <a:pt x="15332" y="1219199"/>
                  </a:lnTo>
                  <a:lnTo>
                    <a:pt x="15725" y="1219199"/>
                  </a:lnTo>
                  <a:lnTo>
                    <a:pt x="15293" y="1206499"/>
                  </a:lnTo>
                  <a:close/>
                </a:path>
                <a:path w="251460" h="1282700">
                  <a:moveTo>
                    <a:pt x="235931" y="1206499"/>
                  </a:moveTo>
                  <a:lnTo>
                    <a:pt x="235449" y="1219199"/>
                  </a:lnTo>
                  <a:lnTo>
                    <a:pt x="235891" y="1219199"/>
                  </a:lnTo>
                  <a:lnTo>
                    <a:pt x="235931" y="1206499"/>
                  </a:lnTo>
                  <a:close/>
                </a:path>
                <a:path w="251460" h="1282700">
                  <a:moveTo>
                    <a:pt x="250892" y="76199"/>
                  </a:moveTo>
                  <a:lnTo>
                    <a:pt x="235931" y="76199"/>
                  </a:lnTo>
                  <a:lnTo>
                    <a:pt x="236183" y="88899"/>
                  </a:lnTo>
                  <a:lnTo>
                    <a:pt x="236263" y="1206499"/>
                  </a:lnTo>
                  <a:lnTo>
                    <a:pt x="235891" y="1219199"/>
                  </a:lnTo>
                  <a:lnTo>
                    <a:pt x="250932" y="1219199"/>
                  </a:lnTo>
                  <a:lnTo>
                    <a:pt x="251223" y="1206499"/>
                  </a:lnTo>
                  <a:lnTo>
                    <a:pt x="251223" y="88899"/>
                  </a:lnTo>
                  <a:lnTo>
                    <a:pt x="250892" y="76199"/>
                  </a:lnTo>
                  <a:close/>
                </a:path>
                <a:path w="251460" h="1282700">
                  <a:moveTo>
                    <a:pt x="18078" y="63499"/>
                  </a:moveTo>
                  <a:lnTo>
                    <a:pt x="2463" y="63499"/>
                  </a:lnTo>
                  <a:lnTo>
                    <a:pt x="1539" y="76199"/>
                  </a:lnTo>
                  <a:lnTo>
                    <a:pt x="17152" y="76199"/>
                  </a:lnTo>
                  <a:lnTo>
                    <a:pt x="18078" y="63499"/>
                  </a:lnTo>
                  <a:close/>
                </a:path>
                <a:path w="251460" h="1282700">
                  <a:moveTo>
                    <a:pt x="248770" y="63499"/>
                  </a:moveTo>
                  <a:lnTo>
                    <a:pt x="233257" y="63499"/>
                  </a:lnTo>
                  <a:lnTo>
                    <a:pt x="234162" y="76199"/>
                  </a:lnTo>
                  <a:lnTo>
                    <a:pt x="249615" y="76199"/>
                  </a:lnTo>
                  <a:lnTo>
                    <a:pt x="248770" y="63499"/>
                  </a:lnTo>
                  <a:close/>
                </a:path>
                <a:path w="251460" h="1282700">
                  <a:moveTo>
                    <a:pt x="23266" y="50799"/>
                  </a:moveTo>
                  <a:lnTo>
                    <a:pt x="6496" y="50799"/>
                  </a:lnTo>
                  <a:lnTo>
                    <a:pt x="4997" y="63499"/>
                  </a:lnTo>
                  <a:lnTo>
                    <a:pt x="21596" y="63499"/>
                  </a:lnTo>
                  <a:lnTo>
                    <a:pt x="23266" y="50799"/>
                  </a:lnTo>
                  <a:close/>
                </a:path>
                <a:path w="251460" h="1282700">
                  <a:moveTo>
                    <a:pt x="244869" y="50799"/>
                  </a:moveTo>
                  <a:lnTo>
                    <a:pt x="227958" y="50799"/>
                  </a:lnTo>
                  <a:lnTo>
                    <a:pt x="229627" y="63499"/>
                  </a:lnTo>
                  <a:lnTo>
                    <a:pt x="246357" y="63499"/>
                  </a:lnTo>
                  <a:lnTo>
                    <a:pt x="244869" y="50799"/>
                  </a:lnTo>
                  <a:close/>
                </a:path>
                <a:path w="251460" h="1282700">
                  <a:moveTo>
                    <a:pt x="30626" y="38099"/>
                  </a:moveTo>
                  <a:lnTo>
                    <a:pt x="12025" y="38099"/>
                  </a:lnTo>
                  <a:lnTo>
                    <a:pt x="10013" y="50799"/>
                  </a:lnTo>
                  <a:lnTo>
                    <a:pt x="28383" y="50799"/>
                  </a:lnTo>
                  <a:lnTo>
                    <a:pt x="30626" y="38099"/>
                  </a:lnTo>
                  <a:close/>
                </a:path>
                <a:path w="251460" h="1282700">
                  <a:moveTo>
                    <a:pt x="239389" y="38099"/>
                  </a:moveTo>
                  <a:lnTo>
                    <a:pt x="220598" y="38099"/>
                  </a:lnTo>
                  <a:lnTo>
                    <a:pt x="222840" y="50799"/>
                  </a:lnTo>
                  <a:lnTo>
                    <a:pt x="241381" y="50799"/>
                  </a:lnTo>
                  <a:lnTo>
                    <a:pt x="239389" y="38099"/>
                  </a:lnTo>
                  <a:close/>
                </a:path>
                <a:path w="251460" h="1282700">
                  <a:moveTo>
                    <a:pt x="45143" y="25399"/>
                  </a:moveTo>
                  <a:lnTo>
                    <a:pt x="21616" y="25399"/>
                  </a:lnTo>
                  <a:lnTo>
                    <a:pt x="19003" y="38099"/>
                  </a:lnTo>
                  <a:lnTo>
                    <a:pt x="42177" y="38099"/>
                  </a:lnTo>
                  <a:lnTo>
                    <a:pt x="45143" y="25399"/>
                  </a:lnTo>
                  <a:close/>
                </a:path>
                <a:path w="251460" h="1282700">
                  <a:moveTo>
                    <a:pt x="229848" y="25399"/>
                  </a:moveTo>
                  <a:lnTo>
                    <a:pt x="206080" y="25399"/>
                  </a:lnTo>
                  <a:lnTo>
                    <a:pt x="209047" y="38099"/>
                  </a:lnTo>
                  <a:lnTo>
                    <a:pt x="232232" y="38099"/>
                  </a:lnTo>
                  <a:lnTo>
                    <a:pt x="229848" y="25399"/>
                  </a:lnTo>
                  <a:close/>
                </a:path>
                <a:path w="251460" h="1282700">
                  <a:moveTo>
                    <a:pt x="214817" y="12699"/>
                  </a:moveTo>
                  <a:lnTo>
                    <a:pt x="36708" y="12699"/>
                  </a:lnTo>
                  <a:lnTo>
                    <a:pt x="33149" y="25399"/>
                  </a:lnTo>
                  <a:lnTo>
                    <a:pt x="218075" y="25399"/>
                  </a:lnTo>
                  <a:lnTo>
                    <a:pt x="214817" y="12699"/>
                  </a:lnTo>
                  <a:close/>
                </a:path>
                <a:path w="251460" h="1282700">
                  <a:moveTo>
                    <a:pt x="184725" y="0"/>
                  </a:moveTo>
                  <a:lnTo>
                    <a:pt x="66126" y="0"/>
                  </a:lnTo>
                  <a:lnTo>
                    <a:pt x="62105" y="12699"/>
                  </a:lnTo>
                  <a:lnTo>
                    <a:pt x="188757" y="12699"/>
                  </a:lnTo>
                  <a:lnTo>
                    <a:pt x="184725" y="0"/>
                  </a:lnTo>
                  <a:close/>
                </a:path>
              </a:pathLst>
            </a:custGeom>
            <a:solidFill>
              <a:srgbClr val="52C98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4" name="object 154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290723" y="8811768"/>
              <a:ext cx="199444" cy="201364"/>
            </a:xfrm>
            <a:prstGeom prst="rect">
              <a:avLst/>
            </a:prstGeom>
          </p:spPr>
        </p:pic>
      </p:grpSp>
      <p:sp>
        <p:nvSpPr>
          <p:cNvPr id="155" name="object 155"/>
          <p:cNvSpPr txBox="1"/>
          <p:nvPr/>
        </p:nvSpPr>
        <p:spPr>
          <a:xfrm>
            <a:off x="3329552" y="9048984"/>
            <a:ext cx="126364" cy="579120"/>
          </a:xfrm>
          <a:prstGeom prst="rect">
            <a:avLst/>
          </a:prstGeom>
        </p:spPr>
        <p:txBody>
          <a:bodyPr wrap="square" lIns="0" tIns="1841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600" b="1">
                <a:solidFill>
                  <a:srgbClr val="1F2937"/>
                </a:solidFill>
                <a:latin typeface="Segoe UI Symbol"/>
                <a:cs typeface="Segoe UI Symbol"/>
              </a:rPr>
              <a:t>URL</a:t>
            </a:r>
            <a:r>
              <a:rPr dirty="0" sz="600" spc="5" b="1">
                <a:solidFill>
                  <a:srgbClr val="1F2937"/>
                </a:solidFill>
                <a:latin typeface="Segoe UI Symbol"/>
                <a:cs typeface="Segoe UI Symbol"/>
              </a:rPr>
              <a:t> </a:t>
            </a:r>
            <a:r>
              <a:rPr dirty="0" sz="600" spc="-10" b="1">
                <a:solidFill>
                  <a:srgbClr val="1F2937"/>
                </a:solidFill>
                <a:latin typeface="Segoe UI Symbol"/>
                <a:cs typeface="Segoe UI Symbol"/>
              </a:rPr>
              <a:t>allowlisting</a:t>
            </a:r>
            <a:endParaRPr sz="600">
              <a:latin typeface="Segoe UI Symbol"/>
              <a:cs typeface="Segoe UI Symbol"/>
            </a:endParaRPr>
          </a:p>
        </p:txBody>
      </p:sp>
      <p:grpSp>
        <p:nvGrpSpPr>
          <p:cNvPr id="156" name="object 156"/>
          <p:cNvGrpSpPr/>
          <p:nvPr/>
        </p:nvGrpSpPr>
        <p:grpSpPr>
          <a:xfrm>
            <a:off x="3006300" y="7137972"/>
            <a:ext cx="251460" cy="1270000"/>
            <a:chOff x="3006300" y="7137972"/>
            <a:chExt cx="251460" cy="1270000"/>
          </a:xfrm>
        </p:grpSpPr>
        <p:sp>
          <p:nvSpPr>
            <p:cNvPr id="157" name="object 157"/>
            <p:cNvSpPr/>
            <p:nvPr/>
          </p:nvSpPr>
          <p:spPr>
            <a:xfrm>
              <a:off x="3013328" y="7141972"/>
              <a:ext cx="236854" cy="1258570"/>
            </a:xfrm>
            <a:custGeom>
              <a:avLst/>
              <a:gdLst/>
              <a:ahLst/>
              <a:cxnLst/>
              <a:rect l="l" t="t" r="r" b="b"/>
              <a:pathLst>
                <a:path w="236855" h="1258570">
                  <a:moveTo>
                    <a:pt x="161670" y="0"/>
                  </a:moveTo>
                  <a:lnTo>
                    <a:pt x="76009" y="0"/>
                  </a:lnTo>
                  <a:lnTo>
                    <a:pt x="46577" y="5849"/>
                  </a:lnTo>
                  <a:lnTo>
                    <a:pt x="22497" y="22067"/>
                  </a:lnTo>
                  <a:lnTo>
                    <a:pt x="6171" y="46254"/>
                  </a:lnTo>
                  <a:lnTo>
                    <a:pt x="0" y="76009"/>
                  </a:lnTo>
                  <a:lnTo>
                    <a:pt x="0" y="1182370"/>
                  </a:lnTo>
                  <a:lnTo>
                    <a:pt x="6171" y="1212140"/>
                  </a:lnTo>
                  <a:lnTo>
                    <a:pt x="22497" y="1236330"/>
                  </a:lnTo>
                  <a:lnTo>
                    <a:pt x="46577" y="1252542"/>
                  </a:lnTo>
                  <a:lnTo>
                    <a:pt x="76009" y="1258379"/>
                  </a:lnTo>
                  <a:lnTo>
                    <a:pt x="161670" y="1258379"/>
                  </a:lnTo>
                  <a:lnTo>
                    <a:pt x="190794" y="1252542"/>
                  </a:lnTo>
                  <a:lnTo>
                    <a:pt x="214643" y="1236330"/>
                  </a:lnTo>
                  <a:lnTo>
                    <a:pt x="230707" y="1212140"/>
                  </a:lnTo>
                  <a:lnTo>
                    <a:pt x="236473" y="1182370"/>
                  </a:lnTo>
                  <a:lnTo>
                    <a:pt x="236473" y="76009"/>
                  </a:lnTo>
                  <a:lnTo>
                    <a:pt x="230707" y="46254"/>
                  </a:lnTo>
                  <a:lnTo>
                    <a:pt x="214643" y="22067"/>
                  </a:lnTo>
                  <a:lnTo>
                    <a:pt x="190794" y="5849"/>
                  </a:lnTo>
                  <a:lnTo>
                    <a:pt x="161670" y="0"/>
                  </a:lnTo>
                  <a:close/>
                </a:path>
              </a:pathLst>
            </a:custGeom>
            <a:solidFill>
              <a:srgbClr val="FEE7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3006300" y="7137972"/>
              <a:ext cx="251460" cy="1270000"/>
            </a:xfrm>
            <a:custGeom>
              <a:avLst/>
              <a:gdLst/>
              <a:ahLst/>
              <a:cxnLst/>
              <a:rect l="l" t="t" r="r" b="b"/>
              <a:pathLst>
                <a:path w="251460" h="1270000">
                  <a:moveTo>
                    <a:pt x="214515" y="1257299"/>
                  </a:moveTo>
                  <a:lnTo>
                    <a:pt x="36407" y="1257299"/>
                  </a:lnTo>
                  <a:lnTo>
                    <a:pt x="39775" y="1269999"/>
                  </a:lnTo>
                  <a:lnTo>
                    <a:pt x="211449" y="1269999"/>
                  </a:lnTo>
                  <a:lnTo>
                    <a:pt x="214515" y="1257299"/>
                  </a:lnTo>
                  <a:close/>
                </a:path>
                <a:path w="251460" h="1270000">
                  <a:moveTo>
                    <a:pt x="44842" y="1244599"/>
                  </a:moveTo>
                  <a:lnTo>
                    <a:pt x="21375" y="1244599"/>
                  </a:lnTo>
                  <a:lnTo>
                    <a:pt x="24371" y="1257299"/>
                  </a:lnTo>
                  <a:lnTo>
                    <a:pt x="47908" y="1257299"/>
                  </a:lnTo>
                  <a:lnTo>
                    <a:pt x="44842" y="1244599"/>
                  </a:lnTo>
                  <a:close/>
                </a:path>
                <a:path w="251460" h="1270000">
                  <a:moveTo>
                    <a:pt x="229607" y="1244599"/>
                  </a:moveTo>
                  <a:lnTo>
                    <a:pt x="206382" y="1244599"/>
                  </a:lnTo>
                  <a:lnTo>
                    <a:pt x="203315" y="1257299"/>
                  </a:lnTo>
                  <a:lnTo>
                    <a:pt x="226842" y="1257299"/>
                  </a:lnTo>
                  <a:lnTo>
                    <a:pt x="229607" y="1244599"/>
                  </a:lnTo>
                  <a:close/>
                </a:path>
                <a:path w="251460" h="1270000">
                  <a:moveTo>
                    <a:pt x="30393" y="1231899"/>
                  </a:moveTo>
                  <a:lnTo>
                    <a:pt x="11833" y="1231899"/>
                  </a:lnTo>
                  <a:lnTo>
                    <a:pt x="13995" y="1244599"/>
                  </a:lnTo>
                  <a:lnTo>
                    <a:pt x="32777" y="1244599"/>
                  </a:lnTo>
                  <a:lnTo>
                    <a:pt x="30393" y="1231899"/>
                  </a:lnTo>
                  <a:close/>
                </a:path>
                <a:path w="251460" h="1270000">
                  <a:moveTo>
                    <a:pt x="239199" y="1231899"/>
                  </a:moveTo>
                  <a:lnTo>
                    <a:pt x="220830" y="1231899"/>
                  </a:lnTo>
                  <a:lnTo>
                    <a:pt x="218447" y="1244599"/>
                  </a:lnTo>
                  <a:lnTo>
                    <a:pt x="237027" y="1244599"/>
                  </a:lnTo>
                  <a:lnTo>
                    <a:pt x="239199" y="1231899"/>
                  </a:lnTo>
                  <a:close/>
                </a:path>
                <a:path w="251460" h="1270000">
                  <a:moveTo>
                    <a:pt x="21596" y="1219199"/>
                  </a:moveTo>
                  <a:lnTo>
                    <a:pt x="6355" y="1219199"/>
                  </a:lnTo>
                  <a:lnTo>
                    <a:pt x="8013" y="1231899"/>
                  </a:lnTo>
                  <a:lnTo>
                    <a:pt x="23265" y="1231899"/>
                  </a:lnTo>
                  <a:lnTo>
                    <a:pt x="21596" y="1219199"/>
                  </a:lnTo>
                  <a:close/>
                </a:path>
                <a:path w="251460" h="1270000">
                  <a:moveTo>
                    <a:pt x="246226" y="1219199"/>
                  </a:moveTo>
                  <a:lnTo>
                    <a:pt x="229627" y="1219199"/>
                  </a:lnTo>
                  <a:lnTo>
                    <a:pt x="227958" y="1231899"/>
                  </a:lnTo>
                  <a:lnTo>
                    <a:pt x="244729" y="1231899"/>
                  </a:lnTo>
                  <a:lnTo>
                    <a:pt x="246226" y="1219199"/>
                  </a:lnTo>
                  <a:close/>
                </a:path>
                <a:path w="251460" h="1270000">
                  <a:moveTo>
                    <a:pt x="17062" y="1206499"/>
                  </a:moveTo>
                  <a:lnTo>
                    <a:pt x="1609" y="1206499"/>
                  </a:lnTo>
                  <a:lnTo>
                    <a:pt x="2453" y="1219199"/>
                  </a:lnTo>
                  <a:lnTo>
                    <a:pt x="17966" y="1219199"/>
                  </a:lnTo>
                  <a:lnTo>
                    <a:pt x="17062" y="1206499"/>
                  </a:lnTo>
                  <a:close/>
                </a:path>
                <a:path w="251460" h="1270000">
                  <a:moveTo>
                    <a:pt x="249685" y="1206499"/>
                  </a:moveTo>
                  <a:lnTo>
                    <a:pt x="234071" y="1206499"/>
                  </a:lnTo>
                  <a:lnTo>
                    <a:pt x="233146" y="1219199"/>
                  </a:lnTo>
                  <a:lnTo>
                    <a:pt x="248759" y="1219199"/>
                  </a:lnTo>
                  <a:lnTo>
                    <a:pt x="249685" y="1206499"/>
                  </a:lnTo>
                  <a:close/>
                </a:path>
                <a:path w="251460" h="1270000">
                  <a:moveTo>
                    <a:pt x="15060" y="76199"/>
                  </a:moveTo>
                  <a:lnTo>
                    <a:pt x="0" y="76199"/>
                  </a:lnTo>
                  <a:lnTo>
                    <a:pt x="0" y="1193799"/>
                  </a:lnTo>
                  <a:lnTo>
                    <a:pt x="332" y="1206499"/>
                  </a:lnTo>
                  <a:lnTo>
                    <a:pt x="15332" y="1206499"/>
                  </a:lnTo>
                  <a:lnTo>
                    <a:pt x="15041" y="1193799"/>
                  </a:lnTo>
                  <a:lnTo>
                    <a:pt x="15060" y="76199"/>
                  </a:lnTo>
                  <a:close/>
                </a:path>
                <a:path w="251460" h="1270000">
                  <a:moveTo>
                    <a:pt x="15293" y="1193799"/>
                  </a:moveTo>
                  <a:lnTo>
                    <a:pt x="15332" y="1206499"/>
                  </a:lnTo>
                  <a:lnTo>
                    <a:pt x="15714" y="1206499"/>
                  </a:lnTo>
                  <a:lnTo>
                    <a:pt x="15293" y="1193799"/>
                  </a:lnTo>
                  <a:close/>
                </a:path>
                <a:path w="251460" h="1270000">
                  <a:moveTo>
                    <a:pt x="235931" y="1193799"/>
                  </a:moveTo>
                  <a:lnTo>
                    <a:pt x="235449" y="1206499"/>
                  </a:lnTo>
                  <a:lnTo>
                    <a:pt x="235891" y="1206499"/>
                  </a:lnTo>
                  <a:lnTo>
                    <a:pt x="235931" y="1193799"/>
                  </a:lnTo>
                  <a:close/>
                </a:path>
                <a:path w="251460" h="1270000">
                  <a:moveTo>
                    <a:pt x="251213" y="76199"/>
                  </a:moveTo>
                  <a:lnTo>
                    <a:pt x="236183" y="76199"/>
                  </a:lnTo>
                  <a:lnTo>
                    <a:pt x="236253" y="1193799"/>
                  </a:lnTo>
                  <a:lnTo>
                    <a:pt x="235891" y="1206499"/>
                  </a:lnTo>
                  <a:lnTo>
                    <a:pt x="250892" y="1206499"/>
                  </a:lnTo>
                  <a:lnTo>
                    <a:pt x="251213" y="1193799"/>
                  </a:lnTo>
                  <a:lnTo>
                    <a:pt x="251213" y="76199"/>
                  </a:lnTo>
                  <a:close/>
                </a:path>
                <a:path w="251460" h="1270000">
                  <a:moveTo>
                    <a:pt x="17152" y="63499"/>
                  </a:moveTo>
                  <a:lnTo>
                    <a:pt x="1537" y="63499"/>
                  </a:lnTo>
                  <a:lnTo>
                    <a:pt x="815" y="76199"/>
                  </a:lnTo>
                  <a:lnTo>
                    <a:pt x="16377" y="76199"/>
                  </a:lnTo>
                  <a:lnTo>
                    <a:pt x="17152" y="63499"/>
                  </a:lnTo>
                  <a:close/>
                </a:path>
                <a:path w="251460" h="1270000">
                  <a:moveTo>
                    <a:pt x="249685" y="63499"/>
                  </a:moveTo>
                  <a:lnTo>
                    <a:pt x="234161" y="63499"/>
                  </a:lnTo>
                  <a:lnTo>
                    <a:pt x="234915" y="76199"/>
                  </a:lnTo>
                  <a:lnTo>
                    <a:pt x="250348" y="76199"/>
                  </a:lnTo>
                  <a:lnTo>
                    <a:pt x="249685" y="63499"/>
                  </a:lnTo>
                  <a:close/>
                </a:path>
                <a:path w="251460" h="1270000">
                  <a:moveTo>
                    <a:pt x="21757" y="50799"/>
                  </a:moveTo>
                  <a:lnTo>
                    <a:pt x="6494" y="50799"/>
                  </a:lnTo>
                  <a:lnTo>
                    <a:pt x="4866" y="63499"/>
                  </a:lnTo>
                  <a:lnTo>
                    <a:pt x="20238" y="63499"/>
                  </a:lnTo>
                  <a:lnTo>
                    <a:pt x="21757" y="50799"/>
                  </a:lnTo>
                  <a:close/>
                </a:path>
                <a:path w="251460" h="1270000">
                  <a:moveTo>
                    <a:pt x="246226" y="50799"/>
                  </a:moveTo>
                  <a:lnTo>
                    <a:pt x="229466" y="50799"/>
                  </a:lnTo>
                  <a:lnTo>
                    <a:pt x="230985" y="63499"/>
                  </a:lnTo>
                  <a:lnTo>
                    <a:pt x="247543" y="63499"/>
                  </a:lnTo>
                  <a:lnTo>
                    <a:pt x="246226" y="50799"/>
                  </a:lnTo>
                  <a:close/>
                </a:path>
                <a:path w="251460" h="1270000">
                  <a:moveTo>
                    <a:pt x="30624" y="38099"/>
                  </a:moveTo>
                  <a:lnTo>
                    <a:pt x="12025" y="38099"/>
                  </a:lnTo>
                  <a:lnTo>
                    <a:pt x="10013" y="50799"/>
                  </a:lnTo>
                  <a:lnTo>
                    <a:pt x="28383" y="50799"/>
                  </a:lnTo>
                  <a:lnTo>
                    <a:pt x="30624" y="38099"/>
                  </a:lnTo>
                  <a:close/>
                </a:path>
                <a:path w="251460" h="1270000">
                  <a:moveTo>
                    <a:pt x="239199" y="38099"/>
                  </a:moveTo>
                  <a:lnTo>
                    <a:pt x="220599" y="38099"/>
                  </a:lnTo>
                  <a:lnTo>
                    <a:pt x="222840" y="50799"/>
                  </a:lnTo>
                  <a:lnTo>
                    <a:pt x="241381" y="50799"/>
                  </a:lnTo>
                  <a:lnTo>
                    <a:pt x="239199" y="38099"/>
                  </a:lnTo>
                  <a:close/>
                </a:path>
                <a:path w="251460" h="1270000">
                  <a:moveTo>
                    <a:pt x="42468" y="25399"/>
                  </a:moveTo>
                  <a:lnTo>
                    <a:pt x="21616" y="25399"/>
                  </a:lnTo>
                  <a:lnTo>
                    <a:pt x="18992" y="38099"/>
                  </a:lnTo>
                  <a:lnTo>
                    <a:pt x="39603" y="38099"/>
                  </a:lnTo>
                  <a:lnTo>
                    <a:pt x="42468" y="25399"/>
                  </a:lnTo>
                  <a:close/>
                </a:path>
                <a:path w="251460" h="1270000">
                  <a:moveTo>
                    <a:pt x="229848" y="25399"/>
                  </a:moveTo>
                  <a:lnTo>
                    <a:pt x="208754" y="25399"/>
                  </a:lnTo>
                  <a:lnTo>
                    <a:pt x="211609" y="38099"/>
                  </a:lnTo>
                  <a:lnTo>
                    <a:pt x="232453" y="38099"/>
                  </a:lnTo>
                  <a:lnTo>
                    <a:pt x="229848" y="25399"/>
                  </a:lnTo>
                  <a:close/>
                </a:path>
                <a:path w="251460" h="1270000">
                  <a:moveTo>
                    <a:pt x="72872" y="12699"/>
                  </a:moveTo>
                  <a:lnTo>
                    <a:pt x="36697" y="12699"/>
                  </a:lnTo>
                  <a:lnTo>
                    <a:pt x="33149" y="25399"/>
                  </a:lnTo>
                  <a:lnTo>
                    <a:pt x="69142" y="25399"/>
                  </a:lnTo>
                  <a:lnTo>
                    <a:pt x="72872" y="12699"/>
                  </a:lnTo>
                  <a:close/>
                </a:path>
                <a:path w="251460" h="1270000">
                  <a:moveTo>
                    <a:pt x="214817" y="12699"/>
                  </a:moveTo>
                  <a:lnTo>
                    <a:pt x="178351" y="12699"/>
                  </a:lnTo>
                  <a:lnTo>
                    <a:pt x="182081" y="25399"/>
                  </a:lnTo>
                  <a:lnTo>
                    <a:pt x="218075" y="25399"/>
                  </a:lnTo>
                  <a:lnTo>
                    <a:pt x="214817" y="12699"/>
                  </a:lnTo>
                  <a:close/>
                </a:path>
                <a:path w="251460" h="1270000">
                  <a:moveTo>
                    <a:pt x="192708" y="0"/>
                  </a:moveTo>
                  <a:lnTo>
                    <a:pt x="62095" y="0"/>
                  </a:lnTo>
                  <a:lnTo>
                    <a:pt x="58153" y="12699"/>
                  </a:lnTo>
                  <a:lnTo>
                    <a:pt x="196931" y="12699"/>
                  </a:lnTo>
                  <a:lnTo>
                    <a:pt x="192708" y="0"/>
                  </a:lnTo>
                  <a:close/>
                </a:path>
              </a:pathLst>
            </a:custGeom>
            <a:solidFill>
              <a:srgbClr val="F2A0B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9" name="object 159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3032191" y="7234872"/>
              <a:ext cx="199444" cy="201998"/>
            </a:xfrm>
            <a:prstGeom prst="rect">
              <a:avLst/>
            </a:prstGeom>
          </p:spPr>
        </p:pic>
        <p:pic>
          <p:nvPicPr>
            <p:cNvPr id="160" name="object 160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068827" y="7281926"/>
              <a:ext cx="125476" cy="108585"/>
            </a:xfrm>
            <a:prstGeom prst="rect">
              <a:avLst/>
            </a:prstGeom>
          </p:spPr>
        </p:pic>
      </p:grpSp>
      <p:sp>
        <p:nvSpPr>
          <p:cNvPr id="161" name="object 161"/>
          <p:cNvSpPr txBox="1"/>
          <p:nvPr/>
        </p:nvSpPr>
        <p:spPr>
          <a:xfrm>
            <a:off x="3071009" y="7487673"/>
            <a:ext cx="126364" cy="877569"/>
          </a:xfrm>
          <a:prstGeom prst="rect">
            <a:avLst/>
          </a:prstGeom>
        </p:spPr>
        <p:txBody>
          <a:bodyPr wrap="square" lIns="0" tIns="1841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600" b="1">
                <a:solidFill>
                  <a:srgbClr val="26323C"/>
                </a:solidFill>
                <a:latin typeface="Segoe UI Symbol"/>
                <a:cs typeface="Segoe UI Symbol"/>
              </a:rPr>
              <a:t>Missing</a:t>
            </a:r>
            <a:r>
              <a:rPr dirty="0" sz="600" spc="60" b="1">
                <a:solidFill>
                  <a:srgbClr val="26323C"/>
                </a:solidFill>
                <a:latin typeface="Segoe UI Symbol"/>
                <a:cs typeface="Segoe UI Symbol"/>
              </a:rPr>
              <a:t> </a:t>
            </a:r>
            <a:r>
              <a:rPr dirty="0" sz="600" b="1">
                <a:solidFill>
                  <a:srgbClr val="26323C"/>
                </a:solidFill>
                <a:latin typeface="Segoe UI Symbol"/>
                <a:cs typeface="Segoe UI Symbol"/>
              </a:rPr>
              <a:t>security</a:t>
            </a:r>
            <a:r>
              <a:rPr dirty="0" sz="600" spc="60" b="1">
                <a:solidFill>
                  <a:srgbClr val="26323C"/>
                </a:solidFill>
                <a:latin typeface="Segoe UI Symbol"/>
                <a:cs typeface="Segoe UI Symbol"/>
              </a:rPr>
              <a:t> </a:t>
            </a:r>
            <a:r>
              <a:rPr dirty="0" sz="600" spc="-10" b="1">
                <a:solidFill>
                  <a:srgbClr val="26323C"/>
                </a:solidFill>
                <a:latin typeface="Segoe UI Symbol"/>
                <a:cs typeface="Segoe UI Symbol"/>
              </a:rPr>
              <a:t>headers</a:t>
            </a:r>
            <a:endParaRPr sz="600">
              <a:latin typeface="Segoe UI Symbol"/>
              <a:cs typeface="Segoe UI Symbol"/>
            </a:endParaRPr>
          </a:p>
        </p:txBody>
      </p:sp>
      <p:grpSp>
        <p:nvGrpSpPr>
          <p:cNvPr id="162" name="object 162"/>
          <p:cNvGrpSpPr/>
          <p:nvPr/>
        </p:nvGrpSpPr>
        <p:grpSpPr>
          <a:xfrm>
            <a:off x="3006300" y="8419655"/>
            <a:ext cx="251460" cy="1576070"/>
            <a:chOff x="3006300" y="8419655"/>
            <a:chExt cx="251460" cy="1576070"/>
          </a:xfrm>
        </p:grpSpPr>
        <p:pic>
          <p:nvPicPr>
            <p:cNvPr id="163" name="object 163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065208" y="8419655"/>
              <a:ext cx="132714" cy="276288"/>
            </a:xfrm>
            <a:prstGeom prst="rect">
              <a:avLst/>
            </a:prstGeom>
          </p:spPr>
        </p:pic>
        <p:sp>
          <p:nvSpPr>
            <p:cNvPr id="164" name="object 164"/>
            <p:cNvSpPr/>
            <p:nvPr/>
          </p:nvSpPr>
          <p:spPr>
            <a:xfrm>
              <a:off x="3013328" y="8717661"/>
              <a:ext cx="236854" cy="1270635"/>
            </a:xfrm>
            <a:custGeom>
              <a:avLst/>
              <a:gdLst/>
              <a:ahLst/>
              <a:cxnLst/>
              <a:rect l="l" t="t" r="r" b="b"/>
              <a:pathLst>
                <a:path w="236855" h="1270634">
                  <a:moveTo>
                    <a:pt x="161670" y="0"/>
                  </a:moveTo>
                  <a:lnTo>
                    <a:pt x="76009" y="0"/>
                  </a:lnTo>
                  <a:lnTo>
                    <a:pt x="46577" y="6165"/>
                  </a:lnTo>
                  <a:lnTo>
                    <a:pt x="22497" y="22489"/>
                  </a:lnTo>
                  <a:lnTo>
                    <a:pt x="6171" y="46571"/>
                  </a:lnTo>
                  <a:lnTo>
                    <a:pt x="0" y="76009"/>
                  </a:lnTo>
                  <a:lnTo>
                    <a:pt x="0" y="1194434"/>
                  </a:lnTo>
                  <a:lnTo>
                    <a:pt x="6171" y="1224041"/>
                  </a:lnTo>
                  <a:lnTo>
                    <a:pt x="22497" y="1248177"/>
                  </a:lnTo>
                  <a:lnTo>
                    <a:pt x="46577" y="1264444"/>
                  </a:lnTo>
                  <a:lnTo>
                    <a:pt x="76009" y="1270444"/>
                  </a:lnTo>
                  <a:lnTo>
                    <a:pt x="161670" y="1270444"/>
                  </a:lnTo>
                  <a:lnTo>
                    <a:pt x="190794" y="1264444"/>
                  </a:lnTo>
                  <a:lnTo>
                    <a:pt x="214643" y="1248177"/>
                  </a:lnTo>
                  <a:lnTo>
                    <a:pt x="230707" y="1224041"/>
                  </a:lnTo>
                  <a:lnTo>
                    <a:pt x="236473" y="1194434"/>
                  </a:lnTo>
                  <a:lnTo>
                    <a:pt x="236473" y="76009"/>
                  </a:lnTo>
                  <a:lnTo>
                    <a:pt x="230707" y="46571"/>
                  </a:lnTo>
                  <a:lnTo>
                    <a:pt x="214643" y="22489"/>
                  </a:lnTo>
                  <a:lnTo>
                    <a:pt x="190794" y="6165"/>
                  </a:lnTo>
                  <a:lnTo>
                    <a:pt x="161670" y="0"/>
                  </a:lnTo>
                  <a:close/>
                </a:path>
              </a:pathLst>
            </a:custGeom>
            <a:solidFill>
              <a:srgbClr val="D9F9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3006300" y="8712735"/>
              <a:ext cx="251460" cy="1282700"/>
            </a:xfrm>
            <a:custGeom>
              <a:avLst/>
              <a:gdLst/>
              <a:ahLst/>
              <a:cxnLst/>
              <a:rect l="l" t="t" r="r" b="b"/>
              <a:pathLst>
                <a:path w="251460" h="1282700">
                  <a:moveTo>
                    <a:pt x="214515" y="1269999"/>
                  </a:moveTo>
                  <a:lnTo>
                    <a:pt x="36697" y="1269999"/>
                  </a:lnTo>
                  <a:lnTo>
                    <a:pt x="39775" y="1282699"/>
                  </a:lnTo>
                  <a:lnTo>
                    <a:pt x="211137" y="1282699"/>
                  </a:lnTo>
                  <a:lnTo>
                    <a:pt x="214515" y="1269999"/>
                  </a:lnTo>
                  <a:close/>
                </a:path>
                <a:path w="251460" h="1282700">
                  <a:moveTo>
                    <a:pt x="44842" y="1257299"/>
                  </a:moveTo>
                  <a:lnTo>
                    <a:pt x="21375" y="1257299"/>
                  </a:lnTo>
                  <a:lnTo>
                    <a:pt x="24119" y="1269999"/>
                  </a:lnTo>
                  <a:lnTo>
                    <a:pt x="47908" y="1269999"/>
                  </a:lnTo>
                  <a:lnTo>
                    <a:pt x="44842" y="1257299"/>
                  </a:lnTo>
                  <a:close/>
                </a:path>
                <a:path w="251460" h="1282700">
                  <a:moveTo>
                    <a:pt x="229607" y="1257299"/>
                  </a:moveTo>
                  <a:lnTo>
                    <a:pt x="206382" y="1257299"/>
                  </a:lnTo>
                  <a:lnTo>
                    <a:pt x="203315" y="1269999"/>
                  </a:lnTo>
                  <a:lnTo>
                    <a:pt x="227103" y="1269999"/>
                  </a:lnTo>
                  <a:lnTo>
                    <a:pt x="229607" y="1257299"/>
                  </a:lnTo>
                  <a:close/>
                </a:path>
                <a:path w="251460" h="1282700">
                  <a:moveTo>
                    <a:pt x="30393" y="1244599"/>
                  </a:moveTo>
                  <a:lnTo>
                    <a:pt x="11833" y="1244599"/>
                  </a:lnTo>
                  <a:lnTo>
                    <a:pt x="13995" y="1257299"/>
                  </a:lnTo>
                  <a:lnTo>
                    <a:pt x="32777" y="1257299"/>
                  </a:lnTo>
                  <a:lnTo>
                    <a:pt x="30393" y="1244599"/>
                  </a:lnTo>
                  <a:close/>
                </a:path>
                <a:path w="251460" h="1282700">
                  <a:moveTo>
                    <a:pt x="239199" y="1244599"/>
                  </a:moveTo>
                  <a:lnTo>
                    <a:pt x="220830" y="1244599"/>
                  </a:lnTo>
                  <a:lnTo>
                    <a:pt x="218447" y="1257299"/>
                  </a:lnTo>
                  <a:lnTo>
                    <a:pt x="237027" y="1257299"/>
                  </a:lnTo>
                  <a:lnTo>
                    <a:pt x="239199" y="1244599"/>
                  </a:lnTo>
                  <a:close/>
                </a:path>
                <a:path w="251460" h="1282700">
                  <a:moveTo>
                    <a:pt x="21596" y="1231899"/>
                  </a:moveTo>
                  <a:lnTo>
                    <a:pt x="4866" y="1231899"/>
                  </a:lnTo>
                  <a:lnTo>
                    <a:pt x="6494" y="1244599"/>
                  </a:lnTo>
                  <a:lnTo>
                    <a:pt x="23265" y="1244599"/>
                  </a:lnTo>
                  <a:lnTo>
                    <a:pt x="21596" y="1231899"/>
                  </a:lnTo>
                  <a:close/>
                </a:path>
                <a:path w="251460" h="1282700">
                  <a:moveTo>
                    <a:pt x="246226" y="1231899"/>
                  </a:moveTo>
                  <a:lnTo>
                    <a:pt x="229627" y="1231899"/>
                  </a:lnTo>
                  <a:lnTo>
                    <a:pt x="227958" y="1244599"/>
                  </a:lnTo>
                  <a:lnTo>
                    <a:pt x="244729" y="1244599"/>
                  </a:lnTo>
                  <a:lnTo>
                    <a:pt x="246226" y="1231899"/>
                  </a:lnTo>
                  <a:close/>
                </a:path>
                <a:path w="251460" h="1282700">
                  <a:moveTo>
                    <a:pt x="17062" y="1219199"/>
                  </a:moveTo>
                  <a:lnTo>
                    <a:pt x="1609" y="1219199"/>
                  </a:lnTo>
                  <a:lnTo>
                    <a:pt x="2453" y="1231899"/>
                  </a:lnTo>
                  <a:lnTo>
                    <a:pt x="17966" y="1231899"/>
                  </a:lnTo>
                  <a:lnTo>
                    <a:pt x="17062" y="1219199"/>
                  </a:lnTo>
                  <a:close/>
                </a:path>
                <a:path w="251460" h="1282700">
                  <a:moveTo>
                    <a:pt x="249685" y="1219199"/>
                  </a:moveTo>
                  <a:lnTo>
                    <a:pt x="234071" y="1219199"/>
                  </a:lnTo>
                  <a:lnTo>
                    <a:pt x="233146" y="1231899"/>
                  </a:lnTo>
                  <a:lnTo>
                    <a:pt x="248759" y="1231899"/>
                  </a:lnTo>
                  <a:lnTo>
                    <a:pt x="249685" y="1219199"/>
                  </a:lnTo>
                  <a:close/>
                </a:path>
                <a:path w="251460" h="1282700">
                  <a:moveTo>
                    <a:pt x="15332" y="76199"/>
                  </a:moveTo>
                  <a:lnTo>
                    <a:pt x="292" y="76199"/>
                  </a:lnTo>
                  <a:lnTo>
                    <a:pt x="0" y="88899"/>
                  </a:lnTo>
                  <a:lnTo>
                    <a:pt x="0" y="1206499"/>
                  </a:lnTo>
                  <a:lnTo>
                    <a:pt x="332" y="1219199"/>
                  </a:lnTo>
                  <a:lnTo>
                    <a:pt x="15332" y="1219199"/>
                  </a:lnTo>
                  <a:lnTo>
                    <a:pt x="15041" y="1206499"/>
                  </a:lnTo>
                  <a:lnTo>
                    <a:pt x="14960" y="88899"/>
                  </a:lnTo>
                  <a:lnTo>
                    <a:pt x="15332" y="76199"/>
                  </a:lnTo>
                  <a:close/>
                </a:path>
                <a:path w="251460" h="1282700">
                  <a:moveTo>
                    <a:pt x="15293" y="1206499"/>
                  </a:moveTo>
                  <a:lnTo>
                    <a:pt x="15332" y="1219199"/>
                  </a:lnTo>
                  <a:lnTo>
                    <a:pt x="15714" y="1219199"/>
                  </a:lnTo>
                  <a:lnTo>
                    <a:pt x="15293" y="1206499"/>
                  </a:lnTo>
                  <a:close/>
                </a:path>
                <a:path w="251460" h="1282700">
                  <a:moveTo>
                    <a:pt x="235931" y="1206499"/>
                  </a:moveTo>
                  <a:lnTo>
                    <a:pt x="235449" y="1219199"/>
                  </a:lnTo>
                  <a:lnTo>
                    <a:pt x="235891" y="1219199"/>
                  </a:lnTo>
                  <a:lnTo>
                    <a:pt x="235931" y="1206499"/>
                  </a:lnTo>
                  <a:close/>
                </a:path>
                <a:path w="251460" h="1282700">
                  <a:moveTo>
                    <a:pt x="250892" y="76199"/>
                  </a:moveTo>
                  <a:lnTo>
                    <a:pt x="235931" y="76199"/>
                  </a:lnTo>
                  <a:lnTo>
                    <a:pt x="236183" y="88899"/>
                  </a:lnTo>
                  <a:lnTo>
                    <a:pt x="236253" y="1206499"/>
                  </a:lnTo>
                  <a:lnTo>
                    <a:pt x="235891" y="1219199"/>
                  </a:lnTo>
                  <a:lnTo>
                    <a:pt x="250892" y="1219199"/>
                  </a:lnTo>
                  <a:lnTo>
                    <a:pt x="251213" y="1206499"/>
                  </a:lnTo>
                  <a:lnTo>
                    <a:pt x="251213" y="88899"/>
                  </a:lnTo>
                  <a:lnTo>
                    <a:pt x="250892" y="76199"/>
                  </a:lnTo>
                  <a:close/>
                </a:path>
                <a:path w="251460" h="1282700">
                  <a:moveTo>
                    <a:pt x="18077" y="63499"/>
                  </a:moveTo>
                  <a:lnTo>
                    <a:pt x="2453" y="63499"/>
                  </a:lnTo>
                  <a:lnTo>
                    <a:pt x="1609" y="76199"/>
                  </a:lnTo>
                  <a:lnTo>
                    <a:pt x="17152" y="76199"/>
                  </a:lnTo>
                  <a:lnTo>
                    <a:pt x="18077" y="63499"/>
                  </a:lnTo>
                  <a:close/>
                </a:path>
                <a:path w="251460" h="1282700">
                  <a:moveTo>
                    <a:pt x="248669" y="63499"/>
                  </a:moveTo>
                  <a:lnTo>
                    <a:pt x="233257" y="63499"/>
                  </a:lnTo>
                  <a:lnTo>
                    <a:pt x="234161" y="76199"/>
                  </a:lnTo>
                  <a:lnTo>
                    <a:pt x="249685" y="76199"/>
                  </a:lnTo>
                  <a:lnTo>
                    <a:pt x="248669" y="63499"/>
                  </a:lnTo>
                  <a:close/>
                </a:path>
                <a:path w="251460" h="1282700">
                  <a:moveTo>
                    <a:pt x="23265" y="50799"/>
                  </a:moveTo>
                  <a:lnTo>
                    <a:pt x="6494" y="50799"/>
                  </a:lnTo>
                  <a:lnTo>
                    <a:pt x="4997" y="63499"/>
                  </a:lnTo>
                  <a:lnTo>
                    <a:pt x="21596" y="63499"/>
                  </a:lnTo>
                  <a:lnTo>
                    <a:pt x="23265" y="50799"/>
                  </a:lnTo>
                  <a:close/>
                </a:path>
                <a:path w="251460" h="1282700">
                  <a:moveTo>
                    <a:pt x="244869" y="50799"/>
                  </a:moveTo>
                  <a:lnTo>
                    <a:pt x="227958" y="50799"/>
                  </a:lnTo>
                  <a:lnTo>
                    <a:pt x="229627" y="63499"/>
                  </a:lnTo>
                  <a:lnTo>
                    <a:pt x="246226" y="63499"/>
                  </a:lnTo>
                  <a:lnTo>
                    <a:pt x="244869" y="50799"/>
                  </a:lnTo>
                  <a:close/>
                </a:path>
                <a:path w="251460" h="1282700">
                  <a:moveTo>
                    <a:pt x="30624" y="38099"/>
                  </a:moveTo>
                  <a:lnTo>
                    <a:pt x="12025" y="38099"/>
                  </a:lnTo>
                  <a:lnTo>
                    <a:pt x="10013" y="50799"/>
                  </a:lnTo>
                  <a:lnTo>
                    <a:pt x="28383" y="50799"/>
                  </a:lnTo>
                  <a:lnTo>
                    <a:pt x="30624" y="38099"/>
                  </a:lnTo>
                  <a:close/>
                </a:path>
                <a:path w="251460" h="1282700">
                  <a:moveTo>
                    <a:pt x="239199" y="38099"/>
                  </a:moveTo>
                  <a:lnTo>
                    <a:pt x="220599" y="38099"/>
                  </a:lnTo>
                  <a:lnTo>
                    <a:pt x="222840" y="50799"/>
                  </a:lnTo>
                  <a:lnTo>
                    <a:pt x="241381" y="50799"/>
                  </a:lnTo>
                  <a:lnTo>
                    <a:pt x="239199" y="38099"/>
                  </a:lnTo>
                  <a:close/>
                </a:path>
                <a:path w="251460" h="1282700">
                  <a:moveTo>
                    <a:pt x="45143" y="25399"/>
                  </a:moveTo>
                  <a:lnTo>
                    <a:pt x="21616" y="25399"/>
                  </a:lnTo>
                  <a:lnTo>
                    <a:pt x="18992" y="38099"/>
                  </a:lnTo>
                  <a:lnTo>
                    <a:pt x="42177" y="38099"/>
                  </a:lnTo>
                  <a:lnTo>
                    <a:pt x="45143" y="25399"/>
                  </a:lnTo>
                  <a:close/>
                </a:path>
                <a:path w="251460" h="1282700">
                  <a:moveTo>
                    <a:pt x="229848" y="25399"/>
                  </a:moveTo>
                  <a:lnTo>
                    <a:pt x="206080" y="25399"/>
                  </a:lnTo>
                  <a:lnTo>
                    <a:pt x="209047" y="38099"/>
                  </a:lnTo>
                  <a:lnTo>
                    <a:pt x="232453" y="38099"/>
                  </a:lnTo>
                  <a:lnTo>
                    <a:pt x="229848" y="25399"/>
                  </a:lnTo>
                  <a:close/>
                </a:path>
                <a:path w="251460" h="1282700">
                  <a:moveTo>
                    <a:pt x="214817" y="12699"/>
                  </a:moveTo>
                  <a:lnTo>
                    <a:pt x="36697" y="12699"/>
                  </a:lnTo>
                  <a:lnTo>
                    <a:pt x="33149" y="25399"/>
                  </a:lnTo>
                  <a:lnTo>
                    <a:pt x="218075" y="25399"/>
                  </a:lnTo>
                  <a:lnTo>
                    <a:pt x="214817" y="12699"/>
                  </a:lnTo>
                  <a:close/>
                </a:path>
                <a:path w="251460" h="1282700">
                  <a:moveTo>
                    <a:pt x="184725" y="0"/>
                  </a:moveTo>
                  <a:lnTo>
                    <a:pt x="66126" y="0"/>
                  </a:lnTo>
                  <a:lnTo>
                    <a:pt x="62095" y="12699"/>
                  </a:lnTo>
                  <a:lnTo>
                    <a:pt x="188757" y="12699"/>
                  </a:lnTo>
                  <a:lnTo>
                    <a:pt x="184725" y="0"/>
                  </a:lnTo>
                  <a:close/>
                </a:path>
              </a:pathLst>
            </a:custGeom>
            <a:solidFill>
              <a:srgbClr val="52C98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6" name="object 166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032191" y="8811768"/>
              <a:ext cx="199444" cy="201364"/>
            </a:xfrm>
            <a:prstGeom prst="rect">
              <a:avLst/>
            </a:prstGeom>
          </p:spPr>
        </p:pic>
      </p:grpSp>
      <p:sp>
        <p:nvSpPr>
          <p:cNvPr id="167" name="object 167"/>
          <p:cNvSpPr txBox="1"/>
          <p:nvPr/>
        </p:nvSpPr>
        <p:spPr>
          <a:xfrm>
            <a:off x="3071009" y="9048984"/>
            <a:ext cx="126364" cy="865505"/>
          </a:xfrm>
          <a:prstGeom prst="rect">
            <a:avLst/>
          </a:prstGeom>
        </p:spPr>
        <p:txBody>
          <a:bodyPr wrap="square" lIns="0" tIns="1841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600" b="1">
                <a:solidFill>
                  <a:srgbClr val="1F2937"/>
                </a:solidFill>
                <a:latin typeface="Segoe UI Symbol"/>
                <a:cs typeface="Segoe UI Symbol"/>
              </a:rPr>
              <a:t>Harden</a:t>
            </a:r>
            <a:r>
              <a:rPr dirty="0" sz="600" spc="60" b="1">
                <a:solidFill>
                  <a:srgbClr val="1F2937"/>
                </a:solidFill>
                <a:latin typeface="Segoe UI Symbol"/>
                <a:cs typeface="Segoe UI Symbol"/>
              </a:rPr>
              <a:t> </a:t>
            </a:r>
            <a:r>
              <a:rPr dirty="0" sz="600" b="1">
                <a:solidFill>
                  <a:srgbClr val="1F2937"/>
                </a:solidFill>
                <a:latin typeface="Segoe UI Symbol"/>
                <a:cs typeface="Segoe UI Symbol"/>
              </a:rPr>
              <a:t>security</a:t>
            </a:r>
            <a:r>
              <a:rPr dirty="0" sz="600" spc="55" b="1">
                <a:solidFill>
                  <a:srgbClr val="1F2937"/>
                </a:solidFill>
                <a:latin typeface="Segoe UI Symbol"/>
                <a:cs typeface="Segoe UI Symbol"/>
              </a:rPr>
              <a:t> </a:t>
            </a:r>
            <a:r>
              <a:rPr dirty="0" sz="600" spc="-10" b="1">
                <a:solidFill>
                  <a:srgbClr val="1F2937"/>
                </a:solidFill>
                <a:latin typeface="Segoe UI Symbol"/>
                <a:cs typeface="Segoe UI Symbol"/>
              </a:rPr>
              <a:t>headers</a:t>
            </a:r>
            <a:endParaRPr sz="600">
              <a:latin typeface="Segoe UI Symbol"/>
              <a:cs typeface="Segoe UI Symbol"/>
            </a:endParaRPr>
          </a:p>
        </p:txBody>
      </p:sp>
      <p:grpSp>
        <p:nvGrpSpPr>
          <p:cNvPr id="168" name="object 168"/>
          <p:cNvGrpSpPr/>
          <p:nvPr/>
        </p:nvGrpSpPr>
        <p:grpSpPr>
          <a:xfrm>
            <a:off x="2747768" y="7137972"/>
            <a:ext cx="251460" cy="1270000"/>
            <a:chOff x="2747768" y="7137972"/>
            <a:chExt cx="251460" cy="1270000"/>
          </a:xfrm>
        </p:grpSpPr>
        <p:sp>
          <p:nvSpPr>
            <p:cNvPr id="169" name="object 169"/>
            <p:cNvSpPr/>
            <p:nvPr/>
          </p:nvSpPr>
          <p:spPr>
            <a:xfrm>
              <a:off x="2755137" y="7141972"/>
              <a:ext cx="236854" cy="1258570"/>
            </a:xfrm>
            <a:custGeom>
              <a:avLst/>
              <a:gdLst/>
              <a:ahLst/>
              <a:cxnLst/>
              <a:rect l="l" t="t" r="r" b="b"/>
              <a:pathLst>
                <a:path w="236855" h="1258570">
                  <a:moveTo>
                    <a:pt x="160464" y="0"/>
                  </a:moveTo>
                  <a:lnTo>
                    <a:pt x="76009" y="0"/>
                  </a:lnTo>
                  <a:lnTo>
                    <a:pt x="46380" y="5849"/>
                  </a:lnTo>
                  <a:lnTo>
                    <a:pt x="22237" y="22067"/>
                  </a:lnTo>
                  <a:lnTo>
                    <a:pt x="5978" y="46254"/>
                  </a:lnTo>
                  <a:lnTo>
                    <a:pt x="0" y="76009"/>
                  </a:lnTo>
                  <a:lnTo>
                    <a:pt x="0" y="1182370"/>
                  </a:lnTo>
                  <a:lnTo>
                    <a:pt x="5978" y="1212140"/>
                  </a:lnTo>
                  <a:lnTo>
                    <a:pt x="22237" y="1236330"/>
                  </a:lnTo>
                  <a:lnTo>
                    <a:pt x="46380" y="1252542"/>
                  </a:lnTo>
                  <a:lnTo>
                    <a:pt x="76009" y="1258379"/>
                  </a:lnTo>
                  <a:lnTo>
                    <a:pt x="160464" y="1258379"/>
                  </a:lnTo>
                  <a:lnTo>
                    <a:pt x="190093" y="1252542"/>
                  </a:lnTo>
                  <a:lnTo>
                    <a:pt x="214236" y="1236330"/>
                  </a:lnTo>
                  <a:lnTo>
                    <a:pt x="230495" y="1212140"/>
                  </a:lnTo>
                  <a:lnTo>
                    <a:pt x="236474" y="1182370"/>
                  </a:lnTo>
                  <a:lnTo>
                    <a:pt x="236474" y="76009"/>
                  </a:lnTo>
                  <a:lnTo>
                    <a:pt x="230495" y="46254"/>
                  </a:lnTo>
                  <a:lnTo>
                    <a:pt x="214236" y="22067"/>
                  </a:lnTo>
                  <a:lnTo>
                    <a:pt x="190093" y="5849"/>
                  </a:lnTo>
                  <a:lnTo>
                    <a:pt x="160464" y="0"/>
                  </a:lnTo>
                  <a:close/>
                </a:path>
              </a:pathLst>
            </a:custGeom>
            <a:solidFill>
              <a:srgbClr val="FEE7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2747768" y="7137972"/>
              <a:ext cx="251460" cy="1270000"/>
            </a:xfrm>
            <a:custGeom>
              <a:avLst/>
              <a:gdLst/>
              <a:ahLst/>
              <a:cxnLst/>
              <a:rect l="l" t="t" r="r" b="b"/>
              <a:pathLst>
                <a:path w="251460" h="1270000">
                  <a:moveTo>
                    <a:pt x="214515" y="1257299"/>
                  </a:moveTo>
                  <a:lnTo>
                    <a:pt x="36395" y="1257299"/>
                  </a:lnTo>
                  <a:lnTo>
                    <a:pt x="39763" y="1269999"/>
                  </a:lnTo>
                  <a:lnTo>
                    <a:pt x="211449" y="1269999"/>
                  </a:lnTo>
                  <a:lnTo>
                    <a:pt x="214515" y="1257299"/>
                  </a:lnTo>
                  <a:close/>
                </a:path>
                <a:path w="251460" h="1270000">
                  <a:moveTo>
                    <a:pt x="44841" y="1244599"/>
                  </a:moveTo>
                  <a:lnTo>
                    <a:pt x="21365" y="1244599"/>
                  </a:lnTo>
                  <a:lnTo>
                    <a:pt x="24371" y="1257299"/>
                  </a:lnTo>
                  <a:lnTo>
                    <a:pt x="47908" y="1257299"/>
                  </a:lnTo>
                  <a:lnTo>
                    <a:pt x="44841" y="1244599"/>
                  </a:lnTo>
                  <a:close/>
                </a:path>
                <a:path w="251460" h="1270000">
                  <a:moveTo>
                    <a:pt x="229607" y="1244599"/>
                  </a:moveTo>
                  <a:lnTo>
                    <a:pt x="206372" y="1244599"/>
                  </a:lnTo>
                  <a:lnTo>
                    <a:pt x="203305" y="1257299"/>
                  </a:lnTo>
                  <a:lnTo>
                    <a:pt x="226842" y="1257299"/>
                  </a:lnTo>
                  <a:lnTo>
                    <a:pt x="229607" y="1244599"/>
                  </a:lnTo>
                  <a:close/>
                </a:path>
                <a:path w="251460" h="1270000">
                  <a:moveTo>
                    <a:pt x="30393" y="1231899"/>
                  </a:moveTo>
                  <a:lnTo>
                    <a:pt x="11833" y="1231899"/>
                  </a:lnTo>
                  <a:lnTo>
                    <a:pt x="13985" y="1244599"/>
                  </a:lnTo>
                  <a:lnTo>
                    <a:pt x="32767" y="1244599"/>
                  </a:lnTo>
                  <a:lnTo>
                    <a:pt x="30393" y="1231899"/>
                  </a:lnTo>
                  <a:close/>
                </a:path>
                <a:path w="251460" h="1270000">
                  <a:moveTo>
                    <a:pt x="239189" y="1231899"/>
                  </a:moveTo>
                  <a:lnTo>
                    <a:pt x="220819" y="1231899"/>
                  </a:lnTo>
                  <a:lnTo>
                    <a:pt x="218446" y="1244599"/>
                  </a:lnTo>
                  <a:lnTo>
                    <a:pt x="237228" y="1244599"/>
                  </a:lnTo>
                  <a:lnTo>
                    <a:pt x="239189" y="1231899"/>
                  </a:lnTo>
                  <a:close/>
                </a:path>
                <a:path w="251460" h="1270000">
                  <a:moveTo>
                    <a:pt x="21586" y="1219199"/>
                  </a:moveTo>
                  <a:lnTo>
                    <a:pt x="6343" y="1219199"/>
                  </a:lnTo>
                  <a:lnTo>
                    <a:pt x="8003" y="1231899"/>
                  </a:lnTo>
                  <a:lnTo>
                    <a:pt x="23265" y="1231899"/>
                  </a:lnTo>
                  <a:lnTo>
                    <a:pt x="21586" y="1219199"/>
                  </a:lnTo>
                  <a:close/>
                </a:path>
                <a:path w="251460" h="1270000">
                  <a:moveTo>
                    <a:pt x="244868" y="1219199"/>
                  </a:moveTo>
                  <a:lnTo>
                    <a:pt x="229627" y="1219199"/>
                  </a:lnTo>
                  <a:lnTo>
                    <a:pt x="227958" y="1231899"/>
                  </a:lnTo>
                  <a:lnTo>
                    <a:pt x="243050" y="1231899"/>
                  </a:lnTo>
                  <a:lnTo>
                    <a:pt x="244868" y="1219199"/>
                  </a:lnTo>
                  <a:close/>
                </a:path>
                <a:path w="251460" h="1270000">
                  <a:moveTo>
                    <a:pt x="17052" y="1206499"/>
                  </a:moveTo>
                  <a:lnTo>
                    <a:pt x="1527" y="1206499"/>
                  </a:lnTo>
                  <a:lnTo>
                    <a:pt x="2543" y="1219199"/>
                  </a:lnTo>
                  <a:lnTo>
                    <a:pt x="17966" y="1219199"/>
                  </a:lnTo>
                  <a:lnTo>
                    <a:pt x="17052" y="1206499"/>
                  </a:lnTo>
                  <a:close/>
                </a:path>
                <a:path w="251460" h="1270000">
                  <a:moveTo>
                    <a:pt x="249685" y="1206499"/>
                  </a:moveTo>
                  <a:lnTo>
                    <a:pt x="234061" y="1206499"/>
                  </a:lnTo>
                  <a:lnTo>
                    <a:pt x="233136" y="1219199"/>
                  </a:lnTo>
                  <a:lnTo>
                    <a:pt x="248759" y="1219199"/>
                  </a:lnTo>
                  <a:lnTo>
                    <a:pt x="249685" y="1206499"/>
                  </a:lnTo>
                  <a:close/>
                </a:path>
                <a:path w="251460" h="1270000">
                  <a:moveTo>
                    <a:pt x="15060" y="76199"/>
                  </a:moveTo>
                  <a:lnTo>
                    <a:pt x="0" y="76199"/>
                  </a:lnTo>
                  <a:lnTo>
                    <a:pt x="0" y="1193799"/>
                  </a:lnTo>
                  <a:lnTo>
                    <a:pt x="331" y="1206499"/>
                  </a:lnTo>
                  <a:lnTo>
                    <a:pt x="15332" y="1206499"/>
                  </a:lnTo>
                  <a:lnTo>
                    <a:pt x="15040" y="1193799"/>
                  </a:lnTo>
                  <a:lnTo>
                    <a:pt x="15060" y="76199"/>
                  </a:lnTo>
                  <a:close/>
                </a:path>
                <a:path w="251460" h="1270000">
                  <a:moveTo>
                    <a:pt x="15292" y="1193799"/>
                  </a:moveTo>
                  <a:lnTo>
                    <a:pt x="15332" y="1206499"/>
                  </a:lnTo>
                  <a:lnTo>
                    <a:pt x="15714" y="1206499"/>
                  </a:lnTo>
                  <a:lnTo>
                    <a:pt x="15292" y="1193799"/>
                  </a:lnTo>
                  <a:close/>
                </a:path>
                <a:path w="251460" h="1270000">
                  <a:moveTo>
                    <a:pt x="235921" y="1193799"/>
                  </a:moveTo>
                  <a:lnTo>
                    <a:pt x="235438" y="1206499"/>
                  </a:lnTo>
                  <a:lnTo>
                    <a:pt x="235880" y="1206499"/>
                  </a:lnTo>
                  <a:lnTo>
                    <a:pt x="235921" y="1193799"/>
                  </a:lnTo>
                  <a:close/>
                </a:path>
                <a:path w="251460" h="1270000">
                  <a:moveTo>
                    <a:pt x="251213" y="76199"/>
                  </a:moveTo>
                  <a:lnTo>
                    <a:pt x="236173" y="76199"/>
                  </a:lnTo>
                  <a:lnTo>
                    <a:pt x="236253" y="1193799"/>
                  </a:lnTo>
                  <a:lnTo>
                    <a:pt x="235880" y="1206499"/>
                  </a:lnTo>
                  <a:lnTo>
                    <a:pt x="250921" y="1206499"/>
                  </a:lnTo>
                  <a:lnTo>
                    <a:pt x="251213" y="1193799"/>
                  </a:lnTo>
                  <a:lnTo>
                    <a:pt x="251213" y="76199"/>
                  </a:lnTo>
                  <a:close/>
                </a:path>
                <a:path w="251460" h="1270000">
                  <a:moveTo>
                    <a:pt x="17152" y="63499"/>
                  </a:moveTo>
                  <a:lnTo>
                    <a:pt x="1527" y="63499"/>
                  </a:lnTo>
                  <a:lnTo>
                    <a:pt x="864" y="76199"/>
                  </a:lnTo>
                  <a:lnTo>
                    <a:pt x="16377" y="76199"/>
                  </a:lnTo>
                  <a:lnTo>
                    <a:pt x="17152" y="63499"/>
                  </a:lnTo>
                  <a:close/>
                </a:path>
                <a:path w="251460" h="1270000">
                  <a:moveTo>
                    <a:pt x="249685" y="63499"/>
                  </a:moveTo>
                  <a:lnTo>
                    <a:pt x="234161" y="63499"/>
                  </a:lnTo>
                  <a:lnTo>
                    <a:pt x="234905" y="76199"/>
                  </a:lnTo>
                  <a:lnTo>
                    <a:pt x="250348" y="76199"/>
                  </a:lnTo>
                  <a:lnTo>
                    <a:pt x="249685" y="63499"/>
                  </a:lnTo>
                  <a:close/>
                </a:path>
                <a:path w="251460" h="1270000">
                  <a:moveTo>
                    <a:pt x="21747" y="50799"/>
                  </a:moveTo>
                  <a:lnTo>
                    <a:pt x="6343" y="50799"/>
                  </a:lnTo>
                  <a:lnTo>
                    <a:pt x="4866" y="63499"/>
                  </a:lnTo>
                  <a:lnTo>
                    <a:pt x="20238" y="63499"/>
                  </a:lnTo>
                  <a:lnTo>
                    <a:pt x="21747" y="50799"/>
                  </a:lnTo>
                  <a:close/>
                </a:path>
                <a:path w="251460" h="1270000">
                  <a:moveTo>
                    <a:pt x="244868" y="50799"/>
                  </a:moveTo>
                  <a:lnTo>
                    <a:pt x="229466" y="50799"/>
                  </a:lnTo>
                  <a:lnTo>
                    <a:pt x="230974" y="63499"/>
                  </a:lnTo>
                  <a:lnTo>
                    <a:pt x="246346" y="63499"/>
                  </a:lnTo>
                  <a:lnTo>
                    <a:pt x="244868" y="50799"/>
                  </a:lnTo>
                  <a:close/>
                </a:path>
                <a:path w="251460" h="1270000">
                  <a:moveTo>
                    <a:pt x="30624" y="38099"/>
                  </a:moveTo>
                  <a:lnTo>
                    <a:pt x="12024" y="38099"/>
                  </a:lnTo>
                  <a:lnTo>
                    <a:pt x="10013" y="50799"/>
                  </a:lnTo>
                  <a:lnTo>
                    <a:pt x="28373" y="50799"/>
                  </a:lnTo>
                  <a:lnTo>
                    <a:pt x="30624" y="38099"/>
                  </a:lnTo>
                  <a:close/>
                </a:path>
                <a:path w="251460" h="1270000">
                  <a:moveTo>
                    <a:pt x="239379" y="38099"/>
                  </a:moveTo>
                  <a:lnTo>
                    <a:pt x="220588" y="38099"/>
                  </a:lnTo>
                  <a:lnTo>
                    <a:pt x="222840" y="50799"/>
                  </a:lnTo>
                  <a:lnTo>
                    <a:pt x="241380" y="50799"/>
                  </a:lnTo>
                  <a:lnTo>
                    <a:pt x="239379" y="38099"/>
                  </a:lnTo>
                  <a:close/>
                </a:path>
                <a:path w="251460" h="1270000">
                  <a:moveTo>
                    <a:pt x="42458" y="25399"/>
                  </a:moveTo>
                  <a:lnTo>
                    <a:pt x="21365" y="25399"/>
                  </a:lnTo>
                  <a:lnTo>
                    <a:pt x="18992" y="38099"/>
                  </a:lnTo>
                  <a:lnTo>
                    <a:pt x="39603" y="38099"/>
                  </a:lnTo>
                  <a:lnTo>
                    <a:pt x="42458" y="25399"/>
                  </a:lnTo>
                  <a:close/>
                </a:path>
                <a:path w="251460" h="1270000">
                  <a:moveTo>
                    <a:pt x="229848" y="25399"/>
                  </a:moveTo>
                  <a:lnTo>
                    <a:pt x="208754" y="25399"/>
                  </a:lnTo>
                  <a:lnTo>
                    <a:pt x="211609" y="38099"/>
                  </a:lnTo>
                  <a:lnTo>
                    <a:pt x="232451" y="38099"/>
                  </a:lnTo>
                  <a:lnTo>
                    <a:pt x="229848" y="25399"/>
                  </a:lnTo>
                  <a:close/>
                </a:path>
                <a:path w="251460" h="1270000">
                  <a:moveTo>
                    <a:pt x="72862" y="12699"/>
                  </a:moveTo>
                  <a:lnTo>
                    <a:pt x="36697" y="12699"/>
                  </a:lnTo>
                  <a:lnTo>
                    <a:pt x="33430" y="25399"/>
                  </a:lnTo>
                  <a:lnTo>
                    <a:pt x="69142" y="25399"/>
                  </a:lnTo>
                  <a:lnTo>
                    <a:pt x="72862" y="12699"/>
                  </a:lnTo>
                  <a:close/>
                </a:path>
                <a:path w="251460" h="1270000">
                  <a:moveTo>
                    <a:pt x="214817" y="12699"/>
                  </a:moveTo>
                  <a:lnTo>
                    <a:pt x="178351" y="12699"/>
                  </a:lnTo>
                  <a:lnTo>
                    <a:pt x="182071" y="25399"/>
                  </a:lnTo>
                  <a:lnTo>
                    <a:pt x="218075" y="25399"/>
                  </a:lnTo>
                  <a:lnTo>
                    <a:pt x="214817" y="12699"/>
                  </a:lnTo>
                  <a:close/>
                </a:path>
                <a:path w="251460" h="1270000">
                  <a:moveTo>
                    <a:pt x="192708" y="0"/>
                  </a:moveTo>
                  <a:lnTo>
                    <a:pt x="62094" y="0"/>
                  </a:lnTo>
                  <a:lnTo>
                    <a:pt x="58153" y="12699"/>
                  </a:lnTo>
                  <a:lnTo>
                    <a:pt x="196931" y="12699"/>
                  </a:lnTo>
                  <a:lnTo>
                    <a:pt x="192708" y="0"/>
                  </a:lnTo>
                  <a:close/>
                </a:path>
              </a:pathLst>
            </a:custGeom>
            <a:solidFill>
              <a:srgbClr val="F2A0B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1" name="object 171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2773658" y="7234872"/>
              <a:ext cx="199434" cy="201998"/>
            </a:xfrm>
            <a:prstGeom prst="rect">
              <a:avLst/>
            </a:prstGeom>
          </p:spPr>
        </p:pic>
        <p:pic>
          <p:nvPicPr>
            <p:cNvPr id="172" name="object 172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2805810" y="7243318"/>
              <a:ext cx="95313" cy="200279"/>
            </a:xfrm>
            <a:prstGeom prst="rect">
              <a:avLst/>
            </a:prstGeom>
          </p:spPr>
        </p:pic>
      </p:grpSp>
      <p:sp>
        <p:nvSpPr>
          <p:cNvPr id="173" name="object 173"/>
          <p:cNvSpPr txBox="1"/>
          <p:nvPr/>
        </p:nvSpPr>
        <p:spPr>
          <a:xfrm>
            <a:off x="2812476" y="7487673"/>
            <a:ext cx="126364" cy="525780"/>
          </a:xfrm>
          <a:prstGeom prst="rect">
            <a:avLst/>
          </a:prstGeom>
        </p:spPr>
        <p:txBody>
          <a:bodyPr wrap="square" lIns="0" tIns="1841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600" b="1">
                <a:solidFill>
                  <a:srgbClr val="26323C"/>
                </a:solidFill>
                <a:latin typeface="Segoe UI Symbol"/>
                <a:cs typeface="Segoe UI Symbol"/>
              </a:rPr>
              <a:t>Data</a:t>
            </a:r>
            <a:r>
              <a:rPr dirty="0" sz="600" spc="30" b="1">
                <a:solidFill>
                  <a:srgbClr val="26323C"/>
                </a:solidFill>
                <a:latin typeface="Segoe UI Symbol"/>
                <a:cs typeface="Segoe UI Symbol"/>
              </a:rPr>
              <a:t> </a:t>
            </a:r>
            <a:r>
              <a:rPr dirty="0" sz="600" spc="-10" b="1">
                <a:solidFill>
                  <a:srgbClr val="26323C"/>
                </a:solidFill>
                <a:latin typeface="Segoe UI Symbol"/>
                <a:cs typeface="Segoe UI Symbol"/>
              </a:rPr>
              <a:t>exposure</a:t>
            </a:r>
            <a:endParaRPr sz="600">
              <a:latin typeface="Segoe UI Symbol"/>
              <a:cs typeface="Segoe UI Symbol"/>
            </a:endParaRPr>
          </a:p>
        </p:txBody>
      </p:sp>
      <p:grpSp>
        <p:nvGrpSpPr>
          <p:cNvPr id="174" name="object 174"/>
          <p:cNvGrpSpPr/>
          <p:nvPr/>
        </p:nvGrpSpPr>
        <p:grpSpPr>
          <a:xfrm>
            <a:off x="2741815" y="8419655"/>
            <a:ext cx="251460" cy="1576070"/>
            <a:chOff x="2741815" y="8419655"/>
            <a:chExt cx="251460" cy="1576070"/>
          </a:xfrm>
        </p:grpSpPr>
        <p:pic>
          <p:nvPicPr>
            <p:cNvPr id="175" name="object 17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807017" y="8419655"/>
              <a:ext cx="132714" cy="276288"/>
            </a:xfrm>
            <a:prstGeom prst="rect">
              <a:avLst/>
            </a:prstGeom>
          </p:spPr>
        </p:pic>
        <p:sp>
          <p:nvSpPr>
            <p:cNvPr id="176" name="object 176"/>
            <p:cNvSpPr/>
            <p:nvPr/>
          </p:nvSpPr>
          <p:spPr>
            <a:xfrm>
              <a:off x="2749105" y="8717661"/>
              <a:ext cx="236854" cy="1270635"/>
            </a:xfrm>
            <a:custGeom>
              <a:avLst/>
              <a:gdLst/>
              <a:ahLst/>
              <a:cxnLst/>
              <a:rect l="l" t="t" r="r" b="b"/>
              <a:pathLst>
                <a:path w="236855" h="1270634">
                  <a:moveTo>
                    <a:pt x="160464" y="0"/>
                  </a:moveTo>
                  <a:lnTo>
                    <a:pt x="76009" y="0"/>
                  </a:lnTo>
                  <a:lnTo>
                    <a:pt x="46429" y="6165"/>
                  </a:lnTo>
                  <a:lnTo>
                    <a:pt x="22301" y="22489"/>
                  </a:lnTo>
                  <a:lnTo>
                    <a:pt x="6024" y="46571"/>
                  </a:lnTo>
                  <a:lnTo>
                    <a:pt x="0" y="76009"/>
                  </a:lnTo>
                  <a:lnTo>
                    <a:pt x="0" y="1194434"/>
                  </a:lnTo>
                  <a:lnTo>
                    <a:pt x="6024" y="1224041"/>
                  </a:lnTo>
                  <a:lnTo>
                    <a:pt x="22301" y="1248177"/>
                  </a:lnTo>
                  <a:lnTo>
                    <a:pt x="46429" y="1264444"/>
                  </a:lnTo>
                  <a:lnTo>
                    <a:pt x="76009" y="1270444"/>
                  </a:lnTo>
                  <a:lnTo>
                    <a:pt x="160464" y="1270444"/>
                  </a:lnTo>
                  <a:lnTo>
                    <a:pt x="190138" y="1264444"/>
                  </a:lnTo>
                  <a:lnTo>
                    <a:pt x="214296" y="1248177"/>
                  </a:lnTo>
                  <a:lnTo>
                    <a:pt x="230541" y="1224041"/>
                  </a:lnTo>
                  <a:lnTo>
                    <a:pt x="236474" y="1194434"/>
                  </a:lnTo>
                  <a:lnTo>
                    <a:pt x="236474" y="76009"/>
                  </a:lnTo>
                  <a:lnTo>
                    <a:pt x="230541" y="46571"/>
                  </a:lnTo>
                  <a:lnTo>
                    <a:pt x="214296" y="22489"/>
                  </a:lnTo>
                  <a:lnTo>
                    <a:pt x="190138" y="6165"/>
                  </a:lnTo>
                  <a:lnTo>
                    <a:pt x="160464" y="0"/>
                  </a:lnTo>
                  <a:close/>
                </a:path>
              </a:pathLst>
            </a:custGeom>
            <a:solidFill>
              <a:srgbClr val="D9F9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/>
            <p:cNvSpPr/>
            <p:nvPr/>
          </p:nvSpPr>
          <p:spPr>
            <a:xfrm>
              <a:off x="2741815" y="8712735"/>
              <a:ext cx="251460" cy="1282700"/>
            </a:xfrm>
            <a:custGeom>
              <a:avLst/>
              <a:gdLst/>
              <a:ahLst/>
              <a:cxnLst/>
              <a:rect l="l" t="t" r="r" b="b"/>
              <a:pathLst>
                <a:path w="251460" h="1282700">
                  <a:moveTo>
                    <a:pt x="214515" y="1269999"/>
                  </a:moveTo>
                  <a:lnTo>
                    <a:pt x="36697" y="1269999"/>
                  </a:lnTo>
                  <a:lnTo>
                    <a:pt x="39775" y="1282699"/>
                  </a:lnTo>
                  <a:lnTo>
                    <a:pt x="211137" y="1282699"/>
                  </a:lnTo>
                  <a:lnTo>
                    <a:pt x="214515" y="1269999"/>
                  </a:lnTo>
                  <a:close/>
                </a:path>
                <a:path w="251460" h="1282700">
                  <a:moveTo>
                    <a:pt x="44842" y="1257299"/>
                  </a:moveTo>
                  <a:lnTo>
                    <a:pt x="21375" y="1257299"/>
                  </a:lnTo>
                  <a:lnTo>
                    <a:pt x="24119" y="1269999"/>
                  </a:lnTo>
                  <a:lnTo>
                    <a:pt x="47908" y="1269999"/>
                  </a:lnTo>
                  <a:lnTo>
                    <a:pt x="44842" y="1257299"/>
                  </a:lnTo>
                  <a:close/>
                </a:path>
                <a:path w="251460" h="1282700">
                  <a:moveTo>
                    <a:pt x="229607" y="1257299"/>
                  </a:moveTo>
                  <a:lnTo>
                    <a:pt x="206382" y="1257299"/>
                  </a:lnTo>
                  <a:lnTo>
                    <a:pt x="203305" y="1269999"/>
                  </a:lnTo>
                  <a:lnTo>
                    <a:pt x="227103" y="1269999"/>
                  </a:lnTo>
                  <a:lnTo>
                    <a:pt x="229607" y="1257299"/>
                  </a:lnTo>
                  <a:close/>
                </a:path>
                <a:path w="251460" h="1282700">
                  <a:moveTo>
                    <a:pt x="30393" y="1244599"/>
                  </a:moveTo>
                  <a:lnTo>
                    <a:pt x="11833" y="1244599"/>
                  </a:lnTo>
                  <a:lnTo>
                    <a:pt x="13995" y="1257299"/>
                  </a:lnTo>
                  <a:lnTo>
                    <a:pt x="32777" y="1257299"/>
                  </a:lnTo>
                  <a:lnTo>
                    <a:pt x="30393" y="1244599"/>
                  </a:lnTo>
                  <a:close/>
                </a:path>
                <a:path w="251460" h="1282700">
                  <a:moveTo>
                    <a:pt x="239199" y="1244599"/>
                  </a:moveTo>
                  <a:lnTo>
                    <a:pt x="220830" y="1244599"/>
                  </a:lnTo>
                  <a:lnTo>
                    <a:pt x="218447" y="1257299"/>
                  </a:lnTo>
                  <a:lnTo>
                    <a:pt x="237027" y="1257299"/>
                  </a:lnTo>
                  <a:lnTo>
                    <a:pt x="239199" y="1244599"/>
                  </a:lnTo>
                  <a:close/>
                </a:path>
                <a:path w="251460" h="1282700">
                  <a:moveTo>
                    <a:pt x="21596" y="1231899"/>
                  </a:moveTo>
                  <a:lnTo>
                    <a:pt x="6355" y="1231899"/>
                  </a:lnTo>
                  <a:lnTo>
                    <a:pt x="8013" y="1244599"/>
                  </a:lnTo>
                  <a:lnTo>
                    <a:pt x="23266" y="1244599"/>
                  </a:lnTo>
                  <a:lnTo>
                    <a:pt x="21596" y="1231899"/>
                  </a:lnTo>
                  <a:close/>
                </a:path>
                <a:path w="251460" h="1282700">
                  <a:moveTo>
                    <a:pt x="246227" y="1231899"/>
                  </a:moveTo>
                  <a:lnTo>
                    <a:pt x="229627" y="1231899"/>
                  </a:lnTo>
                  <a:lnTo>
                    <a:pt x="227958" y="1244599"/>
                  </a:lnTo>
                  <a:lnTo>
                    <a:pt x="244729" y="1244599"/>
                  </a:lnTo>
                  <a:lnTo>
                    <a:pt x="246227" y="1231899"/>
                  </a:lnTo>
                  <a:close/>
                </a:path>
                <a:path w="251460" h="1282700">
                  <a:moveTo>
                    <a:pt x="17062" y="1219199"/>
                  </a:moveTo>
                  <a:lnTo>
                    <a:pt x="1609" y="1219199"/>
                  </a:lnTo>
                  <a:lnTo>
                    <a:pt x="2453" y="1231899"/>
                  </a:lnTo>
                  <a:lnTo>
                    <a:pt x="17966" y="1231899"/>
                  </a:lnTo>
                  <a:lnTo>
                    <a:pt x="17062" y="1219199"/>
                  </a:lnTo>
                  <a:close/>
                </a:path>
                <a:path w="251460" h="1282700">
                  <a:moveTo>
                    <a:pt x="249685" y="1219199"/>
                  </a:moveTo>
                  <a:lnTo>
                    <a:pt x="234071" y="1219199"/>
                  </a:lnTo>
                  <a:lnTo>
                    <a:pt x="233146" y="1231899"/>
                  </a:lnTo>
                  <a:lnTo>
                    <a:pt x="248761" y="1231899"/>
                  </a:lnTo>
                  <a:lnTo>
                    <a:pt x="249685" y="1219199"/>
                  </a:lnTo>
                  <a:close/>
                </a:path>
                <a:path w="251460" h="1282700">
                  <a:moveTo>
                    <a:pt x="15332" y="76199"/>
                  </a:moveTo>
                  <a:lnTo>
                    <a:pt x="292" y="76199"/>
                  </a:lnTo>
                  <a:lnTo>
                    <a:pt x="0" y="88899"/>
                  </a:lnTo>
                  <a:lnTo>
                    <a:pt x="0" y="1206499"/>
                  </a:lnTo>
                  <a:lnTo>
                    <a:pt x="332" y="1219199"/>
                  </a:lnTo>
                  <a:lnTo>
                    <a:pt x="15332" y="1219199"/>
                  </a:lnTo>
                  <a:lnTo>
                    <a:pt x="15041" y="1206499"/>
                  </a:lnTo>
                  <a:lnTo>
                    <a:pt x="14960" y="88899"/>
                  </a:lnTo>
                  <a:lnTo>
                    <a:pt x="15332" y="76199"/>
                  </a:lnTo>
                  <a:close/>
                </a:path>
                <a:path w="251460" h="1282700">
                  <a:moveTo>
                    <a:pt x="15293" y="1206499"/>
                  </a:moveTo>
                  <a:lnTo>
                    <a:pt x="15332" y="1219199"/>
                  </a:lnTo>
                  <a:lnTo>
                    <a:pt x="15714" y="1219199"/>
                  </a:lnTo>
                  <a:lnTo>
                    <a:pt x="15293" y="1206499"/>
                  </a:lnTo>
                  <a:close/>
                </a:path>
                <a:path w="251460" h="1282700">
                  <a:moveTo>
                    <a:pt x="235931" y="1206499"/>
                  </a:moveTo>
                  <a:lnTo>
                    <a:pt x="235449" y="1219199"/>
                  </a:lnTo>
                  <a:lnTo>
                    <a:pt x="235891" y="1219199"/>
                  </a:lnTo>
                  <a:lnTo>
                    <a:pt x="235931" y="1206499"/>
                  </a:lnTo>
                  <a:close/>
                </a:path>
                <a:path w="251460" h="1282700">
                  <a:moveTo>
                    <a:pt x="250892" y="76199"/>
                  </a:moveTo>
                  <a:lnTo>
                    <a:pt x="235931" y="76199"/>
                  </a:lnTo>
                  <a:lnTo>
                    <a:pt x="236183" y="88899"/>
                  </a:lnTo>
                  <a:lnTo>
                    <a:pt x="236253" y="1206499"/>
                  </a:lnTo>
                  <a:lnTo>
                    <a:pt x="235891" y="1219199"/>
                  </a:lnTo>
                  <a:lnTo>
                    <a:pt x="250892" y="1219199"/>
                  </a:lnTo>
                  <a:lnTo>
                    <a:pt x="251213" y="1206499"/>
                  </a:lnTo>
                  <a:lnTo>
                    <a:pt x="251213" y="88899"/>
                  </a:lnTo>
                  <a:lnTo>
                    <a:pt x="250892" y="76199"/>
                  </a:lnTo>
                  <a:close/>
                </a:path>
                <a:path w="251460" h="1282700">
                  <a:moveTo>
                    <a:pt x="18078" y="63499"/>
                  </a:moveTo>
                  <a:lnTo>
                    <a:pt x="2453" y="63499"/>
                  </a:lnTo>
                  <a:lnTo>
                    <a:pt x="1609" y="76199"/>
                  </a:lnTo>
                  <a:lnTo>
                    <a:pt x="17152" y="76199"/>
                  </a:lnTo>
                  <a:lnTo>
                    <a:pt x="18078" y="63499"/>
                  </a:lnTo>
                  <a:close/>
                </a:path>
                <a:path w="251460" h="1282700">
                  <a:moveTo>
                    <a:pt x="248669" y="63499"/>
                  </a:moveTo>
                  <a:lnTo>
                    <a:pt x="233257" y="63499"/>
                  </a:lnTo>
                  <a:lnTo>
                    <a:pt x="234162" y="76199"/>
                  </a:lnTo>
                  <a:lnTo>
                    <a:pt x="249605" y="76199"/>
                  </a:lnTo>
                  <a:lnTo>
                    <a:pt x="248669" y="63499"/>
                  </a:lnTo>
                  <a:close/>
                </a:path>
                <a:path w="251460" h="1282700">
                  <a:moveTo>
                    <a:pt x="23266" y="50799"/>
                  </a:moveTo>
                  <a:lnTo>
                    <a:pt x="6496" y="50799"/>
                  </a:lnTo>
                  <a:lnTo>
                    <a:pt x="4997" y="63499"/>
                  </a:lnTo>
                  <a:lnTo>
                    <a:pt x="21596" y="63499"/>
                  </a:lnTo>
                  <a:lnTo>
                    <a:pt x="23266" y="50799"/>
                  </a:lnTo>
                  <a:close/>
                </a:path>
                <a:path w="251460" h="1282700">
                  <a:moveTo>
                    <a:pt x="244869" y="50799"/>
                  </a:moveTo>
                  <a:lnTo>
                    <a:pt x="227958" y="50799"/>
                  </a:lnTo>
                  <a:lnTo>
                    <a:pt x="229627" y="63499"/>
                  </a:lnTo>
                  <a:lnTo>
                    <a:pt x="246227" y="63499"/>
                  </a:lnTo>
                  <a:lnTo>
                    <a:pt x="244869" y="50799"/>
                  </a:lnTo>
                  <a:close/>
                </a:path>
                <a:path w="251460" h="1282700">
                  <a:moveTo>
                    <a:pt x="30626" y="38099"/>
                  </a:moveTo>
                  <a:lnTo>
                    <a:pt x="12025" y="38099"/>
                  </a:lnTo>
                  <a:lnTo>
                    <a:pt x="10013" y="50799"/>
                  </a:lnTo>
                  <a:lnTo>
                    <a:pt x="28383" y="50799"/>
                  </a:lnTo>
                  <a:lnTo>
                    <a:pt x="30626" y="38099"/>
                  </a:lnTo>
                  <a:close/>
                </a:path>
                <a:path w="251460" h="1282700">
                  <a:moveTo>
                    <a:pt x="239199" y="38099"/>
                  </a:moveTo>
                  <a:lnTo>
                    <a:pt x="220599" y="38099"/>
                  </a:lnTo>
                  <a:lnTo>
                    <a:pt x="222840" y="50799"/>
                  </a:lnTo>
                  <a:lnTo>
                    <a:pt x="241381" y="50799"/>
                  </a:lnTo>
                  <a:lnTo>
                    <a:pt x="239199" y="38099"/>
                  </a:lnTo>
                  <a:close/>
                </a:path>
                <a:path w="251460" h="1282700">
                  <a:moveTo>
                    <a:pt x="45143" y="25399"/>
                  </a:moveTo>
                  <a:lnTo>
                    <a:pt x="21616" y="25399"/>
                  </a:lnTo>
                  <a:lnTo>
                    <a:pt x="18992" y="38099"/>
                  </a:lnTo>
                  <a:lnTo>
                    <a:pt x="42177" y="38099"/>
                  </a:lnTo>
                  <a:lnTo>
                    <a:pt x="45143" y="25399"/>
                  </a:lnTo>
                  <a:close/>
                </a:path>
                <a:path w="251460" h="1282700">
                  <a:moveTo>
                    <a:pt x="229848" y="25399"/>
                  </a:moveTo>
                  <a:lnTo>
                    <a:pt x="206080" y="25399"/>
                  </a:lnTo>
                  <a:lnTo>
                    <a:pt x="209047" y="38099"/>
                  </a:lnTo>
                  <a:lnTo>
                    <a:pt x="232453" y="38099"/>
                  </a:lnTo>
                  <a:lnTo>
                    <a:pt x="229848" y="25399"/>
                  </a:lnTo>
                  <a:close/>
                </a:path>
                <a:path w="251460" h="1282700">
                  <a:moveTo>
                    <a:pt x="214817" y="12699"/>
                  </a:moveTo>
                  <a:lnTo>
                    <a:pt x="36697" y="12699"/>
                  </a:lnTo>
                  <a:lnTo>
                    <a:pt x="33149" y="25399"/>
                  </a:lnTo>
                  <a:lnTo>
                    <a:pt x="218075" y="25399"/>
                  </a:lnTo>
                  <a:lnTo>
                    <a:pt x="214817" y="12699"/>
                  </a:lnTo>
                  <a:close/>
                </a:path>
                <a:path w="251460" h="1282700">
                  <a:moveTo>
                    <a:pt x="184725" y="0"/>
                  </a:moveTo>
                  <a:lnTo>
                    <a:pt x="66126" y="0"/>
                  </a:lnTo>
                  <a:lnTo>
                    <a:pt x="62095" y="12699"/>
                  </a:lnTo>
                  <a:lnTo>
                    <a:pt x="188757" y="12699"/>
                  </a:lnTo>
                  <a:lnTo>
                    <a:pt x="184725" y="0"/>
                  </a:lnTo>
                  <a:close/>
                </a:path>
              </a:pathLst>
            </a:custGeom>
            <a:solidFill>
              <a:srgbClr val="52C98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8" name="object 178"/>
          <p:cNvSpPr txBox="1"/>
          <p:nvPr/>
        </p:nvSpPr>
        <p:spPr>
          <a:xfrm>
            <a:off x="2812476" y="9048984"/>
            <a:ext cx="126364" cy="873760"/>
          </a:xfrm>
          <a:prstGeom prst="rect">
            <a:avLst/>
          </a:prstGeom>
        </p:spPr>
        <p:txBody>
          <a:bodyPr wrap="square" lIns="0" tIns="1841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600" b="1">
                <a:solidFill>
                  <a:srgbClr val="1F2937"/>
                </a:solidFill>
                <a:latin typeface="Segoe UI Symbol"/>
                <a:cs typeface="Segoe UI Symbol"/>
              </a:rPr>
              <a:t>Encrypt</a:t>
            </a:r>
            <a:r>
              <a:rPr dirty="0" sz="600" spc="40" b="1">
                <a:solidFill>
                  <a:srgbClr val="1F2937"/>
                </a:solidFill>
                <a:latin typeface="Segoe UI Symbol"/>
                <a:cs typeface="Segoe UI Symbol"/>
              </a:rPr>
              <a:t> </a:t>
            </a:r>
            <a:r>
              <a:rPr dirty="0" sz="600" spc="-50" b="1">
                <a:solidFill>
                  <a:srgbClr val="1F2937"/>
                </a:solidFill>
                <a:latin typeface="Segoe UI Symbol"/>
                <a:cs typeface="Segoe UI Symbol"/>
              </a:rPr>
              <a:t>&amp;</a:t>
            </a:r>
            <a:r>
              <a:rPr dirty="0" sz="600" spc="45" b="1">
                <a:solidFill>
                  <a:srgbClr val="1F2937"/>
                </a:solidFill>
                <a:latin typeface="Segoe UI Symbol"/>
                <a:cs typeface="Segoe UI Symbol"/>
              </a:rPr>
              <a:t> </a:t>
            </a:r>
            <a:r>
              <a:rPr dirty="0" sz="600" b="1">
                <a:solidFill>
                  <a:srgbClr val="1F2937"/>
                </a:solidFill>
                <a:latin typeface="Segoe UI Symbol"/>
                <a:cs typeface="Segoe UI Symbol"/>
              </a:rPr>
              <a:t>minimize</a:t>
            </a:r>
            <a:r>
              <a:rPr dirty="0" sz="600" spc="45" b="1">
                <a:solidFill>
                  <a:srgbClr val="1F2937"/>
                </a:solidFill>
                <a:latin typeface="Segoe UI Symbol"/>
                <a:cs typeface="Segoe UI Symbol"/>
              </a:rPr>
              <a:t> </a:t>
            </a:r>
            <a:r>
              <a:rPr dirty="0" sz="600" spc="-20" b="1">
                <a:solidFill>
                  <a:srgbClr val="1F2937"/>
                </a:solidFill>
                <a:latin typeface="Segoe UI Symbol"/>
                <a:cs typeface="Segoe UI Symbol"/>
              </a:rPr>
              <a:t>data</a:t>
            </a:r>
            <a:endParaRPr sz="600">
              <a:latin typeface="Segoe UI Symbol"/>
              <a:cs typeface="Segoe UI Symbol"/>
            </a:endParaRPr>
          </a:p>
        </p:txBody>
      </p:sp>
      <p:grpSp>
        <p:nvGrpSpPr>
          <p:cNvPr id="179" name="object 179"/>
          <p:cNvGrpSpPr/>
          <p:nvPr/>
        </p:nvGrpSpPr>
        <p:grpSpPr>
          <a:xfrm>
            <a:off x="2293520" y="2683954"/>
            <a:ext cx="429895" cy="5024755"/>
            <a:chOff x="2293520" y="2683954"/>
            <a:chExt cx="429895" cy="5024755"/>
          </a:xfrm>
        </p:grpSpPr>
        <p:sp>
          <p:nvSpPr>
            <p:cNvPr id="180" name="object 180"/>
            <p:cNvSpPr/>
            <p:nvPr/>
          </p:nvSpPr>
          <p:spPr>
            <a:xfrm>
              <a:off x="2343248" y="3187013"/>
              <a:ext cx="379730" cy="4521200"/>
            </a:xfrm>
            <a:custGeom>
              <a:avLst/>
              <a:gdLst/>
              <a:ahLst/>
              <a:cxnLst/>
              <a:rect l="l" t="t" r="r" b="b"/>
              <a:pathLst>
                <a:path w="379730" h="4521200">
                  <a:moveTo>
                    <a:pt x="320908" y="4508500"/>
                  </a:moveTo>
                  <a:lnTo>
                    <a:pt x="58797" y="4508500"/>
                  </a:lnTo>
                  <a:lnTo>
                    <a:pt x="63623" y="4521200"/>
                  </a:lnTo>
                  <a:lnTo>
                    <a:pt x="316072" y="4521200"/>
                  </a:lnTo>
                  <a:lnTo>
                    <a:pt x="320908" y="4508500"/>
                  </a:lnTo>
                  <a:close/>
                </a:path>
                <a:path w="379730" h="4521200">
                  <a:moveTo>
                    <a:pt x="102642" y="4495800"/>
                  </a:moveTo>
                  <a:lnTo>
                    <a:pt x="36868" y="4495800"/>
                  </a:lnTo>
                  <a:lnTo>
                    <a:pt x="40930" y="4508500"/>
                  </a:lnTo>
                  <a:lnTo>
                    <a:pt x="107689" y="4508500"/>
                  </a:lnTo>
                  <a:lnTo>
                    <a:pt x="102642" y="4495800"/>
                  </a:lnTo>
                  <a:close/>
                </a:path>
                <a:path w="379730" h="4521200">
                  <a:moveTo>
                    <a:pt x="342836" y="4495800"/>
                  </a:moveTo>
                  <a:lnTo>
                    <a:pt x="277053" y="4495800"/>
                  </a:lnTo>
                  <a:lnTo>
                    <a:pt x="272004" y="4508500"/>
                  </a:lnTo>
                  <a:lnTo>
                    <a:pt x="338764" y="4508500"/>
                  </a:lnTo>
                  <a:lnTo>
                    <a:pt x="342836" y="4495800"/>
                  </a:lnTo>
                  <a:close/>
                </a:path>
                <a:path w="379730" h="4521200">
                  <a:moveTo>
                    <a:pt x="63120" y="4483100"/>
                  </a:moveTo>
                  <a:lnTo>
                    <a:pt x="25739" y="4483100"/>
                  </a:lnTo>
                  <a:lnTo>
                    <a:pt x="29256" y="4495800"/>
                  </a:lnTo>
                  <a:lnTo>
                    <a:pt x="67151" y="4495800"/>
                  </a:lnTo>
                  <a:lnTo>
                    <a:pt x="63120" y="4483100"/>
                  </a:lnTo>
                  <a:close/>
                </a:path>
                <a:path w="379730" h="4521200">
                  <a:moveTo>
                    <a:pt x="354338" y="4483100"/>
                  </a:moveTo>
                  <a:lnTo>
                    <a:pt x="316575" y="4483100"/>
                  </a:lnTo>
                  <a:lnTo>
                    <a:pt x="312553" y="4495800"/>
                  </a:lnTo>
                  <a:lnTo>
                    <a:pt x="350840" y="4495800"/>
                  </a:lnTo>
                  <a:lnTo>
                    <a:pt x="354338" y="4483100"/>
                  </a:lnTo>
                  <a:close/>
                </a:path>
                <a:path w="379730" h="4521200">
                  <a:moveTo>
                    <a:pt x="47456" y="4470400"/>
                  </a:moveTo>
                  <a:lnTo>
                    <a:pt x="16357" y="4470400"/>
                  </a:lnTo>
                  <a:lnTo>
                    <a:pt x="18942" y="4483100"/>
                  </a:lnTo>
                  <a:lnTo>
                    <a:pt x="50742" y="4483100"/>
                  </a:lnTo>
                  <a:lnTo>
                    <a:pt x="47456" y="4470400"/>
                  </a:lnTo>
                  <a:close/>
                </a:path>
                <a:path w="379730" h="4521200">
                  <a:moveTo>
                    <a:pt x="363336" y="4470400"/>
                  </a:moveTo>
                  <a:lnTo>
                    <a:pt x="332239" y="4470400"/>
                  </a:lnTo>
                  <a:lnTo>
                    <a:pt x="328951" y="4483100"/>
                  </a:lnTo>
                  <a:lnTo>
                    <a:pt x="360422" y="4483100"/>
                  </a:lnTo>
                  <a:lnTo>
                    <a:pt x="363336" y="4470400"/>
                  </a:lnTo>
                  <a:close/>
                </a:path>
                <a:path w="379730" h="4521200">
                  <a:moveTo>
                    <a:pt x="37522" y="4457700"/>
                  </a:moveTo>
                  <a:lnTo>
                    <a:pt x="8676" y="4457700"/>
                  </a:lnTo>
                  <a:lnTo>
                    <a:pt x="11169" y="4470400"/>
                  </a:lnTo>
                  <a:lnTo>
                    <a:pt x="40106" y="4470400"/>
                  </a:lnTo>
                  <a:lnTo>
                    <a:pt x="37522" y="4457700"/>
                  </a:lnTo>
                  <a:close/>
                </a:path>
                <a:path w="379730" h="4521200">
                  <a:moveTo>
                    <a:pt x="39763" y="4457700"/>
                  </a:moveTo>
                  <a:lnTo>
                    <a:pt x="40106" y="4470400"/>
                  </a:lnTo>
                  <a:lnTo>
                    <a:pt x="42528" y="4470400"/>
                  </a:lnTo>
                  <a:lnTo>
                    <a:pt x="39763" y="4457700"/>
                  </a:lnTo>
                  <a:close/>
                </a:path>
                <a:path w="379730" h="4521200">
                  <a:moveTo>
                    <a:pt x="339930" y="4457700"/>
                  </a:moveTo>
                  <a:lnTo>
                    <a:pt x="337165" y="4470400"/>
                  </a:lnTo>
                  <a:lnTo>
                    <a:pt x="339599" y="4470400"/>
                  </a:lnTo>
                  <a:lnTo>
                    <a:pt x="339930" y="4457700"/>
                  </a:lnTo>
                  <a:close/>
                </a:path>
                <a:path w="379730" h="4521200">
                  <a:moveTo>
                    <a:pt x="368796" y="4457700"/>
                  </a:moveTo>
                  <a:lnTo>
                    <a:pt x="342173" y="4457700"/>
                  </a:lnTo>
                  <a:lnTo>
                    <a:pt x="339599" y="4470400"/>
                  </a:lnTo>
                  <a:lnTo>
                    <a:pt x="366041" y="4470400"/>
                  </a:lnTo>
                  <a:lnTo>
                    <a:pt x="368796" y="4457700"/>
                  </a:lnTo>
                  <a:close/>
                </a:path>
                <a:path w="379730" h="4521200">
                  <a:moveTo>
                    <a:pt x="31821" y="4445000"/>
                  </a:moveTo>
                  <a:lnTo>
                    <a:pt x="4936" y="4445000"/>
                  </a:lnTo>
                  <a:lnTo>
                    <a:pt x="6897" y="4457700"/>
                  </a:lnTo>
                  <a:lnTo>
                    <a:pt x="33812" y="4457700"/>
                  </a:lnTo>
                  <a:lnTo>
                    <a:pt x="31821" y="4445000"/>
                  </a:lnTo>
                  <a:close/>
                </a:path>
                <a:path w="379730" h="4521200">
                  <a:moveTo>
                    <a:pt x="374759" y="4445000"/>
                  </a:moveTo>
                  <a:lnTo>
                    <a:pt x="347874" y="4445000"/>
                  </a:lnTo>
                  <a:lnTo>
                    <a:pt x="345893" y="4457700"/>
                  </a:lnTo>
                  <a:lnTo>
                    <a:pt x="372798" y="4457700"/>
                  </a:lnTo>
                  <a:lnTo>
                    <a:pt x="374759" y="4445000"/>
                  </a:lnTo>
                  <a:close/>
                </a:path>
                <a:path w="379730" h="4521200">
                  <a:moveTo>
                    <a:pt x="27779" y="4432300"/>
                  </a:moveTo>
                  <a:lnTo>
                    <a:pt x="2212" y="4432300"/>
                  </a:lnTo>
                  <a:lnTo>
                    <a:pt x="3599" y="4445000"/>
                  </a:lnTo>
                  <a:lnTo>
                    <a:pt x="29117" y="4445000"/>
                  </a:lnTo>
                  <a:lnTo>
                    <a:pt x="27779" y="4432300"/>
                  </a:lnTo>
                  <a:close/>
                </a:path>
                <a:path w="379730" h="4521200">
                  <a:moveTo>
                    <a:pt x="377362" y="4432300"/>
                  </a:moveTo>
                  <a:lnTo>
                    <a:pt x="351915" y="4432300"/>
                  </a:lnTo>
                  <a:lnTo>
                    <a:pt x="350578" y="4445000"/>
                  </a:lnTo>
                  <a:lnTo>
                    <a:pt x="376096" y="4445000"/>
                  </a:lnTo>
                  <a:lnTo>
                    <a:pt x="377362" y="4432300"/>
                  </a:lnTo>
                  <a:close/>
                </a:path>
                <a:path w="379730" h="4521200">
                  <a:moveTo>
                    <a:pt x="25547" y="4419600"/>
                  </a:moveTo>
                  <a:lnTo>
                    <a:pt x="130" y="4419600"/>
                  </a:lnTo>
                  <a:lnTo>
                    <a:pt x="613" y="4432300"/>
                  </a:lnTo>
                  <a:lnTo>
                    <a:pt x="26080" y="4432300"/>
                  </a:lnTo>
                  <a:lnTo>
                    <a:pt x="25547" y="4419600"/>
                  </a:lnTo>
                  <a:close/>
                </a:path>
                <a:path w="379730" h="4521200">
                  <a:moveTo>
                    <a:pt x="379534" y="4419600"/>
                  </a:moveTo>
                  <a:lnTo>
                    <a:pt x="354087" y="4419600"/>
                  </a:lnTo>
                  <a:lnTo>
                    <a:pt x="353524" y="4432300"/>
                  </a:lnTo>
                  <a:lnTo>
                    <a:pt x="379152" y="4432300"/>
                  </a:lnTo>
                  <a:lnTo>
                    <a:pt x="379534" y="4419600"/>
                  </a:lnTo>
                  <a:close/>
                </a:path>
                <a:path w="379730" h="4521200">
                  <a:moveTo>
                    <a:pt x="25608" y="101600"/>
                  </a:moveTo>
                  <a:lnTo>
                    <a:pt x="161" y="101600"/>
                  </a:lnTo>
                  <a:lnTo>
                    <a:pt x="0" y="114300"/>
                  </a:lnTo>
                  <a:lnTo>
                    <a:pt x="0" y="4419600"/>
                  </a:lnTo>
                  <a:lnTo>
                    <a:pt x="25226" y="4419600"/>
                  </a:lnTo>
                  <a:lnTo>
                    <a:pt x="25135" y="114300"/>
                  </a:lnTo>
                  <a:lnTo>
                    <a:pt x="25608" y="101600"/>
                  </a:lnTo>
                  <a:close/>
                </a:path>
                <a:path w="379730" h="4521200">
                  <a:moveTo>
                    <a:pt x="379534" y="101600"/>
                  </a:moveTo>
                  <a:lnTo>
                    <a:pt x="354148" y="101600"/>
                  </a:lnTo>
                  <a:lnTo>
                    <a:pt x="354469" y="114300"/>
                  </a:lnTo>
                  <a:lnTo>
                    <a:pt x="354559" y="4419600"/>
                  </a:lnTo>
                  <a:lnTo>
                    <a:pt x="379695" y="4419600"/>
                  </a:lnTo>
                  <a:lnTo>
                    <a:pt x="379695" y="114300"/>
                  </a:lnTo>
                  <a:lnTo>
                    <a:pt x="379534" y="101600"/>
                  </a:lnTo>
                  <a:close/>
                </a:path>
                <a:path w="379730" h="4521200">
                  <a:moveTo>
                    <a:pt x="27939" y="88900"/>
                  </a:moveTo>
                  <a:lnTo>
                    <a:pt x="2212" y="88900"/>
                  </a:lnTo>
                  <a:lnTo>
                    <a:pt x="1337" y="101600"/>
                  </a:lnTo>
                  <a:lnTo>
                    <a:pt x="26954" y="101600"/>
                  </a:lnTo>
                  <a:lnTo>
                    <a:pt x="27939" y="88900"/>
                  </a:lnTo>
                  <a:close/>
                </a:path>
                <a:path w="379730" h="4521200">
                  <a:moveTo>
                    <a:pt x="377362" y="88900"/>
                  </a:moveTo>
                  <a:lnTo>
                    <a:pt x="351754" y="88900"/>
                  </a:lnTo>
                  <a:lnTo>
                    <a:pt x="352870" y="101600"/>
                  </a:lnTo>
                  <a:lnTo>
                    <a:pt x="378458" y="101600"/>
                  </a:lnTo>
                  <a:lnTo>
                    <a:pt x="377362" y="88900"/>
                  </a:lnTo>
                  <a:close/>
                </a:path>
                <a:path w="379730" h="4521200">
                  <a:moveTo>
                    <a:pt x="32062" y="76200"/>
                  </a:moveTo>
                  <a:lnTo>
                    <a:pt x="4936" y="76200"/>
                  </a:lnTo>
                  <a:lnTo>
                    <a:pt x="3599" y="88900"/>
                  </a:lnTo>
                  <a:lnTo>
                    <a:pt x="30283" y="88900"/>
                  </a:lnTo>
                  <a:lnTo>
                    <a:pt x="32062" y="76200"/>
                  </a:lnTo>
                  <a:close/>
                </a:path>
                <a:path w="379730" h="4521200">
                  <a:moveTo>
                    <a:pt x="374759" y="76200"/>
                  </a:moveTo>
                  <a:lnTo>
                    <a:pt x="347633" y="76200"/>
                  </a:lnTo>
                  <a:lnTo>
                    <a:pt x="349412" y="88900"/>
                  </a:lnTo>
                  <a:lnTo>
                    <a:pt x="376096" y="88900"/>
                  </a:lnTo>
                  <a:lnTo>
                    <a:pt x="374759" y="76200"/>
                  </a:lnTo>
                  <a:close/>
                </a:path>
                <a:path w="379730" h="4521200">
                  <a:moveTo>
                    <a:pt x="37833" y="63500"/>
                  </a:moveTo>
                  <a:lnTo>
                    <a:pt x="8917" y="63500"/>
                  </a:lnTo>
                  <a:lnTo>
                    <a:pt x="6897" y="76200"/>
                  </a:lnTo>
                  <a:lnTo>
                    <a:pt x="35440" y="76200"/>
                  </a:lnTo>
                  <a:lnTo>
                    <a:pt x="37833" y="63500"/>
                  </a:lnTo>
                  <a:close/>
                </a:path>
                <a:path w="379730" h="4521200">
                  <a:moveTo>
                    <a:pt x="370777" y="63500"/>
                  </a:moveTo>
                  <a:lnTo>
                    <a:pt x="341861" y="63500"/>
                  </a:lnTo>
                  <a:lnTo>
                    <a:pt x="344255" y="76200"/>
                  </a:lnTo>
                  <a:lnTo>
                    <a:pt x="372798" y="76200"/>
                  </a:lnTo>
                  <a:lnTo>
                    <a:pt x="370777" y="63500"/>
                  </a:lnTo>
                  <a:close/>
                </a:path>
                <a:path w="379730" h="4521200">
                  <a:moveTo>
                    <a:pt x="47857" y="50800"/>
                  </a:moveTo>
                  <a:lnTo>
                    <a:pt x="16357" y="50800"/>
                  </a:lnTo>
                  <a:lnTo>
                    <a:pt x="13361" y="63500"/>
                  </a:lnTo>
                  <a:lnTo>
                    <a:pt x="44740" y="63500"/>
                  </a:lnTo>
                  <a:lnTo>
                    <a:pt x="47857" y="50800"/>
                  </a:lnTo>
                  <a:close/>
                </a:path>
                <a:path w="379730" h="4521200">
                  <a:moveTo>
                    <a:pt x="363336" y="50800"/>
                  </a:moveTo>
                  <a:lnTo>
                    <a:pt x="331837" y="50800"/>
                  </a:lnTo>
                  <a:lnTo>
                    <a:pt x="334965" y="63500"/>
                  </a:lnTo>
                  <a:lnTo>
                    <a:pt x="366334" y="63500"/>
                  </a:lnTo>
                  <a:lnTo>
                    <a:pt x="363336" y="50800"/>
                  </a:lnTo>
                  <a:close/>
                </a:path>
                <a:path w="379730" h="4521200">
                  <a:moveTo>
                    <a:pt x="60214" y="38100"/>
                  </a:moveTo>
                  <a:lnTo>
                    <a:pt x="25356" y="38100"/>
                  </a:lnTo>
                  <a:lnTo>
                    <a:pt x="22048" y="50800"/>
                  </a:lnTo>
                  <a:lnTo>
                    <a:pt x="56464" y="50800"/>
                  </a:lnTo>
                  <a:lnTo>
                    <a:pt x="60214" y="38100"/>
                  </a:lnTo>
                  <a:close/>
                </a:path>
                <a:path w="379730" h="4521200">
                  <a:moveTo>
                    <a:pt x="354338" y="38100"/>
                  </a:moveTo>
                  <a:lnTo>
                    <a:pt x="319491" y="38100"/>
                  </a:lnTo>
                  <a:lnTo>
                    <a:pt x="323241" y="50800"/>
                  </a:lnTo>
                  <a:lnTo>
                    <a:pt x="357647" y="50800"/>
                  </a:lnTo>
                  <a:lnTo>
                    <a:pt x="354338" y="38100"/>
                  </a:lnTo>
                  <a:close/>
                </a:path>
                <a:path w="379730" h="4521200">
                  <a:moveTo>
                    <a:pt x="86354" y="25400"/>
                  </a:moveTo>
                  <a:lnTo>
                    <a:pt x="36426" y="25400"/>
                  </a:lnTo>
                  <a:lnTo>
                    <a:pt x="32545" y="38100"/>
                  </a:lnTo>
                  <a:lnTo>
                    <a:pt x="81739" y="38100"/>
                  </a:lnTo>
                  <a:lnTo>
                    <a:pt x="86354" y="25400"/>
                  </a:lnTo>
                  <a:close/>
                </a:path>
                <a:path w="379730" h="4521200">
                  <a:moveTo>
                    <a:pt x="343279" y="25400"/>
                  </a:moveTo>
                  <a:lnTo>
                    <a:pt x="293349" y="25400"/>
                  </a:lnTo>
                  <a:lnTo>
                    <a:pt x="297954" y="38100"/>
                  </a:lnTo>
                  <a:lnTo>
                    <a:pt x="347150" y="38100"/>
                  </a:lnTo>
                  <a:lnTo>
                    <a:pt x="343279" y="25400"/>
                  </a:lnTo>
                  <a:close/>
                </a:path>
                <a:path w="379730" h="4521200">
                  <a:moveTo>
                    <a:pt x="325593" y="12700"/>
                  </a:moveTo>
                  <a:lnTo>
                    <a:pt x="54100" y="12700"/>
                  </a:lnTo>
                  <a:lnTo>
                    <a:pt x="49053" y="25400"/>
                  </a:lnTo>
                  <a:lnTo>
                    <a:pt x="330640" y="25400"/>
                  </a:lnTo>
                  <a:lnTo>
                    <a:pt x="325593" y="12700"/>
                  </a:lnTo>
                  <a:close/>
                </a:path>
                <a:path w="379730" h="4521200">
                  <a:moveTo>
                    <a:pt x="295492" y="0"/>
                  </a:moveTo>
                  <a:lnTo>
                    <a:pt x="84203" y="0"/>
                  </a:lnTo>
                  <a:lnTo>
                    <a:pt x="78291" y="12700"/>
                  </a:lnTo>
                  <a:lnTo>
                    <a:pt x="301404" y="12700"/>
                  </a:lnTo>
                  <a:lnTo>
                    <a:pt x="295492" y="0"/>
                  </a:lnTo>
                  <a:close/>
                </a:path>
              </a:pathLst>
            </a:custGeom>
            <a:solidFill>
              <a:srgbClr val="8B5C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/>
            <p:cNvSpPr/>
            <p:nvPr/>
          </p:nvSpPr>
          <p:spPr>
            <a:xfrm>
              <a:off x="2293520" y="2683954"/>
              <a:ext cx="406400" cy="590550"/>
            </a:xfrm>
            <a:custGeom>
              <a:avLst/>
              <a:gdLst/>
              <a:ahLst/>
              <a:cxnLst/>
              <a:rect l="l" t="t" r="r" b="b"/>
              <a:pathLst>
                <a:path w="406400" h="590550">
                  <a:moveTo>
                    <a:pt x="203426" y="0"/>
                  </a:moveTo>
                  <a:lnTo>
                    <a:pt x="132388" y="18375"/>
                  </a:lnTo>
                  <a:lnTo>
                    <a:pt x="100691" y="40173"/>
                  </a:lnTo>
                  <a:lnTo>
                    <a:pt x="72304" y="69265"/>
                  </a:lnTo>
                  <a:lnTo>
                    <a:pt x="47798" y="104816"/>
                  </a:lnTo>
                  <a:lnTo>
                    <a:pt x="27743" y="145992"/>
                  </a:lnTo>
                  <a:lnTo>
                    <a:pt x="12711" y="191957"/>
                  </a:lnTo>
                  <a:lnTo>
                    <a:pt x="3272" y="241878"/>
                  </a:lnTo>
                  <a:lnTo>
                    <a:pt x="0" y="294919"/>
                  </a:lnTo>
                  <a:lnTo>
                    <a:pt x="3272" y="347960"/>
                  </a:lnTo>
                  <a:lnTo>
                    <a:pt x="12707" y="397882"/>
                  </a:lnTo>
                  <a:lnTo>
                    <a:pt x="27732" y="443851"/>
                  </a:lnTo>
                  <a:lnTo>
                    <a:pt x="47772" y="485035"/>
                  </a:lnTo>
                  <a:lnTo>
                    <a:pt x="72254" y="520599"/>
                  </a:lnTo>
                  <a:lnTo>
                    <a:pt x="100605" y="549711"/>
                  </a:lnTo>
                  <a:lnTo>
                    <a:pt x="132251" y="571537"/>
                  </a:lnTo>
                  <a:lnTo>
                    <a:pt x="203133" y="589998"/>
                  </a:lnTo>
                  <a:lnTo>
                    <a:pt x="239646" y="585244"/>
                  </a:lnTo>
                  <a:lnTo>
                    <a:pt x="305658" y="549711"/>
                  </a:lnTo>
                  <a:lnTo>
                    <a:pt x="334010" y="520599"/>
                  </a:lnTo>
                  <a:lnTo>
                    <a:pt x="358493" y="485035"/>
                  </a:lnTo>
                  <a:lnTo>
                    <a:pt x="378534" y="443851"/>
                  </a:lnTo>
                  <a:lnTo>
                    <a:pt x="393560" y="397882"/>
                  </a:lnTo>
                  <a:lnTo>
                    <a:pt x="402996" y="347960"/>
                  </a:lnTo>
                  <a:lnTo>
                    <a:pt x="406269" y="294919"/>
                  </a:lnTo>
                  <a:lnTo>
                    <a:pt x="402996" y="241878"/>
                  </a:lnTo>
                  <a:lnTo>
                    <a:pt x="393563" y="191957"/>
                  </a:lnTo>
                  <a:lnTo>
                    <a:pt x="378545" y="145992"/>
                  </a:lnTo>
                  <a:lnTo>
                    <a:pt x="358518" y="104816"/>
                  </a:lnTo>
                  <a:lnTo>
                    <a:pt x="334060" y="69265"/>
                  </a:lnTo>
                  <a:lnTo>
                    <a:pt x="305745" y="40173"/>
                  </a:lnTo>
                  <a:lnTo>
                    <a:pt x="274150" y="18375"/>
                  </a:lnTo>
                  <a:lnTo>
                    <a:pt x="203426" y="0"/>
                  </a:lnTo>
                  <a:close/>
                </a:path>
              </a:pathLst>
            </a:custGeom>
            <a:solidFill>
              <a:srgbClr val="6B21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/>
            <p:cNvSpPr/>
            <p:nvPr/>
          </p:nvSpPr>
          <p:spPr>
            <a:xfrm>
              <a:off x="2375834" y="2768409"/>
              <a:ext cx="273685" cy="426720"/>
            </a:xfrm>
            <a:custGeom>
              <a:avLst/>
              <a:gdLst/>
              <a:ahLst/>
              <a:cxnLst/>
              <a:rect l="l" t="t" r="r" b="b"/>
              <a:pathLst>
                <a:path w="273685" h="426719">
                  <a:moveTo>
                    <a:pt x="136796" y="0"/>
                  </a:moveTo>
                  <a:lnTo>
                    <a:pt x="67727" y="29427"/>
                  </a:lnTo>
                  <a:lnTo>
                    <a:pt x="40045" y="62804"/>
                  </a:lnTo>
                  <a:lnTo>
                    <a:pt x="18664" y="105939"/>
                  </a:lnTo>
                  <a:lnTo>
                    <a:pt x="4882" y="156815"/>
                  </a:lnTo>
                  <a:lnTo>
                    <a:pt x="0" y="213419"/>
                  </a:lnTo>
                  <a:lnTo>
                    <a:pt x="4881" y="270018"/>
                  </a:lnTo>
                  <a:lnTo>
                    <a:pt x="18659" y="320877"/>
                  </a:lnTo>
                  <a:lnTo>
                    <a:pt x="40028" y="363967"/>
                  </a:lnTo>
                  <a:lnTo>
                    <a:pt x="67686" y="397258"/>
                  </a:lnTo>
                  <a:lnTo>
                    <a:pt x="100329" y="418721"/>
                  </a:lnTo>
                  <a:lnTo>
                    <a:pt x="136655" y="426326"/>
                  </a:lnTo>
                  <a:lnTo>
                    <a:pt x="172985" y="418721"/>
                  </a:lnTo>
                  <a:lnTo>
                    <a:pt x="205630" y="397258"/>
                  </a:lnTo>
                  <a:lnTo>
                    <a:pt x="233287" y="363967"/>
                  </a:lnTo>
                  <a:lnTo>
                    <a:pt x="254655" y="320877"/>
                  </a:lnTo>
                  <a:lnTo>
                    <a:pt x="268430" y="270018"/>
                  </a:lnTo>
                  <a:lnTo>
                    <a:pt x="273311" y="213419"/>
                  </a:lnTo>
                  <a:lnTo>
                    <a:pt x="268431" y="156815"/>
                  </a:lnTo>
                  <a:lnTo>
                    <a:pt x="254660" y="105939"/>
                  </a:lnTo>
                  <a:lnTo>
                    <a:pt x="233305" y="62804"/>
                  </a:lnTo>
                  <a:lnTo>
                    <a:pt x="205672" y="29427"/>
                  </a:lnTo>
                  <a:lnTo>
                    <a:pt x="173067" y="7820"/>
                  </a:lnTo>
                  <a:lnTo>
                    <a:pt x="1367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3" name="object 183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2404046" y="2883027"/>
              <a:ext cx="206311" cy="212343"/>
            </a:xfrm>
            <a:prstGeom prst="rect">
              <a:avLst/>
            </a:prstGeom>
          </p:spPr>
        </p:pic>
      </p:grpSp>
      <p:sp>
        <p:nvSpPr>
          <p:cNvPr id="184" name="object 184"/>
          <p:cNvSpPr txBox="1"/>
          <p:nvPr/>
        </p:nvSpPr>
        <p:spPr>
          <a:xfrm>
            <a:off x="2387430" y="3545564"/>
            <a:ext cx="302260" cy="288988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z="1150" spc="-75">
                <a:solidFill>
                  <a:srgbClr val="6D28D9"/>
                </a:solidFill>
                <a:latin typeface="Segoe UI Symbol"/>
                <a:cs typeface="Segoe UI Symbol"/>
              </a:rPr>
              <a:t>END-</a:t>
            </a:r>
            <a:r>
              <a:rPr dirty="0" sz="1150" spc="-80">
                <a:solidFill>
                  <a:srgbClr val="6D28D9"/>
                </a:solidFill>
                <a:latin typeface="Segoe UI Symbol"/>
                <a:cs typeface="Segoe UI Symbol"/>
              </a:rPr>
              <a:t>TO-</a:t>
            </a:r>
            <a:r>
              <a:rPr dirty="0" sz="1150" spc="-65">
                <a:solidFill>
                  <a:srgbClr val="6D28D9"/>
                </a:solidFill>
                <a:latin typeface="Segoe UI Symbol"/>
                <a:cs typeface="Segoe UI Symbol"/>
              </a:rPr>
              <a:t>END</a:t>
            </a:r>
            <a:r>
              <a:rPr dirty="0" sz="1150" spc="10">
                <a:solidFill>
                  <a:srgbClr val="6D28D9"/>
                </a:solidFill>
                <a:latin typeface="Segoe UI Symbol"/>
                <a:cs typeface="Segoe UI Symbol"/>
              </a:rPr>
              <a:t> </a:t>
            </a:r>
            <a:r>
              <a:rPr dirty="0" sz="1150" spc="-25">
                <a:solidFill>
                  <a:srgbClr val="6D28D9"/>
                </a:solidFill>
                <a:latin typeface="Segoe UI Symbol"/>
                <a:cs typeface="Segoe UI Symbol"/>
              </a:rPr>
              <a:t>VULNERABILITY</a:t>
            </a:r>
            <a:r>
              <a:rPr dirty="0" sz="1150" spc="15">
                <a:solidFill>
                  <a:srgbClr val="6D28D9"/>
                </a:solidFill>
                <a:latin typeface="Segoe UI Symbol"/>
                <a:cs typeface="Segoe UI Symbol"/>
              </a:rPr>
              <a:t> </a:t>
            </a:r>
            <a:r>
              <a:rPr dirty="0" sz="1150" spc="-25">
                <a:solidFill>
                  <a:srgbClr val="6D28D9"/>
                </a:solidFill>
                <a:latin typeface="Segoe UI Symbol"/>
                <a:cs typeface="Segoe UI Symbol"/>
              </a:rPr>
              <a:t>WALKTHROUGH</a:t>
            </a:r>
            <a:endParaRPr sz="1150">
              <a:latin typeface="Segoe UI Symbol"/>
              <a:cs typeface="Segoe UI Symbol"/>
            </a:endParaRPr>
          </a:p>
          <a:p>
            <a:pPr marL="280670">
              <a:lnSpc>
                <a:spcPct val="100000"/>
              </a:lnSpc>
              <a:spcBef>
                <a:spcPts val="50"/>
              </a:spcBef>
            </a:pPr>
            <a:r>
              <a:rPr dirty="0" sz="800" spc="-10">
                <a:solidFill>
                  <a:srgbClr val="5C6F77"/>
                </a:solidFill>
                <a:latin typeface="Segoe UI Symbol"/>
                <a:cs typeface="Segoe UI Symbol"/>
              </a:rPr>
              <a:t>From</a:t>
            </a:r>
            <a:r>
              <a:rPr dirty="0" sz="800" spc="-35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800" spc="-10">
                <a:solidFill>
                  <a:srgbClr val="5C6F77"/>
                </a:solidFill>
                <a:latin typeface="Segoe UI Symbol"/>
                <a:cs typeface="Segoe UI Symbol"/>
              </a:rPr>
              <a:t>discovery</a:t>
            </a:r>
            <a:r>
              <a:rPr dirty="0" sz="800" spc="-35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800">
                <a:solidFill>
                  <a:srgbClr val="5C6F77"/>
                </a:solidFill>
                <a:latin typeface="Segoe UI Symbol"/>
                <a:cs typeface="Segoe UI Symbol"/>
              </a:rPr>
              <a:t>to</a:t>
            </a:r>
            <a:r>
              <a:rPr dirty="0" sz="800" spc="-25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800" spc="-10">
                <a:solidFill>
                  <a:srgbClr val="5C6F77"/>
                </a:solidFill>
                <a:latin typeface="Segoe UI Symbol"/>
                <a:cs typeface="Segoe UI Symbol"/>
              </a:rPr>
              <a:t>remediation</a:t>
            </a:r>
            <a:r>
              <a:rPr dirty="0" sz="800" spc="-30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800" spc="-55">
                <a:solidFill>
                  <a:srgbClr val="5C6F77"/>
                </a:solidFill>
                <a:latin typeface="Segoe UI Symbol"/>
                <a:cs typeface="Segoe UI Symbol"/>
              </a:rPr>
              <a:t>—</a:t>
            </a:r>
            <a:r>
              <a:rPr dirty="0" sz="800" spc="-30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800">
                <a:solidFill>
                  <a:srgbClr val="5C6F77"/>
                </a:solidFill>
                <a:latin typeface="Segoe UI Symbol"/>
                <a:cs typeface="Segoe UI Symbol"/>
              </a:rPr>
              <a:t>a</a:t>
            </a:r>
            <a:r>
              <a:rPr dirty="0" sz="800" spc="-30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800">
                <a:solidFill>
                  <a:srgbClr val="5C6F77"/>
                </a:solidFill>
                <a:latin typeface="Segoe UI Symbol"/>
                <a:cs typeface="Segoe UI Symbol"/>
              </a:rPr>
              <a:t>real</a:t>
            </a:r>
            <a:r>
              <a:rPr dirty="0" sz="800" spc="-30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800" spc="-10">
                <a:solidFill>
                  <a:srgbClr val="5C6F77"/>
                </a:solidFill>
                <a:latin typeface="Segoe UI Symbol"/>
                <a:cs typeface="Segoe UI Symbol"/>
              </a:rPr>
              <a:t>example</a:t>
            </a:r>
            <a:endParaRPr sz="800">
              <a:latin typeface="Segoe UI Symbol"/>
              <a:cs typeface="Segoe UI Symbol"/>
            </a:endParaRPr>
          </a:p>
        </p:txBody>
      </p:sp>
      <p:pic>
        <p:nvPicPr>
          <p:cNvPr id="185" name="object 185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1585567" y="2037057"/>
            <a:ext cx="725388" cy="1263650"/>
          </a:xfrm>
          <a:prstGeom prst="rect">
            <a:avLst/>
          </a:prstGeom>
        </p:spPr>
      </p:pic>
      <p:sp>
        <p:nvSpPr>
          <p:cNvPr id="186" name="object 186"/>
          <p:cNvSpPr txBox="1"/>
          <p:nvPr/>
        </p:nvSpPr>
        <p:spPr>
          <a:xfrm>
            <a:off x="2079702" y="2154007"/>
            <a:ext cx="186055" cy="10668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295"/>
              </a:lnSpc>
            </a:pPr>
            <a:r>
              <a:rPr dirty="0" sz="1250" spc="-50">
                <a:solidFill>
                  <a:srgbClr val="FFFFFF"/>
                </a:solidFill>
                <a:latin typeface="Segoe UI Symbol"/>
                <a:cs typeface="Segoe UI Symbol"/>
              </a:rPr>
              <a:t>1</a:t>
            </a:r>
            <a:endParaRPr sz="1250">
              <a:latin typeface="Segoe UI Symbol"/>
              <a:cs typeface="Segoe UI Symbol"/>
            </a:endParaRPr>
          </a:p>
        </p:txBody>
      </p:sp>
      <p:pic>
        <p:nvPicPr>
          <p:cNvPr id="187" name="object 187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1943163" y="2517457"/>
            <a:ext cx="250952" cy="276288"/>
          </a:xfrm>
          <a:prstGeom prst="rect">
            <a:avLst/>
          </a:prstGeom>
        </p:spPr>
      </p:pic>
      <p:sp>
        <p:nvSpPr>
          <p:cNvPr id="188" name="object 188"/>
          <p:cNvSpPr txBox="1"/>
          <p:nvPr/>
        </p:nvSpPr>
        <p:spPr>
          <a:xfrm>
            <a:off x="1565336" y="2377713"/>
            <a:ext cx="343535" cy="58166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algn="ctr">
              <a:lnSpc>
                <a:spcPts val="860"/>
              </a:lnSpc>
            </a:pPr>
            <a:r>
              <a:rPr dirty="0" sz="950" spc="-10">
                <a:solidFill>
                  <a:srgbClr val="0B3E8F"/>
                </a:solidFill>
                <a:latin typeface="Segoe UI Symbol"/>
                <a:cs typeface="Segoe UI Symbol"/>
              </a:rPr>
              <a:t>IDENTIFY</a:t>
            </a:r>
            <a:endParaRPr sz="950">
              <a:latin typeface="Segoe UI Symbol"/>
              <a:cs typeface="Segoe UI Symbol"/>
            </a:endParaRPr>
          </a:p>
          <a:p>
            <a:pPr algn="ctr">
              <a:lnSpc>
                <a:spcPts val="725"/>
              </a:lnSpc>
            </a:pPr>
            <a:r>
              <a:rPr dirty="0" sz="750" spc="-35">
                <a:solidFill>
                  <a:srgbClr val="333333"/>
                </a:solidFill>
                <a:latin typeface="Segoe UI Symbol"/>
                <a:cs typeface="Segoe UI Symbol"/>
              </a:rPr>
              <a:t>Broken</a:t>
            </a:r>
            <a:r>
              <a:rPr dirty="0" sz="750" spc="5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dirty="0" sz="750" spc="-10">
                <a:solidFill>
                  <a:srgbClr val="333333"/>
                </a:solidFill>
                <a:latin typeface="Segoe UI Symbol"/>
                <a:cs typeface="Segoe UI Symbol"/>
              </a:rPr>
              <a:t>Access</a:t>
            </a:r>
            <a:endParaRPr sz="750">
              <a:latin typeface="Segoe UI Symbol"/>
              <a:cs typeface="Segoe UI Symbol"/>
            </a:endParaRPr>
          </a:p>
          <a:p>
            <a:pPr algn="ctr">
              <a:lnSpc>
                <a:spcPct val="100000"/>
              </a:lnSpc>
              <a:spcBef>
                <a:spcPts val="80"/>
              </a:spcBef>
            </a:pPr>
            <a:r>
              <a:rPr dirty="0" sz="750" spc="-10">
                <a:solidFill>
                  <a:srgbClr val="333333"/>
                </a:solidFill>
                <a:latin typeface="Segoe UI Symbol"/>
                <a:cs typeface="Segoe UI Symbol"/>
              </a:rPr>
              <a:t>Control</a:t>
            </a:r>
            <a:endParaRPr sz="750">
              <a:latin typeface="Segoe UI Symbol"/>
              <a:cs typeface="Segoe UI Symbol"/>
            </a:endParaRPr>
          </a:p>
        </p:txBody>
      </p:sp>
      <p:pic>
        <p:nvPicPr>
          <p:cNvPr id="189" name="object 189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1585567" y="3441942"/>
            <a:ext cx="725388" cy="1240790"/>
          </a:xfrm>
          <a:prstGeom prst="rect">
            <a:avLst/>
          </a:prstGeom>
        </p:spPr>
      </p:pic>
      <p:sp>
        <p:nvSpPr>
          <p:cNvPr id="190" name="object 190"/>
          <p:cNvSpPr txBox="1"/>
          <p:nvPr/>
        </p:nvSpPr>
        <p:spPr>
          <a:xfrm>
            <a:off x="2079702" y="3558444"/>
            <a:ext cx="186055" cy="10668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295"/>
              </a:lnSpc>
            </a:pPr>
            <a:r>
              <a:rPr dirty="0" sz="1250" spc="-50">
                <a:solidFill>
                  <a:srgbClr val="FFFFFF"/>
                </a:solidFill>
                <a:latin typeface="Segoe UI Symbol"/>
                <a:cs typeface="Segoe UI Symbol"/>
              </a:rPr>
              <a:t>2</a:t>
            </a:r>
            <a:endParaRPr sz="1250">
              <a:latin typeface="Segoe UI Symbol"/>
              <a:cs typeface="Segoe UI Symbol"/>
            </a:endParaRPr>
          </a:p>
        </p:txBody>
      </p:sp>
      <p:pic>
        <p:nvPicPr>
          <p:cNvPr id="191" name="object 191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1998662" y="3880802"/>
            <a:ext cx="202692" cy="485012"/>
          </a:xfrm>
          <a:prstGeom prst="rect">
            <a:avLst/>
          </a:prstGeom>
        </p:spPr>
      </p:pic>
      <p:sp>
        <p:nvSpPr>
          <p:cNvPr id="192" name="object 192"/>
          <p:cNvSpPr txBox="1"/>
          <p:nvPr/>
        </p:nvSpPr>
        <p:spPr>
          <a:xfrm>
            <a:off x="1809431" y="3853534"/>
            <a:ext cx="151130" cy="41719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030"/>
              </a:lnSpc>
            </a:pPr>
            <a:r>
              <a:rPr dirty="0" sz="950" spc="-40">
                <a:solidFill>
                  <a:srgbClr val="6D28D9"/>
                </a:solidFill>
                <a:latin typeface="Segoe UI Symbol"/>
                <a:cs typeface="Segoe UI Symbol"/>
              </a:rPr>
              <a:t>LOCATE</a:t>
            </a:r>
            <a:endParaRPr sz="950">
              <a:latin typeface="Segoe UI Symbol"/>
              <a:cs typeface="Segoe UI Symbol"/>
            </a:endParaRPr>
          </a:p>
        </p:txBody>
      </p:sp>
      <p:sp>
        <p:nvSpPr>
          <p:cNvPr id="193" name="object 193"/>
          <p:cNvSpPr txBox="1"/>
          <p:nvPr/>
        </p:nvSpPr>
        <p:spPr>
          <a:xfrm>
            <a:off x="1741716" y="3726851"/>
            <a:ext cx="121285" cy="57213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815"/>
              </a:lnSpc>
            </a:pPr>
            <a:r>
              <a:rPr dirty="0" sz="750" spc="-30">
                <a:solidFill>
                  <a:srgbClr val="333333"/>
                </a:solidFill>
                <a:latin typeface="Segoe UI Symbol"/>
                <a:cs typeface="Segoe UI Symbol"/>
              </a:rPr>
              <a:t>Vulnerable</a:t>
            </a:r>
            <a:r>
              <a:rPr dirty="0" sz="750" spc="15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dirty="0" sz="750" spc="-25">
                <a:solidFill>
                  <a:srgbClr val="333333"/>
                </a:solidFill>
                <a:latin typeface="Segoe UI Symbol"/>
                <a:cs typeface="Segoe UI Symbol"/>
              </a:rPr>
              <a:t>Co</a:t>
            </a:r>
            <a:endParaRPr sz="750">
              <a:latin typeface="Segoe UI Symbol"/>
              <a:cs typeface="Segoe UI Symbol"/>
            </a:endParaRPr>
          </a:p>
        </p:txBody>
      </p:sp>
      <p:sp>
        <p:nvSpPr>
          <p:cNvPr id="194" name="object 194"/>
          <p:cNvSpPr txBox="1"/>
          <p:nvPr/>
        </p:nvSpPr>
        <p:spPr>
          <a:xfrm>
            <a:off x="1741716" y="4273295"/>
            <a:ext cx="121285" cy="123189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815"/>
              </a:lnSpc>
            </a:pPr>
            <a:r>
              <a:rPr dirty="0" sz="750" spc="-25">
                <a:solidFill>
                  <a:srgbClr val="333333"/>
                </a:solidFill>
                <a:latin typeface="Segoe UI Symbol"/>
                <a:cs typeface="Segoe UI Symbol"/>
              </a:rPr>
              <a:t>de</a:t>
            </a:r>
            <a:endParaRPr sz="750">
              <a:latin typeface="Segoe UI Symbol"/>
              <a:cs typeface="Segoe UI Symbol"/>
            </a:endParaRPr>
          </a:p>
        </p:txBody>
      </p:sp>
      <p:grpSp>
        <p:nvGrpSpPr>
          <p:cNvPr id="195" name="object 195"/>
          <p:cNvGrpSpPr/>
          <p:nvPr/>
        </p:nvGrpSpPr>
        <p:grpSpPr>
          <a:xfrm>
            <a:off x="1605484" y="3499005"/>
            <a:ext cx="1355725" cy="5532120"/>
            <a:chOff x="1605484" y="3499005"/>
            <a:chExt cx="1355725" cy="5532120"/>
          </a:xfrm>
        </p:grpSpPr>
        <p:sp>
          <p:nvSpPr>
            <p:cNvPr id="196" name="object 196"/>
            <p:cNvSpPr/>
            <p:nvPr/>
          </p:nvSpPr>
          <p:spPr>
            <a:xfrm>
              <a:off x="1610169" y="3503168"/>
              <a:ext cx="118745" cy="1117600"/>
            </a:xfrm>
            <a:custGeom>
              <a:avLst/>
              <a:gdLst/>
              <a:ahLst/>
              <a:cxnLst/>
              <a:rect l="l" t="t" r="r" b="b"/>
              <a:pathLst>
                <a:path w="118744" h="1117600">
                  <a:moveTo>
                    <a:pt x="77216" y="0"/>
                  </a:moveTo>
                  <a:lnTo>
                    <a:pt x="41020" y="0"/>
                  </a:lnTo>
                  <a:lnTo>
                    <a:pt x="25162" y="3569"/>
                  </a:lnTo>
                  <a:lnTo>
                    <a:pt x="12128" y="12630"/>
                  </a:lnTo>
                  <a:lnTo>
                    <a:pt x="3286" y="25933"/>
                  </a:lnTo>
                  <a:lnTo>
                    <a:pt x="0" y="42227"/>
                  </a:lnTo>
                  <a:lnTo>
                    <a:pt x="0" y="1076197"/>
                  </a:lnTo>
                  <a:lnTo>
                    <a:pt x="3286" y="1092179"/>
                  </a:lnTo>
                  <a:lnTo>
                    <a:pt x="12128" y="1105251"/>
                  </a:lnTo>
                  <a:lnTo>
                    <a:pt x="25162" y="1114052"/>
                  </a:lnTo>
                  <a:lnTo>
                    <a:pt x="41020" y="1117218"/>
                  </a:lnTo>
                  <a:lnTo>
                    <a:pt x="77216" y="1117218"/>
                  </a:lnTo>
                  <a:lnTo>
                    <a:pt x="93135" y="1114052"/>
                  </a:lnTo>
                  <a:lnTo>
                    <a:pt x="106187" y="1105251"/>
                  </a:lnTo>
                  <a:lnTo>
                    <a:pt x="115008" y="1092179"/>
                  </a:lnTo>
                  <a:lnTo>
                    <a:pt x="118237" y="1076197"/>
                  </a:lnTo>
                  <a:lnTo>
                    <a:pt x="118237" y="42227"/>
                  </a:lnTo>
                  <a:lnTo>
                    <a:pt x="115008" y="25933"/>
                  </a:lnTo>
                  <a:lnTo>
                    <a:pt x="106187" y="12630"/>
                  </a:lnTo>
                  <a:lnTo>
                    <a:pt x="93135" y="3569"/>
                  </a:lnTo>
                  <a:lnTo>
                    <a:pt x="77216" y="0"/>
                  </a:lnTo>
                  <a:close/>
                </a:path>
              </a:pathLst>
            </a:custGeom>
            <a:solidFill>
              <a:srgbClr val="E3D5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/>
            <p:cNvSpPr/>
            <p:nvPr/>
          </p:nvSpPr>
          <p:spPr>
            <a:xfrm>
              <a:off x="1605484" y="3499005"/>
              <a:ext cx="128270" cy="1126490"/>
            </a:xfrm>
            <a:custGeom>
              <a:avLst/>
              <a:gdLst/>
              <a:ahLst/>
              <a:cxnLst/>
              <a:rect l="l" t="t" r="r" b="b"/>
              <a:pathLst>
                <a:path w="128269" h="1126489">
                  <a:moveTo>
                    <a:pt x="95131" y="1125219"/>
                  </a:moveTo>
                  <a:lnTo>
                    <a:pt x="32575" y="1125219"/>
                  </a:lnTo>
                  <a:lnTo>
                    <a:pt x="36536" y="1126489"/>
                  </a:lnTo>
                  <a:lnTo>
                    <a:pt x="91170" y="1126489"/>
                  </a:lnTo>
                  <a:lnTo>
                    <a:pt x="95131" y="1125219"/>
                  </a:lnTo>
                  <a:close/>
                </a:path>
                <a:path w="128269" h="1126489">
                  <a:moveTo>
                    <a:pt x="99415" y="1123950"/>
                  </a:moveTo>
                  <a:lnTo>
                    <a:pt x="28291" y="1123950"/>
                  </a:lnTo>
                  <a:lnTo>
                    <a:pt x="32092" y="1125219"/>
                  </a:lnTo>
                  <a:lnTo>
                    <a:pt x="95614" y="1125219"/>
                  </a:lnTo>
                  <a:lnTo>
                    <a:pt x="99415" y="1123950"/>
                  </a:lnTo>
                  <a:close/>
                </a:path>
                <a:path w="128269" h="1126489">
                  <a:moveTo>
                    <a:pt x="103477" y="1121410"/>
                  </a:moveTo>
                  <a:lnTo>
                    <a:pt x="24230" y="1121410"/>
                  </a:lnTo>
                  <a:lnTo>
                    <a:pt x="27839" y="1123950"/>
                  </a:lnTo>
                  <a:lnTo>
                    <a:pt x="99867" y="1123950"/>
                  </a:lnTo>
                  <a:lnTo>
                    <a:pt x="103477" y="1121410"/>
                  </a:lnTo>
                  <a:close/>
                </a:path>
                <a:path w="128269" h="1126489">
                  <a:moveTo>
                    <a:pt x="107317" y="1118869"/>
                  </a:moveTo>
                  <a:lnTo>
                    <a:pt x="20389" y="1118869"/>
                  </a:lnTo>
                  <a:lnTo>
                    <a:pt x="23798" y="1121410"/>
                  </a:lnTo>
                  <a:lnTo>
                    <a:pt x="103910" y="1121410"/>
                  </a:lnTo>
                  <a:lnTo>
                    <a:pt x="107317" y="1118869"/>
                  </a:lnTo>
                  <a:close/>
                </a:path>
                <a:path w="128269" h="1126489">
                  <a:moveTo>
                    <a:pt x="38547" y="1116329"/>
                  </a:moveTo>
                  <a:lnTo>
                    <a:pt x="16800" y="1116329"/>
                  </a:lnTo>
                  <a:lnTo>
                    <a:pt x="19987" y="1118869"/>
                  </a:lnTo>
                  <a:lnTo>
                    <a:pt x="107720" y="1118869"/>
                  </a:lnTo>
                  <a:lnTo>
                    <a:pt x="109313" y="1117600"/>
                  </a:lnTo>
                  <a:lnTo>
                    <a:pt x="42659" y="1117600"/>
                  </a:lnTo>
                  <a:lnTo>
                    <a:pt x="38547" y="1116329"/>
                  </a:lnTo>
                  <a:close/>
                </a:path>
                <a:path w="128269" h="1126489">
                  <a:moveTo>
                    <a:pt x="42277" y="1116329"/>
                  </a:moveTo>
                  <a:lnTo>
                    <a:pt x="42659" y="1117600"/>
                  </a:lnTo>
                  <a:lnTo>
                    <a:pt x="44378" y="1117600"/>
                  </a:lnTo>
                  <a:lnTo>
                    <a:pt x="42277" y="1116329"/>
                  </a:lnTo>
                  <a:close/>
                </a:path>
                <a:path w="128269" h="1126489">
                  <a:moveTo>
                    <a:pt x="85430" y="1116329"/>
                  </a:moveTo>
                  <a:lnTo>
                    <a:pt x="83328" y="1117600"/>
                  </a:lnTo>
                  <a:lnTo>
                    <a:pt x="85048" y="1117600"/>
                  </a:lnTo>
                  <a:lnTo>
                    <a:pt x="85430" y="1116329"/>
                  </a:lnTo>
                  <a:close/>
                </a:path>
                <a:path w="128269" h="1126489">
                  <a:moveTo>
                    <a:pt x="110907" y="1116329"/>
                  </a:moveTo>
                  <a:lnTo>
                    <a:pt x="89160" y="1116329"/>
                  </a:lnTo>
                  <a:lnTo>
                    <a:pt x="85048" y="1117600"/>
                  </a:lnTo>
                  <a:lnTo>
                    <a:pt x="109313" y="1117600"/>
                  </a:lnTo>
                  <a:lnTo>
                    <a:pt x="110907" y="1116329"/>
                  </a:lnTo>
                  <a:close/>
                </a:path>
                <a:path w="128269" h="1126489">
                  <a:moveTo>
                    <a:pt x="31751" y="1113789"/>
                  </a:moveTo>
                  <a:lnTo>
                    <a:pt x="13492" y="1113789"/>
                  </a:lnTo>
                  <a:lnTo>
                    <a:pt x="16428" y="1116329"/>
                  </a:lnTo>
                  <a:lnTo>
                    <a:pt x="39039" y="1116329"/>
                  </a:lnTo>
                  <a:lnTo>
                    <a:pt x="35078" y="1115060"/>
                  </a:lnTo>
                  <a:lnTo>
                    <a:pt x="35551" y="1115060"/>
                  </a:lnTo>
                  <a:lnTo>
                    <a:pt x="31751" y="1113789"/>
                  </a:lnTo>
                  <a:close/>
                </a:path>
                <a:path w="128269" h="1126489">
                  <a:moveTo>
                    <a:pt x="114214" y="1113789"/>
                  </a:moveTo>
                  <a:lnTo>
                    <a:pt x="95956" y="1113789"/>
                  </a:lnTo>
                  <a:lnTo>
                    <a:pt x="92156" y="1115060"/>
                  </a:lnTo>
                  <a:lnTo>
                    <a:pt x="92628" y="1115060"/>
                  </a:lnTo>
                  <a:lnTo>
                    <a:pt x="88667" y="1116329"/>
                  </a:lnTo>
                  <a:lnTo>
                    <a:pt x="111278" y="1116329"/>
                  </a:lnTo>
                  <a:lnTo>
                    <a:pt x="114214" y="1113789"/>
                  </a:lnTo>
                  <a:close/>
                </a:path>
                <a:path w="128269" h="1126489">
                  <a:moveTo>
                    <a:pt x="14044" y="1097279"/>
                  </a:moveTo>
                  <a:lnTo>
                    <a:pt x="14286" y="1098550"/>
                  </a:lnTo>
                  <a:lnTo>
                    <a:pt x="3478" y="1098550"/>
                  </a:lnTo>
                  <a:lnTo>
                    <a:pt x="5227" y="1102360"/>
                  </a:lnTo>
                  <a:lnTo>
                    <a:pt x="5459" y="1103629"/>
                  </a:lnTo>
                  <a:lnTo>
                    <a:pt x="7529" y="1106169"/>
                  </a:lnTo>
                  <a:lnTo>
                    <a:pt x="7801" y="1107439"/>
                  </a:lnTo>
                  <a:lnTo>
                    <a:pt x="10184" y="1109979"/>
                  </a:lnTo>
                  <a:lnTo>
                    <a:pt x="10486" y="1109979"/>
                  </a:lnTo>
                  <a:lnTo>
                    <a:pt x="13161" y="1113789"/>
                  </a:lnTo>
                  <a:lnTo>
                    <a:pt x="32203" y="1113789"/>
                  </a:lnTo>
                  <a:lnTo>
                    <a:pt x="28594" y="1112519"/>
                  </a:lnTo>
                  <a:lnTo>
                    <a:pt x="29015" y="1112519"/>
                  </a:lnTo>
                  <a:lnTo>
                    <a:pt x="25608" y="1111250"/>
                  </a:lnTo>
                  <a:lnTo>
                    <a:pt x="26009" y="1111250"/>
                  </a:lnTo>
                  <a:lnTo>
                    <a:pt x="22823" y="1108710"/>
                  </a:lnTo>
                  <a:lnTo>
                    <a:pt x="23195" y="1108710"/>
                  </a:lnTo>
                  <a:lnTo>
                    <a:pt x="20259" y="1106169"/>
                  </a:lnTo>
                  <a:lnTo>
                    <a:pt x="20600" y="1106169"/>
                  </a:lnTo>
                  <a:lnTo>
                    <a:pt x="17926" y="1103629"/>
                  </a:lnTo>
                  <a:lnTo>
                    <a:pt x="18228" y="1103629"/>
                  </a:lnTo>
                  <a:lnTo>
                    <a:pt x="15854" y="1101089"/>
                  </a:lnTo>
                  <a:lnTo>
                    <a:pt x="16116" y="1101089"/>
                  </a:lnTo>
                  <a:lnTo>
                    <a:pt x="14044" y="1097279"/>
                  </a:lnTo>
                  <a:close/>
                </a:path>
                <a:path w="128269" h="1126489">
                  <a:moveTo>
                    <a:pt x="113662" y="1097279"/>
                  </a:moveTo>
                  <a:lnTo>
                    <a:pt x="111591" y="1101089"/>
                  </a:lnTo>
                  <a:lnTo>
                    <a:pt x="111852" y="1101089"/>
                  </a:lnTo>
                  <a:lnTo>
                    <a:pt x="109479" y="1103629"/>
                  </a:lnTo>
                  <a:lnTo>
                    <a:pt x="109781" y="1103629"/>
                  </a:lnTo>
                  <a:lnTo>
                    <a:pt x="107106" y="1106169"/>
                  </a:lnTo>
                  <a:lnTo>
                    <a:pt x="107448" y="1106169"/>
                  </a:lnTo>
                  <a:lnTo>
                    <a:pt x="104513" y="1108710"/>
                  </a:lnTo>
                  <a:lnTo>
                    <a:pt x="104884" y="1108710"/>
                  </a:lnTo>
                  <a:lnTo>
                    <a:pt x="101697" y="1111250"/>
                  </a:lnTo>
                  <a:lnTo>
                    <a:pt x="102100" y="1111250"/>
                  </a:lnTo>
                  <a:lnTo>
                    <a:pt x="98691" y="1112519"/>
                  </a:lnTo>
                  <a:lnTo>
                    <a:pt x="99113" y="1112519"/>
                  </a:lnTo>
                  <a:lnTo>
                    <a:pt x="95504" y="1113789"/>
                  </a:lnTo>
                  <a:lnTo>
                    <a:pt x="114556" y="1113789"/>
                  </a:lnTo>
                  <a:lnTo>
                    <a:pt x="117220" y="1109979"/>
                  </a:lnTo>
                  <a:lnTo>
                    <a:pt x="117523" y="1109979"/>
                  </a:lnTo>
                  <a:lnTo>
                    <a:pt x="119905" y="1107439"/>
                  </a:lnTo>
                  <a:lnTo>
                    <a:pt x="120177" y="1106169"/>
                  </a:lnTo>
                  <a:lnTo>
                    <a:pt x="122248" y="1103629"/>
                  </a:lnTo>
                  <a:lnTo>
                    <a:pt x="122480" y="1102360"/>
                  </a:lnTo>
                  <a:lnTo>
                    <a:pt x="124228" y="1098550"/>
                  </a:lnTo>
                  <a:lnTo>
                    <a:pt x="113431" y="1098550"/>
                  </a:lnTo>
                  <a:lnTo>
                    <a:pt x="113662" y="1097279"/>
                  </a:lnTo>
                  <a:close/>
                </a:path>
                <a:path w="128269" h="1126489">
                  <a:moveTo>
                    <a:pt x="12537" y="1094739"/>
                  </a:moveTo>
                  <a:lnTo>
                    <a:pt x="1899" y="1094739"/>
                  </a:lnTo>
                  <a:lnTo>
                    <a:pt x="3288" y="1098550"/>
                  </a:lnTo>
                  <a:lnTo>
                    <a:pt x="14286" y="1098550"/>
                  </a:lnTo>
                  <a:lnTo>
                    <a:pt x="12537" y="1094739"/>
                  </a:lnTo>
                  <a:close/>
                </a:path>
                <a:path w="128269" h="1126489">
                  <a:moveTo>
                    <a:pt x="125807" y="1094739"/>
                  </a:moveTo>
                  <a:lnTo>
                    <a:pt x="115169" y="1094739"/>
                  </a:lnTo>
                  <a:lnTo>
                    <a:pt x="113431" y="1098550"/>
                  </a:lnTo>
                  <a:lnTo>
                    <a:pt x="124420" y="1098550"/>
                  </a:lnTo>
                  <a:lnTo>
                    <a:pt x="125807" y="1094739"/>
                  </a:lnTo>
                  <a:close/>
                </a:path>
                <a:path w="128269" h="1126489">
                  <a:moveTo>
                    <a:pt x="103910" y="6350"/>
                  </a:moveTo>
                  <a:lnTo>
                    <a:pt x="23798" y="6350"/>
                  </a:lnTo>
                  <a:lnTo>
                    <a:pt x="20389" y="7620"/>
                  </a:lnTo>
                  <a:lnTo>
                    <a:pt x="19987" y="8889"/>
                  </a:lnTo>
                  <a:lnTo>
                    <a:pt x="16800" y="10159"/>
                  </a:lnTo>
                  <a:lnTo>
                    <a:pt x="16428" y="11429"/>
                  </a:lnTo>
                  <a:lnTo>
                    <a:pt x="13492" y="13970"/>
                  </a:lnTo>
                  <a:lnTo>
                    <a:pt x="13161" y="13970"/>
                  </a:lnTo>
                  <a:lnTo>
                    <a:pt x="10486" y="16509"/>
                  </a:lnTo>
                  <a:lnTo>
                    <a:pt x="10184" y="17779"/>
                  </a:lnTo>
                  <a:lnTo>
                    <a:pt x="7801" y="20320"/>
                  </a:lnTo>
                  <a:lnTo>
                    <a:pt x="7529" y="21589"/>
                  </a:lnTo>
                  <a:lnTo>
                    <a:pt x="5459" y="24129"/>
                  </a:lnTo>
                  <a:lnTo>
                    <a:pt x="5227" y="25400"/>
                  </a:lnTo>
                  <a:lnTo>
                    <a:pt x="3478" y="27939"/>
                  </a:lnTo>
                  <a:lnTo>
                    <a:pt x="3288" y="29209"/>
                  </a:lnTo>
                  <a:lnTo>
                    <a:pt x="1899" y="33020"/>
                  </a:lnTo>
                  <a:lnTo>
                    <a:pt x="1748" y="33020"/>
                  </a:lnTo>
                  <a:lnTo>
                    <a:pt x="734" y="36829"/>
                  </a:lnTo>
                  <a:lnTo>
                    <a:pt x="633" y="38100"/>
                  </a:lnTo>
                  <a:lnTo>
                    <a:pt x="0" y="41909"/>
                  </a:lnTo>
                  <a:lnTo>
                    <a:pt x="0" y="1085850"/>
                  </a:lnTo>
                  <a:lnTo>
                    <a:pt x="633" y="1089660"/>
                  </a:lnTo>
                  <a:lnTo>
                    <a:pt x="734" y="1090929"/>
                  </a:lnTo>
                  <a:lnTo>
                    <a:pt x="1748" y="1094739"/>
                  </a:lnTo>
                  <a:lnTo>
                    <a:pt x="12727" y="1094739"/>
                  </a:lnTo>
                  <a:lnTo>
                    <a:pt x="11803" y="1092200"/>
                  </a:lnTo>
                  <a:lnTo>
                    <a:pt x="11492" y="1092200"/>
                  </a:lnTo>
                  <a:lnTo>
                    <a:pt x="10466" y="1088389"/>
                  </a:lnTo>
                  <a:lnTo>
                    <a:pt x="9942" y="1084579"/>
                  </a:lnTo>
                  <a:lnTo>
                    <a:pt x="9842" y="44450"/>
                  </a:lnTo>
                  <a:lnTo>
                    <a:pt x="9983" y="43179"/>
                  </a:lnTo>
                  <a:lnTo>
                    <a:pt x="10566" y="39370"/>
                  </a:lnTo>
                  <a:lnTo>
                    <a:pt x="11492" y="35559"/>
                  </a:lnTo>
                  <a:lnTo>
                    <a:pt x="11341" y="35559"/>
                  </a:lnTo>
                  <a:lnTo>
                    <a:pt x="12727" y="31750"/>
                  </a:lnTo>
                  <a:lnTo>
                    <a:pt x="13120" y="31750"/>
                  </a:lnTo>
                  <a:lnTo>
                    <a:pt x="14286" y="29209"/>
                  </a:lnTo>
                  <a:lnTo>
                    <a:pt x="14044" y="29209"/>
                  </a:lnTo>
                  <a:lnTo>
                    <a:pt x="16116" y="26670"/>
                  </a:lnTo>
                  <a:lnTo>
                    <a:pt x="15854" y="26670"/>
                  </a:lnTo>
                  <a:lnTo>
                    <a:pt x="18228" y="22859"/>
                  </a:lnTo>
                  <a:lnTo>
                    <a:pt x="18817" y="22859"/>
                  </a:lnTo>
                  <a:lnTo>
                    <a:pt x="20600" y="20320"/>
                  </a:lnTo>
                  <a:lnTo>
                    <a:pt x="21727" y="20320"/>
                  </a:lnTo>
                  <a:lnTo>
                    <a:pt x="23195" y="19050"/>
                  </a:lnTo>
                  <a:lnTo>
                    <a:pt x="22823" y="19050"/>
                  </a:lnTo>
                  <a:lnTo>
                    <a:pt x="26009" y="16509"/>
                  </a:lnTo>
                  <a:lnTo>
                    <a:pt x="25608" y="16509"/>
                  </a:lnTo>
                  <a:lnTo>
                    <a:pt x="29015" y="15239"/>
                  </a:lnTo>
                  <a:lnTo>
                    <a:pt x="28594" y="15239"/>
                  </a:lnTo>
                  <a:lnTo>
                    <a:pt x="32203" y="12700"/>
                  </a:lnTo>
                  <a:lnTo>
                    <a:pt x="31751" y="12700"/>
                  </a:lnTo>
                  <a:lnTo>
                    <a:pt x="35551" y="11429"/>
                  </a:lnTo>
                  <a:lnTo>
                    <a:pt x="38547" y="11429"/>
                  </a:lnTo>
                  <a:lnTo>
                    <a:pt x="42659" y="10159"/>
                  </a:lnTo>
                  <a:lnTo>
                    <a:pt x="110907" y="10159"/>
                  </a:lnTo>
                  <a:lnTo>
                    <a:pt x="107720" y="8889"/>
                  </a:lnTo>
                  <a:lnTo>
                    <a:pt x="107317" y="7620"/>
                  </a:lnTo>
                  <a:lnTo>
                    <a:pt x="103910" y="6350"/>
                  </a:lnTo>
                  <a:close/>
                </a:path>
                <a:path w="128269" h="1126489">
                  <a:moveTo>
                    <a:pt x="116366" y="1090929"/>
                  </a:moveTo>
                  <a:lnTo>
                    <a:pt x="114979" y="1094739"/>
                  </a:lnTo>
                  <a:lnTo>
                    <a:pt x="125958" y="1094739"/>
                  </a:lnTo>
                  <a:lnTo>
                    <a:pt x="126635" y="1092200"/>
                  </a:lnTo>
                  <a:lnTo>
                    <a:pt x="116216" y="1092200"/>
                  </a:lnTo>
                  <a:lnTo>
                    <a:pt x="116366" y="1090929"/>
                  </a:lnTo>
                  <a:close/>
                </a:path>
                <a:path w="128269" h="1126489">
                  <a:moveTo>
                    <a:pt x="11341" y="1090929"/>
                  </a:moveTo>
                  <a:lnTo>
                    <a:pt x="11492" y="1092200"/>
                  </a:lnTo>
                  <a:lnTo>
                    <a:pt x="11803" y="1092200"/>
                  </a:lnTo>
                  <a:lnTo>
                    <a:pt x="11341" y="1090929"/>
                  </a:lnTo>
                  <a:close/>
                </a:path>
                <a:path w="128269" h="1126489">
                  <a:moveTo>
                    <a:pt x="125345" y="31750"/>
                  </a:moveTo>
                  <a:lnTo>
                    <a:pt x="114979" y="31750"/>
                  </a:lnTo>
                  <a:lnTo>
                    <a:pt x="116366" y="35559"/>
                  </a:lnTo>
                  <a:lnTo>
                    <a:pt x="116216" y="35559"/>
                  </a:lnTo>
                  <a:lnTo>
                    <a:pt x="117241" y="39370"/>
                  </a:lnTo>
                  <a:lnTo>
                    <a:pt x="117764" y="43179"/>
                  </a:lnTo>
                  <a:lnTo>
                    <a:pt x="117723" y="1084579"/>
                  </a:lnTo>
                  <a:lnTo>
                    <a:pt x="117140" y="1088389"/>
                  </a:lnTo>
                  <a:lnTo>
                    <a:pt x="116216" y="1092200"/>
                  </a:lnTo>
                  <a:lnTo>
                    <a:pt x="126635" y="1092200"/>
                  </a:lnTo>
                  <a:lnTo>
                    <a:pt x="126973" y="1090929"/>
                  </a:lnTo>
                  <a:lnTo>
                    <a:pt x="127074" y="1089660"/>
                  </a:lnTo>
                  <a:lnTo>
                    <a:pt x="127707" y="1085850"/>
                  </a:lnTo>
                  <a:lnTo>
                    <a:pt x="127707" y="41909"/>
                  </a:lnTo>
                  <a:lnTo>
                    <a:pt x="127074" y="38100"/>
                  </a:lnTo>
                  <a:lnTo>
                    <a:pt x="126973" y="36829"/>
                  </a:lnTo>
                  <a:lnTo>
                    <a:pt x="125958" y="33020"/>
                  </a:lnTo>
                  <a:lnTo>
                    <a:pt x="125807" y="33020"/>
                  </a:lnTo>
                  <a:lnTo>
                    <a:pt x="125345" y="31750"/>
                  </a:lnTo>
                  <a:close/>
                </a:path>
                <a:path w="128269" h="1126489">
                  <a:moveTo>
                    <a:pt x="13120" y="31750"/>
                  </a:moveTo>
                  <a:lnTo>
                    <a:pt x="12727" y="31750"/>
                  </a:lnTo>
                  <a:lnTo>
                    <a:pt x="12537" y="33020"/>
                  </a:lnTo>
                  <a:lnTo>
                    <a:pt x="13120" y="31750"/>
                  </a:lnTo>
                  <a:close/>
                </a:path>
                <a:path w="128269" h="1126489">
                  <a:moveTo>
                    <a:pt x="121213" y="22859"/>
                  </a:moveTo>
                  <a:lnTo>
                    <a:pt x="109479" y="22859"/>
                  </a:lnTo>
                  <a:lnTo>
                    <a:pt x="111852" y="26670"/>
                  </a:lnTo>
                  <a:lnTo>
                    <a:pt x="111591" y="26670"/>
                  </a:lnTo>
                  <a:lnTo>
                    <a:pt x="113662" y="29209"/>
                  </a:lnTo>
                  <a:lnTo>
                    <a:pt x="113431" y="29209"/>
                  </a:lnTo>
                  <a:lnTo>
                    <a:pt x="115169" y="33020"/>
                  </a:lnTo>
                  <a:lnTo>
                    <a:pt x="114979" y="31750"/>
                  </a:lnTo>
                  <a:lnTo>
                    <a:pt x="125345" y="31750"/>
                  </a:lnTo>
                  <a:lnTo>
                    <a:pt x="124420" y="29209"/>
                  </a:lnTo>
                  <a:lnTo>
                    <a:pt x="124228" y="27939"/>
                  </a:lnTo>
                  <a:lnTo>
                    <a:pt x="122480" y="25400"/>
                  </a:lnTo>
                  <a:lnTo>
                    <a:pt x="122248" y="24129"/>
                  </a:lnTo>
                  <a:lnTo>
                    <a:pt x="121213" y="22859"/>
                  </a:lnTo>
                  <a:close/>
                </a:path>
                <a:path w="128269" h="1126489">
                  <a:moveTo>
                    <a:pt x="18817" y="22859"/>
                  </a:moveTo>
                  <a:lnTo>
                    <a:pt x="18228" y="22859"/>
                  </a:lnTo>
                  <a:lnTo>
                    <a:pt x="17926" y="24129"/>
                  </a:lnTo>
                  <a:lnTo>
                    <a:pt x="18817" y="22859"/>
                  </a:lnTo>
                  <a:close/>
                </a:path>
                <a:path w="128269" h="1126489">
                  <a:moveTo>
                    <a:pt x="119905" y="20320"/>
                  </a:moveTo>
                  <a:lnTo>
                    <a:pt x="107106" y="20320"/>
                  </a:lnTo>
                  <a:lnTo>
                    <a:pt x="109781" y="24129"/>
                  </a:lnTo>
                  <a:lnTo>
                    <a:pt x="109479" y="22859"/>
                  </a:lnTo>
                  <a:lnTo>
                    <a:pt x="121213" y="22859"/>
                  </a:lnTo>
                  <a:lnTo>
                    <a:pt x="120177" y="21589"/>
                  </a:lnTo>
                  <a:lnTo>
                    <a:pt x="119905" y="20320"/>
                  </a:lnTo>
                  <a:close/>
                </a:path>
                <a:path w="128269" h="1126489">
                  <a:moveTo>
                    <a:pt x="21727" y="20320"/>
                  </a:moveTo>
                  <a:lnTo>
                    <a:pt x="20600" y="20320"/>
                  </a:lnTo>
                  <a:lnTo>
                    <a:pt x="20259" y="21589"/>
                  </a:lnTo>
                  <a:lnTo>
                    <a:pt x="21727" y="20320"/>
                  </a:lnTo>
                  <a:close/>
                </a:path>
                <a:path w="128269" h="1126489">
                  <a:moveTo>
                    <a:pt x="110907" y="10159"/>
                  </a:moveTo>
                  <a:lnTo>
                    <a:pt x="85048" y="10159"/>
                  </a:lnTo>
                  <a:lnTo>
                    <a:pt x="89160" y="11429"/>
                  </a:lnTo>
                  <a:lnTo>
                    <a:pt x="92156" y="11429"/>
                  </a:lnTo>
                  <a:lnTo>
                    <a:pt x="95956" y="12700"/>
                  </a:lnTo>
                  <a:lnTo>
                    <a:pt x="95504" y="12700"/>
                  </a:lnTo>
                  <a:lnTo>
                    <a:pt x="99113" y="15239"/>
                  </a:lnTo>
                  <a:lnTo>
                    <a:pt x="98691" y="15239"/>
                  </a:lnTo>
                  <a:lnTo>
                    <a:pt x="102100" y="16509"/>
                  </a:lnTo>
                  <a:lnTo>
                    <a:pt x="101697" y="16509"/>
                  </a:lnTo>
                  <a:lnTo>
                    <a:pt x="104884" y="19050"/>
                  </a:lnTo>
                  <a:lnTo>
                    <a:pt x="104513" y="19050"/>
                  </a:lnTo>
                  <a:lnTo>
                    <a:pt x="107448" y="21589"/>
                  </a:lnTo>
                  <a:lnTo>
                    <a:pt x="107106" y="20320"/>
                  </a:lnTo>
                  <a:lnTo>
                    <a:pt x="119905" y="20320"/>
                  </a:lnTo>
                  <a:lnTo>
                    <a:pt x="117523" y="17779"/>
                  </a:lnTo>
                  <a:lnTo>
                    <a:pt x="117220" y="16509"/>
                  </a:lnTo>
                  <a:lnTo>
                    <a:pt x="114556" y="13970"/>
                  </a:lnTo>
                  <a:lnTo>
                    <a:pt x="114214" y="13970"/>
                  </a:lnTo>
                  <a:lnTo>
                    <a:pt x="111278" y="11429"/>
                  </a:lnTo>
                  <a:lnTo>
                    <a:pt x="110907" y="10159"/>
                  </a:lnTo>
                  <a:close/>
                </a:path>
                <a:path w="128269" h="1126489">
                  <a:moveTo>
                    <a:pt x="39039" y="11429"/>
                  </a:moveTo>
                  <a:lnTo>
                    <a:pt x="35551" y="11429"/>
                  </a:lnTo>
                  <a:lnTo>
                    <a:pt x="35078" y="12700"/>
                  </a:lnTo>
                  <a:lnTo>
                    <a:pt x="39039" y="11429"/>
                  </a:lnTo>
                  <a:close/>
                </a:path>
                <a:path w="128269" h="1126489">
                  <a:moveTo>
                    <a:pt x="92156" y="11429"/>
                  </a:moveTo>
                  <a:lnTo>
                    <a:pt x="88667" y="11429"/>
                  </a:lnTo>
                  <a:lnTo>
                    <a:pt x="92628" y="12700"/>
                  </a:lnTo>
                  <a:lnTo>
                    <a:pt x="92156" y="11429"/>
                  </a:lnTo>
                  <a:close/>
                </a:path>
                <a:path w="128269" h="1126489">
                  <a:moveTo>
                    <a:pt x="99867" y="3809"/>
                  </a:moveTo>
                  <a:lnTo>
                    <a:pt x="27839" y="3809"/>
                  </a:lnTo>
                  <a:lnTo>
                    <a:pt x="24230" y="6350"/>
                  </a:lnTo>
                  <a:lnTo>
                    <a:pt x="103477" y="6350"/>
                  </a:lnTo>
                  <a:lnTo>
                    <a:pt x="99867" y="3809"/>
                  </a:lnTo>
                  <a:close/>
                </a:path>
                <a:path w="128269" h="1126489">
                  <a:moveTo>
                    <a:pt x="95614" y="2539"/>
                  </a:moveTo>
                  <a:lnTo>
                    <a:pt x="32092" y="2539"/>
                  </a:lnTo>
                  <a:lnTo>
                    <a:pt x="28291" y="3809"/>
                  </a:lnTo>
                  <a:lnTo>
                    <a:pt x="99415" y="3809"/>
                  </a:lnTo>
                  <a:lnTo>
                    <a:pt x="95614" y="2539"/>
                  </a:lnTo>
                  <a:close/>
                </a:path>
                <a:path w="128269" h="1126489">
                  <a:moveTo>
                    <a:pt x="91170" y="1270"/>
                  </a:moveTo>
                  <a:lnTo>
                    <a:pt x="36536" y="1270"/>
                  </a:lnTo>
                  <a:lnTo>
                    <a:pt x="32575" y="2539"/>
                  </a:lnTo>
                  <a:lnTo>
                    <a:pt x="95131" y="2539"/>
                  </a:lnTo>
                  <a:lnTo>
                    <a:pt x="91170" y="1270"/>
                  </a:lnTo>
                  <a:close/>
                </a:path>
                <a:path w="128269" h="1126489">
                  <a:moveTo>
                    <a:pt x="86193" y="0"/>
                  </a:moveTo>
                  <a:lnTo>
                    <a:pt x="41141" y="0"/>
                  </a:lnTo>
                  <a:lnTo>
                    <a:pt x="37029" y="1270"/>
                  </a:lnTo>
                  <a:lnTo>
                    <a:pt x="90677" y="1270"/>
                  </a:lnTo>
                  <a:lnTo>
                    <a:pt x="86193" y="0"/>
                  </a:lnTo>
                  <a:close/>
                </a:path>
              </a:pathLst>
            </a:custGeom>
            <a:solidFill>
              <a:srgbClr val="8B5CF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8" name="object 198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621027" y="3549015"/>
              <a:ext cx="96519" cy="112204"/>
            </a:xfrm>
            <a:prstGeom prst="rect">
              <a:avLst/>
            </a:prstGeom>
          </p:spPr>
        </p:pic>
        <p:pic>
          <p:nvPicPr>
            <p:cNvPr id="199" name="object 199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2761753" y="8796273"/>
              <a:ext cx="199434" cy="234845"/>
            </a:xfrm>
            <a:prstGeom prst="rect">
              <a:avLst/>
            </a:prstGeom>
          </p:spPr>
        </p:pic>
      </p:grpSp>
      <p:sp>
        <p:nvSpPr>
          <p:cNvPr id="200" name="object 200"/>
          <p:cNvSpPr txBox="1"/>
          <p:nvPr/>
        </p:nvSpPr>
        <p:spPr>
          <a:xfrm>
            <a:off x="1617481" y="3655356"/>
            <a:ext cx="90805" cy="84709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z="500" spc="-10" b="1">
                <a:solidFill>
                  <a:srgbClr val="4C1D95"/>
                </a:solidFill>
                <a:latin typeface="Segoe UI Symbol"/>
                <a:cs typeface="Segoe UI Symbol"/>
              </a:rPr>
              <a:t>app/controllers/api.php</a:t>
            </a:r>
            <a:endParaRPr sz="500">
              <a:latin typeface="Segoe UI Symbol"/>
              <a:cs typeface="Segoe UI Symbol"/>
            </a:endParaRPr>
          </a:p>
        </p:txBody>
      </p:sp>
      <p:pic>
        <p:nvPicPr>
          <p:cNvPr id="201" name="object 201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1585567" y="4835919"/>
            <a:ext cx="725388" cy="1266189"/>
          </a:xfrm>
          <a:prstGeom prst="rect">
            <a:avLst/>
          </a:prstGeom>
        </p:spPr>
      </p:pic>
      <p:sp>
        <p:nvSpPr>
          <p:cNvPr id="202" name="object 202"/>
          <p:cNvSpPr txBox="1"/>
          <p:nvPr/>
        </p:nvSpPr>
        <p:spPr>
          <a:xfrm>
            <a:off x="2079702" y="4951670"/>
            <a:ext cx="186055" cy="10668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295"/>
              </a:lnSpc>
            </a:pPr>
            <a:r>
              <a:rPr dirty="0" sz="1250" spc="-50">
                <a:solidFill>
                  <a:srgbClr val="FFFFFF"/>
                </a:solidFill>
                <a:latin typeface="Segoe UI Symbol"/>
                <a:cs typeface="Segoe UI Symbol"/>
              </a:rPr>
              <a:t>3</a:t>
            </a:r>
            <a:endParaRPr sz="1250">
              <a:latin typeface="Segoe UI Symbol"/>
              <a:cs typeface="Segoe UI Symbol"/>
            </a:endParaRPr>
          </a:p>
        </p:txBody>
      </p:sp>
      <p:grpSp>
        <p:nvGrpSpPr>
          <p:cNvPr id="203" name="object 203"/>
          <p:cNvGrpSpPr/>
          <p:nvPr/>
        </p:nvGrpSpPr>
        <p:grpSpPr>
          <a:xfrm>
            <a:off x="1585567" y="5188648"/>
            <a:ext cx="725805" cy="2306955"/>
            <a:chOff x="1585567" y="5188648"/>
            <a:chExt cx="725805" cy="2306955"/>
          </a:xfrm>
        </p:grpSpPr>
        <p:pic>
          <p:nvPicPr>
            <p:cNvPr id="204" name="object 204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964880" y="5188648"/>
              <a:ext cx="170116" cy="664781"/>
            </a:xfrm>
            <a:prstGeom prst="rect">
              <a:avLst/>
            </a:prstGeom>
          </p:spPr>
        </p:pic>
        <p:pic>
          <p:nvPicPr>
            <p:cNvPr id="205" name="object 205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585567" y="6254555"/>
              <a:ext cx="725388" cy="1240790"/>
            </a:xfrm>
            <a:prstGeom prst="rect">
              <a:avLst/>
            </a:prstGeom>
          </p:spPr>
        </p:pic>
      </p:grpSp>
      <p:sp>
        <p:nvSpPr>
          <p:cNvPr id="206" name="object 206"/>
          <p:cNvSpPr txBox="1"/>
          <p:nvPr/>
        </p:nvSpPr>
        <p:spPr>
          <a:xfrm>
            <a:off x="1572715" y="5134153"/>
            <a:ext cx="343535" cy="66802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algn="ctr">
              <a:lnSpc>
                <a:spcPts val="860"/>
              </a:lnSpc>
            </a:pPr>
            <a:r>
              <a:rPr dirty="0" sz="950" spc="-10">
                <a:solidFill>
                  <a:srgbClr val="0B3E8F"/>
                </a:solidFill>
                <a:latin typeface="Segoe UI Symbol"/>
                <a:cs typeface="Segoe UI Symbol"/>
              </a:rPr>
              <a:t>REPRODUCE</a:t>
            </a:r>
            <a:endParaRPr sz="950">
              <a:latin typeface="Segoe UI Symbol"/>
              <a:cs typeface="Segoe UI Symbol"/>
            </a:endParaRPr>
          </a:p>
          <a:p>
            <a:pPr algn="ctr" marL="635">
              <a:lnSpc>
                <a:spcPts val="725"/>
              </a:lnSpc>
            </a:pPr>
            <a:r>
              <a:rPr dirty="0" sz="750" spc="-35">
                <a:solidFill>
                  <a:srgbClr val="333333"/>
                </a:solidFill>
                <a:latin typeface="Segoe UI Symbol"/>
                <a:cs typeface="Segoe UI Symbol"/>
              </a:rPr>
              <a:t>Role</a:t>
            </a:r>
            <a:r>
              <a:rPr dirty="0" sz="750" spc="-25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dirty="0" sz="750" spc="-60">
                <a:solidFill>
                  <a:srgbClr val="333333"/>
                </a:solidFill>
                <a:latin typeface="Segoe UI Symbol"/>
                <a:cs typeface="Segoe UI Symbol"/>
              </a:rPr>
              <a:t>A</a:t>
            </a:r>
            <a:r>
              <a:rPr dirty="0" sz="750" spc="-2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dirty="0" sz="750">
                <a:solidFill>
                  <a:srgbClr val="333333"/>
                </a:solidFill>
                <a:latin typeface="Segoe UI Symbol"/>
                <a:cs typeface="Segoe UI Symbol"/>
              </a:rPr>
              <a:t>→</a:t>
            </a:r>
            <a:r>
              <a:rPr dirty="0" sz="750" spc="-25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dirty="0" sz="750" spc="-35">
                <a:solidFill>
                  <a:srgbClr val="333333"/>
                </a:solidFill>
                <a:latin typeface="Segoe UI Symbol"/>
                <a:cs typeface="Segoe UI Symbol"/>
              </a:rPr>
              <a:t>Role</a:t>
            </a:r>
            <a:r>
              <a:rPr dirty="0" sz="750" spc="-25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dirty="0" sz="750" spc="-50">
                <a:solidFill>
                  <a:srgbClr val="333333"/>
                </a:solidFill>
                <a:latin typeface="Segoe UI Symbol"/>
                <a:cs typeface="Segoe UI Symbol"/>
              </a:rPr>
              <a:t>B</a:t>
            </a:r>
            <a:endParaRPr sz="750">
              <a:latin typeface="Segoe UI Symbol"/>
              <a:cs typeface="Segoe UI Symbol"/>
            </a:endParaRPr>
          </a:p>
          <a:p>
            <a:pPr algn="ctr">
              <a:lnSpc>
                <a:spcPct val="100000"/>
              </a:lnSpc>
              <a:spcBef>
                <a:spcPts val="80"/>
              </a:spcBef>
            </a:pPr>
            <a:r>
              <a:rPr dirty="0" sz="750" spc="-20">
                <a:solidFill>
                  <a:srgbClr val="333333"/>
                </a:solidFill>
                <a:latin typeface="Segoe UI Symbol"/>
                <a:cs typeface="Segoe UI Symbol"/>
              </a:rPr>
              <a:t>Data</a:t>
            </a:r>
            <a:endParaRPr sz="750">
              <a:latin typeface="Segoe UI Symbol"/>
              <a:cs typeface="Segoe UI Symbol"/>
            </a:endParaRPr>
          </a:p>
        </p:txBody>
      </p:sp>
      <p:sp>
        <p:nvSpPr>
          <p:cNvPr id="207" name="object 207"/>
          <p:cNvSpPr txBox="1"/>
          <p:nvPr/>
        </p:nvSpPr>
        <p:spPr>
          <a:xfrm>
            <a:off x="2079702" y="6371047"/>
            <a:ext cx="186055" cy="10668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295"/>
              </a:lnSpc>
            </a:pPr>
            <a:r>
              <a:rPr dirty="0" sz="1250" spc="-50">
                <a:solidFill>
                  <a:srgbClr val="FFFFFF"/>
                </a:solidFill>
                <a:latin typeface="Segoe UI Symbol"/>
                <a:cs typeface="Segoe UI Symbol"/>
              </a:rPr>
              <a:t>4</a:t>
            </a:r>
            <a:endParaRPr sz="1250">
              <a:latin typeface="Segoe UI Symbol"/>
              <a:cs typeface="Segoe UI Symbol"/>
            </a:endParaRPr>
          </a:p>
        </p:txBody>
      </p:sp>
      <p:pic>
        <p:nvPicPr>
          <p:cNvPr id="208" name="object 208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1920239" y="6682295"/>
            <a:ext cx="258190" cy="317309"/>
          </a:xfrm>
          <a:prstGeom prst="rect">
            <a:avLst/>
          </a:prstGeom>
        </p:spPr>
      </p:pic>
      <p:sp>
        <p:nvSpPr>
          <p:cNvPr id="209" name="object 209"/>
          <p:cNvSpPr txBox="1"/>
          <p:nvPr/>
        </p:nvSpPr>
        <p:spPr>
          <a:xfrm>
            <a:off x="1667848" y="6613855"/>
            <a:ext cx="219075" cy="52197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algn="ctr">
              <a:lnSpc>
                <a:spcPts val="860"/>
              </a:lnSpc>
            </a:pPr>
            <a:r>
              <a:rPr dirty="0" sz="950" spc="-20">
                <a:solidFill>
                  <a:srgbClr val="14532D"/>
                </a:solidFill>
                <a:latin typeface="Segoe UI Symbol"/>
                <a:cs typeface="Segoe UI Symbol"/>
              </a:rPr>
              <a:t>VALIDATE</a:t>
            </a:r>
            <a:endParaRPr sz="950">
              <a:latin typeface="Segoe UI Symbol"/>
              <a:cs typeface="Segoe UI Symbol"/>
            </a:endParaRPr>
          </a:p>
          <a:p>
            <a:pPr algn="ctr">
              <a:lnSpc>
                <a:spcPts val="725"/>
              </a:lnSpc>
            </a:pPr>
            <a:r>
              <a:rPr dirty="0" sz="750" spc="-35">
                <a:solidFill>
                  <a:srgbClr val="333333"/>
                </a:solidFill>
                <a:latin typeface="Segoe UI Symbol"/>
                <a:cs typeface="Segoe UI Symbol"/>
              </a:rPr>
              <a:t>Safe</a:t>
            </a:r>
            <a:r>
              <a:rPr dirty="0" sz="750" spc="-15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dirty="0" sz="750" spc="-25">
                <a:solidFill>
                  <a:srgbClr val="333333"/>
                </a:solidFill>
                <a:latin typeface="Segoe UI Symbol"/>
                <a:cs typeface="Segoe UI Symbol"/>
              </a:rPr>
              <a:t>PoC</a:t>
            </a:r>
            <a:endParaRPr sz="750">
              <a:latin typeface="Segoe UI Symbol"/>
              <a:cs typeface="Segoe UI Symbol"/>
            </a:endParaRPr>
          </a:p>
        </p:txBody>
      </p:sp>
      <p:pic>
        <p:nvPicPr>
          <p:cNvPr id="210" name="object 210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1585567" y="7624921"/>
            <a:ext cx="725388" cy="1263650"/>
          </a:xfrm>
          <a:prstGeom prst="rect">
            <a:avLst/>
          </a:prstGeom>
        </p:spPr>
      </p:pic>
      <p:sp>
        <p:nvSpPr>
          <p:cNvPr id="211" name="object 211"/>
          <p:cNvSpPr txBox="1"/>
          <p:nvPr/>
        </p:nvSpPr>
        <p:spPr>
          <a:xfrm>
            <a:off x="2079702" y="7741862"/>
            <a:ext cx="186055" cy="10668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295"/>
              </a:lnSpc>
            </a:pPr>
            <a:r>
              <a:rPr dirty="0" sz="1250" spc="-50">
                <a:solidFill>
                  <a:srgbClr val="FFFFFF"/>
                </a:solidFill>
                <a:latin typeface="Segoe UI Symbol"/>
                <a:cs typeface="Segoe UI Symbol"/>
              </a:rPr>
              <a:t>5</a:t>
            </a:r>
            <a:endParaRPr sz="1250">
              <a:latin typeface="Segoe UI Symbol"/>
              <a:cs typeface="Segoe UI Symbol"/>
            </a:endParaRPr>
          </a:p>
        </p:txBody>
      </p:sp>
      <p:pic>
        <p:nvPicPr>
          <p:cNvPr id="212" name="object 212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1954022" y="8079422"/>
            <a:ext cx="221995" cy="328168"/>
          </a:xfrm>
          <a:prstGeom prst="rect">
            <a:avLst/>
          </a:prstGeom>
        </p:spPr>
      </p:pic>
      <p:sp>
        <p:nvSpPr>
          <p:cNvPr id="213" name="object 213"/>
          <p:cNvSpPr txBox="1"/>
          <p:nvPr/>
        </p:nvSpPr>
        <p:spPr>
          <a:xfrm>
            <a:off x="1816821" y="8072644"/>
            <a:ext cx="151130" cy="36766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030"/>
              </a:lnSpc>
            </a:pPr>
            <a:r>
              <a:rPr dirty="0" sz="950" spc="-25">
                <a:solidFill>
                  <a:srgbClr val="6D28D9"/>
                </a:solidFill>
                <a:latin typeface="Segoe UI Symbol"/>
                <a:cs typeface="Segoe UI Symbol"/>
              </a:rPr>
              <a:t>SCORE</a:t>
            </a:r>
            <a:endParaRPr sz="950">
              <a:latin typeface="Segoe UI Symbol"/>
              <a:cs typeface="Segoe UI Symbol"/>
            </a:endParaRPr>
          </a:p>
        </p:txBody>
      </p:sp>
      <p:sp>
        <p:nvSpPr>
          <p:cNvPr id="214" name="object 214"/>
          <p:cNvSpPr txBox="1"/>
          <p:nvPr/>
        </p:nvSpPr>
        <p:spPr>
          <a:xfrm>
            <a:off x="1749096" y="7980146"/>
            <a:ext cx="121285" cy="7683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815"/>
              </a:lnSpc>
            </a:pPr>
            <a:r>
              <a:rPr dirty="0" sz="750" spc="-50">
                <a:solidFill>
                  <a:srgbClr val="333333"/>
                </a:solidFill>
                <a:latin typeface="Segoe UI Symbol"/>
                <a:cs typeface="Segoe UI Symbol"/>
              </a:rPr>
              <a:t>C</a:t>
            </a:r>
            <a:endParaRPr sz="750">
              <a:latin typeface="Segoe UI Symbol"/>
              <a:cs typeface="Segoe UI Symbol"/>
            </a:endParaRPr>
          </a:p>
        </p:txBody>
      </p:sp>
      <p:sp>
        <p:nvSpPr>
          <p:cNvPr id="215" name="object 215"/>
          <p:cNvSpPr txBox="1"/>
          <p:nvPr/>
        </p:nvSpPr>
        <p:spPr>
          <a:xfrm>
            <a:off x="1749096" y="8030919"/>
            <a:ext cx="121285" cy="502284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815"/>
              </a:lnSpc>
            </a:pPr>
            <a:r>
              <a:rPr dirty="0" sz="750" spc="-55">
                <a:solidFill>
                  <a:srgbClr val="333333"/>
                </a:solidFill>
                <a:latin typeface="Segoe UI Symbol"/>
                <a:cs typeface="Segoe UI Symbol"/>
              </a:rPr>
              <a:t>VSS</a:t>
            </a:r>
            <a:r>
              <a:rPr dirty="0" sz="750" spc="-3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dirty="0" sz="750" spc="-10">
                <a:solidFill>
                  <a:srgbClr val="333333"/>
                </a:solidFill>
                <a:latin typeface="Segoe UI Symbol"/>
                <a:cs typeface="Segoe UI Symbol"/>
              </a:rPr>
              <a:t>Severity</a:t>
            </a:r>
            <a:endParaRPr sz="750">
              <a:latin typeface="Segoe UI Symbol"/>
              <a:cs typeface="Segoe UI Symbol"/>
            </a:endParaRPr>
          </a:p>
        </p:txBody>
      </p:sp>
      <p:sp>
        <p:nvSpPr>
          <p:cNvPr id="216" name="object 216"/>
          <p:cNvSpPr txBox="1"/>
          <p:nvPr/>
        </p:nvSpPr>
        <p:spPr>
          <a:xfrm>
            <a:off x="1585328" y="7942121"/>
            <a:ext cx="196850" cy="24511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380"/>
              </a:lnSpc>
            </a:pPr>
            <a:r>
              <a:rPr dirty="0" sz="1350" spc="-25">
                <a:solidFill>
                  <a:srgbClr val="6D28D9"/>
                </a:solidFill>
                <a:latin typeface="Segoe UI Symbol"/>
                <a:cs typeface="Segoe UI Symbol"/>
              </a:rPr>
              <a:t>8.1</a:t>
            </a:r>
            <a:endParaRPr sz="1350">
              <a:latin typeface="Segoe UI Symbol"/>
              <a:cs typeface="Segoe UI Symbol"/>
            </a:endParaRPr>
          </a:p>
        </p:txBody>
      </p:sp>
      <p:sp>
        <p:nvSpPr>
          <p:cNvPr id="217" name="object 217"/>
          <p:cNvSpPr/>
          <p:nvPr/>
        </p:nvSpPr>
        <p:spPr>
          <a:xfrm>
            <a:off x="1610169" y="8262810"/>
            <a:ext cx="167005" cy="359410"/>
          </a:xfrm>
          <a:custGeom>
            <a:avLst/>
            <a:gdLst/>
            <a:ahLst/>
            <a:cxnLst/>
            <a:rect l="l" t="t" r="r" b="b"/>
            <a:pathLst>
              <a:path w="167005" h="359409">
                <a:moveTo>
                  <a:pt x="83248" y="0"/>
                </a:moveTo>
                <a:lnTo>
                  <a:pt x="50858" y="6792"/>
                </a:lnTo>
                <a:lnTo>
                  <a:pt x="24412" y="24703"/>
                </a:lnTo>
                <a:lnTo>
                  <a:pt x="6572" y="51074"/>
                </a:lnTo>
                <a:lnTo>
                  <a:pt x="0" y="83248"/>
                </a:lnTo>
                <a:lnTo>
                  <a:pt x="0" y="276288"/>
                </a:lnTo>
                <a:lnTo>
                  <a:pt x="6571" y="308432"/>
                </a:lnTo>
                <a:lnTo>
                  <a:pt x="24403" y="334741"/>
                </a:lnTo>
                <a:lnTo>
                  <a:pt x="50828" y="352509"/>
                </a:lnTo>
                <a:lnTo>
                  <a:pt x="83178" y="359034"/>
                </a:lnTo>
                <a:lnTo>
                  <a:pt x="115528" y="352509"/>
                </a:lnTo>
                <a:lnTo>
                  <a:pt x="141966" y="334741"/>
                </a:lnTo>
                <a:lnTo>
                  <a:pt x="159839" y="308432"/>
                </a:lnTo>
                <a:lnTo>
                  <a:pt x="166497" y="276288"/>
                </a:lnTo>
                <a:lnTo>
                  <a:pt x="166497" y="83248"/>
                </a:lnTo>
                <a:lnTo>
                  <a:pt x="159840" y="51074"/>
                </a:lnTo>
                <a:lnTo>
                  <a:pt x="141974" y="24703"/>
                </a:lnTo>
                <a:lnTo>
                  <a:pt x="115558" y="6792"/>
                </a:lnTo>
                <a:lnTo>
                  <a:pt x="83248" y="0"/>
                </a:lnTo>
                <a:close/>
              </a:path>
            </a:pathLst>
          </a:custGeom>
          <a:solidFill>
            <a:srgbClr val="EE2C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8" name="object 218"/>
          <p:cNvSpPr txBox="1"/>
          <p:nvPr/>
        </p:nvSpPr>
        <p:spPr>
          <a:xfrm>
            <a:off x="1629104" y="8286406"/>
            <a:ext cx="136525" cy="26543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925"/>
              </a:lnSpc>
            </a:pPr>
            <a:r>
              <a:rPr dirty="0" sz="850" spc="-25">
                <a:solidFill>
                  <a:srgbClr val="FFFFFF"/>
                </a:solidFill>
                <a:latin typeface="Segoe UI Symbol"/>
                <a:cs typeface="Segoe UI Symbol"/>
              </a:rPr>
              <a:t>HIGH</a:t>
            </a:r>
            <a:endParaRPr sz="850">
              <a:latin typeface="Segoe UI Symbol"/>
              <a:cs typeface="Segoe UI Symbol"/>
            </a:endParaRPr>
          </a:p>
        </p:txBody>
      </p:sp>
      <p:pic>
        <p:nvPicPr>
          <p:cNvPr id="219" name="object 219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1585567" y="9019051"/>
            <a:ext cx="725388" cy="1090930"/>
          </a:xfrm>
          <a:prstGeom prst="rect">
            <a:avLst/>
          </a:prstGeom>
        </p:spPr>
      </p:pic>
      <p:sp>
        <p:nvSpPr>
          <p:cNvPr id="220" name="object 220"/>
          <p:cNvSpPr txBox="1"/>
          <p:nvPr/>
        </p:nvSpPr>
        <p:spPr>
          <a:xfrm>
            <a:off x="2079702" y="9135098"/>
            <a:ext cx="186055" cy="10668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295"/>
              </a:lnSpc>
            </a:pPr>
            <a:r>
              <a:rPr dirty="0" sz="1250" spc="-50">
                <a:solidFill>
                  <a:srgbClr val="FFFFFF"/>
                </a:solidFill>
                <a:latin typeface="Segoe UI Symbol"/>
                <a:cs typeface="Segoe UI Symbol"/>
              </a:rPr>
              <a:t>6</a:t>
            </a:r>
            <a:endParaRPr sz="1250">
              <a:latin typeface="Segoe UI Symbol"/>
              <a:cs typeface="Segoe UI Symbol"/>
            </a:endParaRPr>
          </a:p>
        </p:txBody>
      </p:sp>
      <p:grpSp>
        <p:nvGrpSpPr>
          <p:cNvPr id="221" name="object 221"/>
          <p:cNvGrpSpPr/>
          <p:nvPr/>
        </p:nvGrpSpPr>
        <p:grpSpPr>
          <a:xfrm>
            <a:off x="1605484" y="9076103"/>
            <a:ext cx="573405" cy="976630"/>
            <a:chOff x="1605484" y="9076103"/>
            <a:chExt cx="573405" cy="976630"/>
          </a:xfrm>
        </p:grpSpPr>
        <p:pic>
          <p:nvPicPr>
            <p:cNvPr id="222" name="object 222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1931098" y="9428289"/>
              <a:ext cx="247332" cy="320929"/>
            </a:xfrm>
            <a:prstGeom prst="rect">
              <a:avLst/>
            </a:prstGeom>
          </p:spPr>
        </p:pic>
        <p:sp>
          <p:nvSpPr>
            <p:cNvPr id="223" name="object 223"/>
            <p:cNvSpPr/>
            <p:nvPr/>
          </p:nvSpPr>
          <p:spPr>
            <a:xfrm>
              <a:off x="1610169" y="9080817"/>
              <a:ext cx="118745" cy="966469"/>
            </a:xfrm>
            <a:custGeom>
              <a:avLst/>
              <a:gdLst/>
              <a:ahLst/>
              <a:cxnLst/>
              <a:rect l="l" t="t" r="r" b="b"/>
              <a:pathLst>
                <a:path w="118744" h="966470">
                  <a:moveTo>
                    <a:pt x="77216" y="0"/>
                  </a:moveTo>
                  <a:lnTo>
                    <a:pt x="41020" y="0"/>
                  </a:lnTo>
                  <a:lnTo>
                    <a:pt x="25162" y="2990"/>
                  </a:lnTo>
                  <a:lnTo>
                    <a:pt x="12128" y="11733"/>
                  </a:lnTo>
                  <a:lnTo>
                    <a:pt x="3286" y="24864"/>
                  </a:lnTo>
                  <a:lnTo>
                    <a:pt x="0" y="41021"/>
                  </a:lnTo>
                  <a:lnTo>
                    <a:pt x="0" y="925385"/>
                  </a:lnTo>
                  <a:lnTo>
                    <a:pt x="3286" y="941598"/>
                  </a:lnTo>
                  <a:lnTo>
                    <a:pt x="12128" y="954748"/>
                  </a:lnTo>
                  <a:lnTo>
                    <a:pt x="25162" y="963472"/>
                  </a:lnTo>
                  <a:lnTo>
                    <a:pt x="41020" y="966406"/>
                  </a:lnTo>
                  <a:lnTo>
                    <a:pt x="77216" y="966406"/>
                  </a:lnTo>
                  <a:lnTo>
                    <a:pt x="93135" y="963472"/>
                  </a:lnTo>
                  <a:lnTo>
                    <a:pt x="106187" y="954748"/>
                  </a:lnTo>
                  <a:lnTo>
                    <a:pt x="115008" y="941598"/>
                  </a:lnTo>
                  <a:lnTo>
                    <a:pt x="118237" y="925385"/>
                  </a:lnTo>
                  <a:lnTo>
                    <a:pt x="118237" y="41021"/>
                  </a:lnTo>
                  <a:lnTo>
                    <a:pt x="115008" y="24864"/>
                  </a:lnTo>
                  <a:lnTo>
                    <a:pt x="106187" y="11733"/>
                  </a:lnTo>
                  <a:lnTo>
                    <a:pt x="93135" y="2990"/>
                  </a:lnTo>
                  <a:lnTo>
                    <a:pt x="77216" y="0"/>
                  </a:lnTo>
                  <a:close/>
                </a:path>
              </a:pathLst>
            </a:custGeom>
            <a:solidFill>
              <a:srgbClr val="C8F4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/>
            <p:cNvSpPr/>
            <p:nvPr/>
          </p:nvSpPr>
          <p:spPr>
            <a:xfrm>
              <a:off x="1605484" y="9076103"/>
              <a:ext cx="128270" cy="976630"/>
            </a:xfrm>
            <a:custGeom>
              <a:avLst/>
              <a:gdLst/>
              <a:ahLst/>
              <a:cxnLst/>
              <a:rect l="l" t="t" r="r" b="b"/>
              <a:pathLst>
                <a:path w="128269" h="976629">
                  <a:moveTo>
                    <a:pt x="95131" y="975360"/>
                  </a:moveTo>
                  <a:lnTo>
                    <a:pt x="32575" y="975360"/>
                  </a:lnTo>
                  <a:lnTo>
                    <a:pt x="36536" y="976630"/>
                  </a:lnTo>
                  <a:lnTo>
                    <a:pt x="91170" y="976630"/>
                  </a:lnTo>
                  <a:lnTo>
                    <a:pt x="95131" y="975360"/>
                  </a:lnTo>
                  <a:close/>
                </a:path>
                <a:path w="128269" h="976629">
                  <a:moveTo>
                    <a:pt x="99415" y="974090"/>
                  </a:moveTo>
                  <a:lnTo>
                    <a:pt x="28291" y="974090"/>
                  </a:lnTo>
                  <a:lnTo>
                    <a:pt x="32092" y="975360"/>
                  </a:lnTo>
                  <a:lnTo>
                    <a:pt x="95614" y="975360"/>
                  </a:lnTo>
                  <a:lnTo>
                    <a:pt x="99415" y="974090"/>
                  </a:lnTo>
                  <a:close/>
                </a:path>
                <a:path w="128269" h="976629">
                  <a:moveTo>
                    <a:pt x="103477" y="971550"/>
                  </a:moveTo>
                  <a:lnTo>
                    <a:pt x="24230" y="971550"/>
                  </a:lnTo>
                  <a:lnTo>
                    <a:pt x="27839" y="974090"/>
                  </a:lnTo>
                  <a:lnTo>
                    <a:pt x="99867" y="974090"/>
                  </a:lnTo>
                  <a:lnTo>
                    <a:pt x="103477" y="971550"/>
                  </a:lnTo>
                  <a:close/>
                </a:path>
                <a:path w="128269" h="976629">
                  <a:moveTo>
                    <a:pt x="107317" y="969010"/>
                  </a:moveTo>
                  <a:lnTo>
                    <a:pt x="20389" y="969010"/>
                  </a:lnTo>
                  <a:lnTo>
                    <a:pt x="23798" y="971550"/>
                  </a:lnTo>
                  <a:lnTo>
                    <a:pt x="103910" y="971550"/>
                  </a:lnTo>
                  <a:lnTo>
                    <a:pt x="107317" y="969010"/>
                  </a:lnTo>
                  <a:close/>
                </a:path>
                <a:path w="128269" h="976629">
                  <a:moveTo>
                    <a:pt x="38547" y="966470"/>
                  </a:moveTo>
                  <a:lnTo>
                    <a:pt x="16800" y="966470"/>
                  </a:lnTo>
                  <a:lnTo>
                    <a:pt x="19987" y="969010"/>
                  </a:lnTo>
                  <a:lnTo>
                    <a:pt x="107720" y="969010"/>
                  </a:lnTo>
                  <a:lnTo>
                    <a:pt x="109313" y="967740"/>
                  </a:lnTo>
                  <a:lnTo>
                    <a:pt x="42659" y="967740"/>
                  </a:lnTo>
                  <a:lnTo>
                    <a:pt x="38547" y="966470"/>
                  </a:lnTo>
                  <a:close/>
                </a:path>
                <a:path w="128269" h="976629">
                  <a:moveTo>
                    <a:pt x="42277" y="966470"/>
                  </a:moveTo>
                  <a:lnTo>
                    <a:pt x="42659" y="967740"/>
                  </a:lnTo>
                  <a:lnTo>
                    <a:pt x="44378" y="967740"/>
                  </a:lnTo>
                  <a:lnTo>
                    <a:pt x="42277" y="966470"/>
                  </a:lnTo>
                  <a:close/>
                </a:path>
                <a:path w="128269" h="976629">
                  <a:moveTo>
                    <a:pt x="85430" y="966470"/>
                  </a:moveTo>
                  <a:lnTo>
                    <a:pt x="83328" y="967740"/>
                  </a:lnTo>
                  <a:lnTo>
                    <a:pt x="85048" y="967740"/>
                  </a:lnTo>
                  <a:lnTo>
                    <a:pt x="85430" y="966470"/>
                  </a:lnTo>
                  <a:close/>
                </a:path>
                <a:path w="128269" h="976629">
                  <a:moveTo>
                    <a:pt x="110907" y="966470"/>
                  </a:moveTo>
                  <a:lnTo>
                    <a:pt x="89160" y="966470"/>
                  </a:lnTo>
                  <a:lnTo>
                    <a:pt x="85048" y="967740"/>
                  </a:lnTo>
                  <a:lnTo>
                    <a:pt x="109313" y="967740"/>
                  </a:lnTo>
                  <a:lnTo>
                    <a:pt x="110907" y="966470"/>
                  </a:lnTo>
                  <a:close/>
                </a:path>
                <a:path w="128269" h="976629">
                  <a:moveTo>
                    <a:pt x="31751" y="963930"/>
                  </a:moveTo>
                  <a:lnTo>
                    <a:pt x="13492" y="963930"/>
                  </a:lnTo>
                  <a:lnTo>
                    <a:pt x="16428" y="966470"/>
                  </a:lnTo>
                  <a:lnTo>
                    <a:pt x="39039" y="966470"/>
                  </a:lnTo>
                  <a:lnTo>
                    <a:pt x="35078" y="965200"/>
                  </a:lnTo>
                  <a:lnTo>
                    <a:pt x="35551" y="965200"/>
                  </a:lnTo>
                  <a:lnTo>
                    <a:pt x="31751" y="963930"/>
                  </a:lnTo>
                  <a:close/>
                </a:path>
                <a:path w="128269" h="976629">
                  <a:moveTo>
                    <a:pt x="114214" y="963930"/>
                  </a:moveTo>
                  <a:lnTo>
                    <a:pt x="95956" y="963930"/>
                  </a:lnTo>
                  <a:lnTo>
                    <a:pt x="92156" y="965200"/>
                  </a:lnTo>
                  <a:lnTo>
                    <a:pt x="92628" y="965200"/>
                  </a:lnTo>
                  <a:lnTo>
                    <a:pt x="88667" y="966470"/>
                  </a:lnTo>
                  <a:lnTo>
                    <a:pt x="111278" y="966470"/>
                  </a:lnTo>
                  <a:lnTo>
                    <a:pt x="114214" y="963930"/>
                  </a:lnTo>
                  <a:close/>
                </a:path>
                <a:path w="128269" h="976629">
                  <a:moveTo>
                    <a:pt x="14044" y="947420"/>
                  </a:moveTo>
                  <a:lnTo>
                    <a:pt x="14286" y="948690"/>
                  </a:lnTo>
                  <a:lnTo>
                    <a:pt x="3478" y="948690"/>
                  </a:lnTo>
                  <a:lnTo>
                    <a:pt x="5227" y="952500"/>
                  </a:lnTo>
                  <a:lnTo>
                    <a:pt x="5459" y="953770"/>
                  </a:lnTo>
                  <a:lnTo>
                    <a:pt x="7529" y="956310"/>
                  </a:lnTo>
                  <a:lnTo>
                    <a:pt x="7801" y="957580"/>
                  </a:lnTo>
                  <a:lnTo>
                    <a:pt x="10184" y="960120"/>
                  </a:lnTo>
                  <a:lnTo>
                    <a:pt x="10486" y="960120"/>
                  </a:lnTo>
                  <a:lnTo>
                    <a:pt x="13161" y="963930"/>
                  </a:lnTo>
                  <a:lnTo>
                    <a:pt x="32203" y="963930"/>
                  </a:lnTo>
                  <a:lnTo>
                    <a:pt x="28594" y="962660"/>
                  </a:lnTo>
                  <a:lnTo>
                    <a:pt x="29015" y="962660"/>
                  </a:lnTo>
                  <a:lnTo>
                    <a:pt x="25608" y="961390"/>
                  </a:lnTo>
                  <a:lnTo>
                    <a:pt x="26009" y="961390"/>
                  </a:lnTo>
                  <a:lnTo>
                    <a:pt x="22823" y="958850"/>
                  </a:lnTo>
                  <a:lnTo>
                    <a:pt x="23195" y="958850"/>
                  </a:lnTo>
                  <a:lnTo>
                    <a:pt x="20259" y="956310"/>
                  </a:lnTo>
                  <a:lnTo>
                    <a:pt x="20600" y="956310"/>
                  </a:lnTo>
                  <a:lnTo>
                    <a:pt x="17926" y="953770"/>
                  </a:lnTo>
                  <a:lnTo>
                    <a:pt x="18228" y="953770"/>
                  </a:lnTo>
                  <a:lnTo>
                    <a:pt x="15854" y="951230"/>
                  </a:lnTo>
                  <a:lnTo>
                    <a:pt x="16116" y="951230"/>
                  </a:lnTo>
                  <a:lnTo>
                    <a:pt x="14044" y="947420"/>
                  </a:lnTo>
                  <a:close/>
                </a:path>
                <a:path w="128269" h="976629">
                  <a:moveTo>
                    <a:pt x="113662" y="947420"/>
                  </a:moveTo>
                  <a:lnTo>
                    <a:pt x="111591" y="951230"/>
                  </a:lnTo>
                  <a:lnTo>
                    <a:pt x="111852" y="951230"/>
                  </a:lnTo>
                  <a:lnTo>
                    <a:pt x="109479" y="953770"/>
                  </a:lnTo>
                  <a:lnTo>
                    <a:pt x="109781" y="953770"/>
                  </a:lnTo>
                  <a:lnTo>
                    <a:pt x="107106" y="956310"/>
                  </a:lnTo>
                  <a:lnTo>
                    <a:pt x="107448" y="956310"/>
                  </a:lnTo>
                  <a:lnTo>
                    <a:pt x="104513" y="958850"/>
                  </a:lnTo>
                  <a:lnTo>
                    <a:pt x="104885" y="958850"/>
                  </a:lnTo>
                  <a:lnTo>
                    <a:pt x="101697" y="961390"/>
                  </a:lnTo>
                  <a:lnTo>
                    <a:pt x="102100" y="961390"/>
                  </a:lnTo>
                  <a:lnTo>
                    <a:pt x="98691" y="962660"/>
                  </a:lnTo>
                  <a:lnTo>
                    <a:pt x="99113" y="962660"/>
                  </a:lnTo>
                  <a:lnTo>
                    <a:pt x="95504" y="963930"/>
                  </a:lnTo>
                  <a:lnTo>
                    <a:pt x="114556" y="963930"/>
                  </a:lnTo>
                  <a:lnTo>
                    <a:pt x="117220" y="960120"/>
                  </a:lnTo>
                  <a:lnTo>
                    <a:pt x="117523" y="960120"/>
                  </a:lnTo>
                  <a:lnTo>
                    <a:pt x="119905" y="957580"/>
                  </a:lnTo>
                  <a:lnTo>
                    <a:pt x="120177" y="956310"/>
                  </a:lnTo>
                  <a:lnTo>
                    <a:pt x="122248" y="953770"/>
                  </a:lnTo>
                  <a:lnTo>
                    <a:pt x="122480" y="952500"/>
                  </a:lnTo>
                  <a:lnTo>
                    <a:pt x="124228" y="948690"/>
                  </a:lnTo>
                  <a:lnTo>
                    <a:pt x="113431" y="948690"/>
                  </a:lnTo>
                  <a:lnTo>
                    <a:pt x="113662" y="947420"/>
                  </a:lnTo>
                  <a:close/>
                </a:path>
                <a:path w="128269" h="976629">
                  <a:moveTo>
                    <a:pt x="12537" y="944880"/>
                  </a:moveTo>
                  <a:lnTo>
                    <a:pt x="1899" y="944880"/>
                  </a:lnTo>
                  <a:lnTo>
                    <a:pt x="3288" y="948690"/>
                  </a:lnTo>
                  <a:lnTo>
                    <a:pt x="14286" y="948690"/>
                  </a:lnTo>
                  <a:lnTo>
                    <a:pt x="12537" y="944880"/>
                  </a:lnTo>
                  <a:close/>
                </a:path>
                <a:path w="128269" h="976629">
                  <a:moveTo>
                    <a:pt x="125807" y="944880"/>
                  </a:moveTo>
                  <a:lnTo>
                    <a:pt x="115169" y="944880"/>
                  </a:lnTo>
                  <a:lnTo>
                    <a:pt x="113431" y="948690"/>
                  </a:lnTo>
                  <a:lnTo>
                    <a:pt x="124420" y="948690"/>
                  </a:lnTo>
                  <a:lnTo>
                    <a:pt x="125807" y="944880"/>
                  </a:lnTo>
                  <a:close/>
                </a:path>
                <a:path w="128269" h="976629">
                  <a:moveTo>
                    <a:pt x="20600" y="20320"/>
                  </a:moveTo>
                  <a:lnTo>
                    <a:pt x="7529" y="20320"/>
                  </a:lnTo>
                  <a:lnTo>
                    <a:pt x="5459" y="24130"/>
                  </a:lnTo>
                  <a:lnTo>
                    <a:pt x="5227" y="24130"/>
                  </a:lnTo>
                  <a:lnTo>
                    <a:pt x="3478" y="27940"/>
                  </a:lnTo>
                  <a:lnTo>
                    <a:pt x="3288" y="27940"/>
                  </a:lnTo>
                  <a:lnTo>
                    <a:pt x="1899" y="31750"/>
                  </a:lnTo>
                  <a:lnTo>
                    <a:pt x="1748" y="33020"/>
                  </a:lnTo>
                  <a:lnTo>
                    <a:pt x="734" y="36830"/>
                  </a:lnTo>
                  <a:lnTo>
                    <a:pt x="0" y="40640"/>
                  </a:lnTo>
                  <a:lnTo>
                    <a:pt x="0" y="935990"/>
                  </a:lnTo>
                  <a:lnTo>
                    <a:pt x="633" y="939800"/>
                  </a:lnTo>
                  <a:lnTo>
                    <a:pt x="734" y="941070"/>
                  </a:lnTo>
                  <a:lnTo>
                    <a:pt x="1748" y="944880"/>
                  </a:lnTo>
                  <a:lnTo>
                    <a:pt x="12727" y="944880"/>
                  </a:lnTo>
                  <a:lnTo>
                    <a:pt x="11803" y="942340"/>
                  </a:lnTo>
                  <a:lnTo>
                    <a:pt x="11492" y="942340"/>
                  </a:lnTo>
                  <a:lnTo>
                    <a:pt x="10466" y="938530"/>
                  </a:lnTo>
                  <a:lnTo>
                    <a:pt x="9942" y="934720"/>
                  </a:lnTo>
                  <a:lnTo>
                    <a:pt x="9983" y="41910"/>
                  </a:lnTo>
                  <a:lnTo>
                    <a:pt x="10254" y="40640"/>
                  </a:lnTo>
                  <a:lnTo>
                    <a:pt x="10363" y="39749"/>
                  </a:lnTo>
                  <a:lnTo>
                    <a:pt x="10467" y="39363"/>
                  </a:lnTo>
                  <a:lnTo>
                    <a:pt x="10566" y="38100"/>
                  </a:lnTo>
                  <a:lnTo>
                    <a:pt x="10808" y="38100"/>
                  </a:lnTo>
                  <a:lnTo>
                    <a:pt x="11492" y="35560"/>
                  </a:lnTo>
                  <a:lnTo>
                    <a:pt x="11341" y="35560"/>
                  </a:lnTo>
                  <a:lnTo>
                    <a:pt x="12727" y="31750"/>
                  </a:lnTo>
                  <a:lnTo>
                    <a:pt x="12537" y="31750"/>
                  </a:lnTo>
                  <a:lnTo>
                    <a:pt x="14286" y="29210"/>
                  </a:lnTo>
                  <a:lnTo>
                    <a:pt x="14044" y="29210"/>
                  </a:lnTo>
                  <a:lnTo>
                    <a:pt x="16116" y="25400"/>
                  </a:lnTo>
                  <a:lnTo>
                    <a:pt x="16645" y="25400"/>
                  </a:lnTo>
                  <a:lnTo>
                    <a:pt x="18228" y="22860"/>
                  </a:lnTo>
                  <a:lnTo>
                    <a:pt x="17926" y="22860"/>
                  </a:lnTo>
                  <a:lnTo>
                    <a:pt x="20600" y="20320"/>
                  </a:lnTo>
                  <a:close/>
                </a:path>
                <a:path w="128269" h="976629">
                  <a:moveTo>
                    <a:pt x="116366" y="941070"/>
                  </a:moveTo>
                  <a:lnTo>
                    <a:pt x="114979" y="944880"/>
                  </a:lnTo>
                  <a:lnTo>
                    <a:pt x="125958" y="944880"/>
                  </a:lnTo>
                  <a:lnTo>
                    <a:pt x="126635" y="942340"/>
                  </a:lnTo>
                  <a:lnTo>
                    <a:pt x="116216" y="942340"/>
                  </a:lnTo>
                  <a:lnTo>
                    <a:pt x="116366" y="941070"/>
                  </a:lnTo>
                  <a:close/>
                </a:path>
                <a:path w="128269" h="976629">
                  <a:moveTo>
                    <a:pt x="11341" y="941070"/>
                  </a:moveTo>
                  <a:lnTo>
                    <a:pt x="11492" y="942340"/>
                  </a:lnTo>
                  <a:lnTo>
                    <a:pt x="11803" y="942340"/>
                  </a:lnTo>
                  <a:lnTo>
                    <a:pt x="11341" y="941070"/>
                  </a:lnTo>
                  <a:close/>
                </a:path>
                <a:path w="128269" h="976629">
                  <a:moveTo>
                    <a:pt x="127285" y="38100"/>
                  </a:moveTo>
                  <a:lnTo>
                    <a:pt x="117140" y="38100"/>
                  </a:lnTo>
                  <a:lnTo>
                    <a:pt x="117239" y="39363"/>
                  </a:lnTo>
                  <a:lnTo>
                    <a:pt x="117343" y="39749"/>
                  </a:lnTo>
                  <a:lnTo>
                    <a:pt x="117452" y="40640"/>
                  </a:lnTo>
                  <a:lnTo>
                    <a:pt x="117723" y="41910"/>
                  </a:lnTo>
                  <a:lnTo>
                    <a:pt x="117723" y="934720"/>
                  </a:lnTo>
                  <a:lnTo>
                    <a:pt x="117140" y="938530"/>
                  </a:lnTo>
                  <a:lnTo>
                    <a:pt x="116216" y="942340"/>
                  </a:lnTo>
                  <a:lnTo>
                    <a:pt x="126635" y="942340"/>
                  </a:lnTo>
                  <a:lnTo>
                    <a:pt x="126973" y="941070"/>
                  </a:lnTo>
                  <a:lnTo>
                    <a:pt x="127074" y="939800"/>
                  </a:lnTo>
                  <a:lnTo>
                    <a:pt x="127707" y="935990"/>
                  </a:lnTo>
                  <a:lnTo>
                    <a:pt x="127707" y="40640"/>
                  </a:lnTo>
                  <a:lnTo>
                    <a:pt x="127285" y="38100"/>
                  </a:lnTo>
                  <a:close/>
                </a:path>
                <a:path w="128269" h="976629">
                  <a:moveTo>
                    <a:pt x="10808" y="38100"/>
                  </a:moveTo>
                  <a:lnTo>
                    <a:pt x="10566" y="38100"/>
                  </a:lnTo>
                  <a:lnTo>
                    <a:pt x="10411" y="39363"/>
                  </a:lnTo>
                  <a:lnTo>
                    <a:pt x="10808" y="38100"/>
                  </a:lnTo>
                  <a:close/>
                </a:path>
                <a:path w="128269" h="976629">
                  <a:moveTo>
                    <a:pt x="123062" y="25400"/>
                  </a:moveTo>
                  <a:lnTo>
                    <a:pt x="111591" y="25400"/>
                  </a:lnTo>
                  <a:lnTo>
                    <a:pt x="113662" y="29210"/>
                  </a:lnTo>
                  <a:lnTo>
                    <a:pt x="113431" y="29210"/>
                  </a:lnTo>
                  <a:lnTo>
                    <a:pt x="115169" y="31750"/>
                  </a:lnTo>
                  <a:lnTo>
                    <a:pt x="114979" y="31750"/>
                  </a:lnTo>
                  <a:lnTo>
                    <a:pt x="116366" y="35560"/>
                  </a:lnTo>
                  <a:lnTo>
                    <a:pt x="116216" y="35560"/>
                  </a:lnTo>
                  <a:lnTo>
                    <a:pt x="117239" y="39363"/>
                  </a:lnTo>
                  <a:lnTo>
                    <a:pt x="117140" y="38100"/>
                  </a:lnTo>
                  <a:lnTo>
                    <a:pt x="127285" y="38100"/>
                  </a:lnTo>
                  <a:lnTo>
                    <a:pt x="127074" y="36830"/>
                  </a:lnTo>
                  <a:lnTo>
                    <a:pt x="125958" y="33020"/>
                  </a:lnTo>
                  <a:lnTo>
                    <a:pt x="125807" y="31750"/>
                  </a:lnTo>
                  <a:lnTo>
                    <a:pt x="124420" y="27940"/>
                  </a:lnTo>
                  <a:lnTo>
                    <a:pt x="124228" y="27940"/>
                  </a:lnTo>
                  <a:lnTo>
                    <a:pt x="123062" y="25400"/>
                  </a:lnTo>
                  <a:close/>
                </a:path>
                <a:path w="128269" h="976629">
                  <a:moveTo>
                    <a:pt x="16645" y="25400"/>
                  </a:moveTo>
                  <a:lnTo>
                    <a:pt x="16116" y="25400"/>
                  </a:lnTo>
                  <a:lnTo>
                    <a:pt x="15854" y="26670"/>
                  </a:lnTo>
                  <a:lnTo>
                    <a:pt x="16645" y="25400"/>
                  </a:lnTo>
                  <a:close/>
                </a:path>
                <a:path w="128269" h="976629">
                  <a:moveTo>
                    <a:pt x="120177" y="20320"/>
                  </a:moveTo>
                  <a:lnTo>
                    <a:pt x="107106" y="20320"/>
                  </a:lnTo>
                  <a:lnTo>
                    <a:pt x="109781" y="22860"/>
                  </a:lnTo>
                  <a:lnTo>
                    <a:pt x="109479" y="22860"/>
                  </a:lnTo>
                  <a:lnTo>
                    <a:pt x="111852" y="26670"/>
                  </a:lnTo>
                  <a:lnTo>
                    <a:pt x="111591" y="25400"/>
                  </a:lnTo>
                  <a:lnTo>
                    <a:pt x="123062" y="25400"/>
                  </a:lnTo>
                  <a:lnTo>
                    <a:pt x="122480" y="24130"/>
                  </a:lnTo>
                  <a:lnTo>
                    <a:pt x="122248" y="24130"/>
                  </a:lnTo>
                  <a:lnTo>
                    <a:pt x="120177" y="20320"/>
                  </a:lnTo>
                  <a:close/>
                </a:path>
                <a:path w="128269" h="976629">
                  <a:moveTo>
                    <a:pt x="26009" y="16510"/>
                  </a:moveTo>
                  <a:lnTo>
                    <a:pt x="10184" y="16510"/>
                  </a:lnTo>
                  <a:lnTo>
                    <a:pt x="7801" y="20320"/>
                  </a:lnTo>
                  <a:lnTo>
                    <a:pt x="20259" y="20320"/>
                  </a:lnTo>
                  <a:lnTo>
                    <a:pt x="23195" y="17780"/>
                  </a:lnTo>
                  <a:lnTo>
                    <a:pt x="22823" y="17780"/>
                  </a:lnTo>
                  <a:lnTo>
                    <a:pt x="26009" y="16510"/>
                  </a:lnTo>
                  <a:close/>
                </a:path>
                <a:path w="128269" h="976629">
                  <a:moveTo>
                    <a:pt x="117523" y="16510"/>
                  </a:moveTo>
                  <a:lnTo>
                    <a:pt x="101697" y="16510"/>
                  </a:lnTo>
                  <a:lnTo>
                    <a:pt x="104885" y="17780"/>
                  </a:lnTo>
                  <a:lnTo>
                    <a:pt x="104513" y="17780"/>
                  </a:lnTo>
                  <a:lnTo>
                    <a:pt x="107448" y="20320"/>
                  </a:lnTo>
                  <a:lnTo>
                    <a:pt x="119905" y="20320"/>
                  </a:lnTo>
                  <a:lnTo>
                    <a:pt x="117523" y="16510"/>
                  </a:lnTo>
                  <a:close/>
                </a:path>
                <a:path w="128269" h="976629">
                  <a:moveTo>
                    <a:pt x="39039" y="10160"/>
                  </a:moveTo>
                  <a:lnTo>
                    <a:pt x="16428" y="10160"/>
                  </a:lnTo>
                  <a:lnTo>
                    <a:pt x="13492" y="12700"/>
                  </a:lnTo>
                  <a:lnTo>
                    <a:pt x="13161" y="13970"/>
                  </a:lnTo>
                  <a:lnTo>
                    <a:pt x="10486" y="16510"/>
                  </a:lnTo>
                  <a:lnTo>
                    <a:pt x="25608" y="16510"/>
                  </a:lnTo>
                  <a:lnTo>
                    <a:pt x="29015" y="13970"/>
                  </a:lnTo>
                  <a:lnTo>
                    <a:pt x="28594" y="13970"/>
                  </a:lnTo>
                  <a:lnTo>
                    <a:pt x="32203" y="12700"/>
                  </a:lnTo>
                  <a:lnTo>
                    <a:pt x="31751" y="12700"/>
                  </a:lnTo>
                  <a:lnTo>
                    <a:pt x="35551" y="11430"/>
                  </a:lnTo>
                  <a:lnTo>
                    <a:pt x="35078" y="11430"/>
                  </a:lnTo>
                  <a:lnTo>
                    <a:pt x="39039" y="10160"/>
                  </a:lnTo>
                  <a:close/>
                </a:path>
                <a:path w="128269" h="976629">
                  <a:moveTo>
                    <a:pt x="111278" y="10160"/>
                  </a:moveTo>
                  <a:lnTo>
                    <a:pt x="88667" y="10160"/>
                  </a:lnTo>
                  <a:lnTo>
                    <a:pt x="92628" y="11430"/>
                  </a:lnTo>
                  <a:lnTo>
                    <a:pt x="92156" y="11430"/>
                  </a:lnTo>
                  <a:lnTo>
                    <a:pt x="95956" y="12700"/>
                  </a:lnTo>
                  <a:lnTo>
                    <a:pt x="95504" y="12700"/>
                  </a:lnTo>
                  <a:lnTo>
                    <a:pt x="99113" y="13970"/>
                  </a:lnTo>
                  <a:lnTo>
                    <a:pt x="98691" y="13970"/>
                  </a:lnTo>
                  <a:lnTo>
                    <a:pt x="102100" y="16510"/>
                  </a:lnTo>
                  <a:lnTo>
                    <a:pt x="117220" y="16510"/>
                  </a:lnTo>
                  <a:lnTo>
                    <a:pt x="114556" y="13970"/>
                  </a:lnTo>
                  <a:lnTo>
                    <a:pt x="114214" y="12700"/>
                  </a:lnTo>
                  <a:lnTo>
                    <a:pt x="111278" y="10160"/>
                  </a:lnTo>
                  <a:close/>
                </a:path>
                <a:path w="128269" h="976629">
                  <a:moveTo>
                    <a:pt x="107720" y="7620"/>
                  </a:moveTo>
                  <a:lnTo>
                    <a:pt x="19987" y="7620"/>
                  </a:lnTo>
                  <a:lnTo>
                    <a:pt x="16800" y="10160"/>
                  </a:lnTo>
                  <a:lnTo>
                    <a:pt x="110907" y="10160"/>
                  </a:lnTo>
                  <a:lnTo>
                    <a:pt x="107720" y="7620"/>
                  </a:lnTo>
                  <a:close/>
                </a:path>
                <a:path w="128269" h="976629">
                  <a:moveTo>
                    <a:pt x="103910" y="5080"/>
                  </a:moveTo>
                  <a:lnTo>
                    <a:pt x="23798" y="5080"/>
                  </a:lnTo>
                  <a:lnTo>
                    <a:pt x="20389" y="7620"/>
                  </a:lnTo>
                  <a:lnTo>
                    <a:pt x="107317" y="7620"/>
                  </a:lnTo>
                  <a:lnTo>
                    <a:pt x="103910" y="5080"/>
                  </a:lnTo>
                  <a:close/>
                </a:path>
                <a:path w="128269" h="976629">
                  <a:moveTo>
                    <a:pt x="99867" y="3810"/>
                  </a:moveTo>
                  <a:lnTo>
                    <a:pt x="27839" y="3810"/>
                  </a:lnTo>
                  <a:lnTo>
                    <a:pt x="24230" y="5080"/>
                  </a:lnTo>
                  <a:lnTo>
                    <a:pt x="103477" y="5080"/>
                  </a:lnTo>
                  <a:lnTo>
                    <a:pt x="99867" y="3810"/>
                  </a:lnTo>
                  <a:close/>
                </a:path>
                <a:path w="128269" h="976629">
                  <a:moveTo>
                    <a:pt x="95131" y="1270"/>
                  </a:moveTo>
                  <a:lnTo>
                    <a:pt x="32575" y="1270"/>
                  </a:lnTo>
                  <a:lnTo>
                    <a:pt x="32092" y="2540"/>
                  </a:lnTo>
                  <a:lnTo>
                    <a:pt x="28291" y="3810"/>
                  </a:lnTo>
                  <a:lnTo>
                    <a:pt x="99415" y="3810"/>
                  </a:lnTo>
                  <a:lnTo>
                    <a:pt x="95614" y="2540"/>
                  </a:lnTo>
                  <a:lnTo>
                    <a:pt x="95131" y="1270"/>
                  </a:lnTo>
                  <a:close/>
                </a:path>
                <a:path w="128269" h="976629">
                  <a:moveTo>
                    <a:pt x="86565" y="0"/>
                  </a:moveTo>
                  <a:lnTo>
                    <a:pt x="41141" y="0"/>
                  </a:lnTo>
                  <a:lnTo>
                    <a:pt x="37029" y="1270"/>
                  </a:lnTo>
                  <a:lnTo>
                    <a:pt x="90677" y="1270"/>
                  </a:lnTo>
                  <a:lnTo>
                    <a:pt x="86565" y="0"/>
                  </a:lnTo>
                  <a:close/>
                </a:path>
              </a:pathLst>
            </a:custGeom>
            <a:solidFill>
              <a:srgbClr val="16A34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5" name="object 225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617629" y="9109773"/>
              <a:ext cx="103417" cy="105055"/>
            </a:xfrm>
            <a:prstGeom prst="rect">
              <a:avLst/>
            </a:prstGeom>
          </p:spPr>
        </p:pic>
      </p:grpSp>
      <p:sp>
        <p:nvSpPr>
          <p:cNvPr id="226" name="object 226"/>
          <p:cNvSpPr txBox="1"/>
          <p:nvPr/>
        </p:nvSpPr>
        <p:spPr>
          <a:xfrm>
            <a:off x="1596270" y="9099054"/>
            <a:ext cx="342265" cy="87058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algn="ctr" marL="59055">
              <a:lnSpc>
                <a:spcPts val="860"/>
              </a:lnSpc>
            </a:pPr>
            <a:r>
              <a:rPr dirty="0" sz="950" spc="-10">
                <a:solidFill>
                  <a:srgbClr val="14532D"/>
                </a:solidFill>
                <a:latin typeface="Segoe UI Symbol"/>
                <a:cs typeface="Segoe UI Symbol"/>
              </a:rPr>
              <a:t>REMEDIATE</a:t>
            </a:r>
            <a:endParaRPr sz="950">
              <a:latin typeface="Segoe UI Symbol"/>
              <a:cs typeface="Segoe UI Symbol"/>
            </a:endParaRPr>
          </a:p>
          <a:p>
            <a:pPr algn="ctr" marL="59055">
              <a:lnSpc>
                <a:spcPts val="725"/>
              </a:lnSpc>
            </a:pPr>
            <a:r>
              <a:rPr dirty="0" sz="750" spc="-35">
                <a:solidFill>
                  <a:srgbClr val="333333"/>
                </a:solidFill>
                <a:latin typeface="Segoe UI Symbol"/>
                <a:cs typeface="Segoe UI Symbol"/>
              </a:rPr>
              <a:t>Authorization</a:t>
            </a:r>
            <a:r>
              <a:rPr dirty="0" sz="750" spc="5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dirty="0" sz="750" spc="-10">
                <a:solidFill>
                  <a:srgbClr val="333333"/>
                </a:solidFill>
                <a:latin typeface="Segoe UI Symbol"/>
                <a:cs typeface="Segoe UI Symbol"/>
              </a:rPr>
              <a:t>Check</a:t>
            </a:r>
            <a:endParaRPr sz="750">
              <a:latin typeface="Segoe UI Symbol"/>
              <a:cs typeface="Segoe UI Symbol"/>
            </a:endParaRPr>
          </a:p>
          <a:p>
            <a:pPr marL="144145" indent="-131445">
              <a:lnSpc>
                <a:spcPct val="100000"/>
              </a:lnSpc>
              <a:spcBef>
                <a:spcPts val="60"/>
              </a:spcBef>
              <a:buClr>
                <a:srgbClr val="FFFFFF"/>
              </a:buClr>
              <a:buFont typeface="Segoe UI Symbol"/>
              <a:buChar char="✓"/>
              <a:tabLst>
                <a:tab pos="144145" algn="l"/>
              </a:tabLst>
            </a:pPr>
            <a:r>
              <a:rPr dirty="0" sz="750" spc="-20">
                <a:solidFill>
                  <a:srgbClr val="166534"/>
                </a:solidFill>
                <a:latin typeface="Segoe UI Symbol"/>
                <a:cs typeface="Segoe UI Symbol"/>
              </a:rPr>
              <a:t>FIX</a:t>
            </a:r>
            <a:r>
              <a:rPr dirty="0" sz="750" spc="-25">
                <a:solidFill>
                  <a:srgbClr val="166534"/>
                </a:solidFill>
                <a:latin typeface="Segoe UI Symbol"/>
                <a:cs typeface="Segoe UI Symbol"/>
              </a:rPr>
              <a:t> </a:t>
            </a:r>
            <a:r>
              <a:rPr dirty="0" sz="750" spc="-10">
                <a:solidFill>
                  <a:srgbClr val="166534"/>
                </a:solidFill>
                <a:latin typeface="Segoe UI Symbol"/>
                <a:cs typeface="Segoe UI Symbol"/>
              </a:rPr>
              <a:t>VERIFIED</a:t>
            </a:r>
            <a:endParaRPr sz="750">
              <a:latin typeface="Segoe UI Symbol"/>
              <a:cs typeface="Segoe UI Symbol"/>
            </a:endParaRPr>
          </a:p>
        </p:txBody>
      </p:sp>
      <p:sp>
        <p:nvSpPr>
          <p:cNvPr id="227" name="object 227"/>
          <p:cNvSpPr txBox="1"/>
          <p:nvPr/>
        </p:nvSpPr>
        <p:spPr>
          <a:xfrm>
            <a:off x="1778167" y="3302596"/>
            <a:ext cx="227329" cy="208279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550" spc="40">
                <a:solidFill>
                  <a:srgbClr val="1F2937"/>
                </a:solidFill>
                <a:latin typeface="Segoe UI Symbol"/>
                <a:cs typeface="Segoe UI Symbol"/>
              </a:rPr>
              <a:t>→</a:t>
            </a:r>
            <a:endParaRPr sz="1550">
              <a:latin typeface="Segoe UI Symbol"/>
              <a:cs typeface="Segoe UI Symbol"/>
            </a:endParaRPr>
          </a:p>
        </p:txBody>
      </p:sp>
      <p:sp>
        <p:nvSpPr>
          <p:cNvPr id="228" name="object 228"/>
          <p:cNvSpPr txBox="1"/>
          <p:nvPr/>
        </p:nvSpPr>
        <p:spPr>
          <a:xfrm>
            <a:off x="1778167" y="4692091"/>
            <a:ext cx="227329" cy="208279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550" spc="40">
                <a:solidFill>
                  <a:srgbClr val="1F2937"/>
                </a:solidFill>
                <a:latin typeface="Segoe UI Symbol"/>
                <a:cs typeface="Segoe UI Symbol"/>
              </a:rPr>
              <a:t>→</a:t>
            </a:r>
            <a:endParaRPr sz="1550">
              <a:latin typeface="Segoe UI Symbol"/>
              <a:cs typeface="Segoe UI Symbol"/>
            </a:endParaRPr>
          </a:p>
        </p:txBody>
      </p:sp>
      <p:sp>
        <p:nvSpPr>
          <p:cNvPr id="229" name="object 229"/>
          <p:cNvSpPr txBox="1"/>
          <p:nvPr/>
        </p:nvSpPr>
        <p:spPr>
          <a:xfrm>
            <a:off x="1778167" y="6100268"/>
            <a:ext cx="227329" cy="208279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550" spc="40">
                <a:solidFill>
                  <a:srgbClr val="1F2937"/>
                </a:solidFill>
                <a:latin typeface="Segoe UI Symbol"/>
                <a:cs typeface="Segoe UI Symbol"/>
              </a:rPr>
              <a:t>→</a:t>
            </a:r>
            <a:endParaRPr sz="1550">
              <a:latin typeface="Segoe UI Symbol"/>
              <a:cs typeface="Segoe UI Symbol"/>
            </a:endParaRPr>
          </a:p>
        </p:txBody>
      </p:sp>
      <p:sp>
        <p:nvSpPr>
          <p:cNvPr id="230" name="object 230"/>
          <p:cNvSpPr txBox="1"/>
          <p:nvPr/>
        </p:nvSpPr>
        <p:spPr>
          <a:xfrm>
            <a:off x="1778167" y="7486024"/>
            <a:ext cx="227329" cy="208279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550" spc="40">
                <a:solidFill>
                  <a:srgbClr val="1F2937"/>
                </a:solidFill>
                <a:latin typeface="Segoe UI Symbol"/>
                <a:cs typeface="Segoe UI Symbol"/>
              </a:rPr>
              <a:t>→</a:t>
            </a:r>
            <a:endParaRPr sz="1550">
              <a:latin typeface="Segoe UI Symbol"/>
              <a:cs typeface="Segoe UI Symbol"/>
            </a:endParaRPr>
          </a:p>
        </p:txBody>
      </p:sp>
      <p:sp>
        <p:nvSpPr>
          <p:cNvPr id="231" name="object 231"/>
          <p:cNvSpPr txBox="1"/>
          <p:nvPr/>
        </p:nvSpPr>
        <p:spPr>
          <a:xfrm>
            <a:off x="1778167" y="8875520"/>
            <a:ext cx="227329" cy="208279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550" spc="40">
                <a:solidFill>
                  <a:srgbClr val="1F2937"/>
                </a:solidFill>
                <a:latin typeface="Segoe UI Symbol"/>
                <a:cs typeface="Segoe UI Symbol"/>
              </a:rPr>
              <a:t>→</a:t>
            </a:r>
            <a:endParaRPr sz="1550">
              <a:latin typeface="Segoe UI Symbol"/>
              <a:cs typeface="Segoe UI Symbol"/>
            </a:endParaRPr>
          </a:p>
        </p:txBody>
      </p:sp>
      <p:pic>
        <p:nvPicPr>
          <p:cNvPr id="232" name="object 232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2404046" y="1094994"/>
            <a:ext cx="340233" cy="399351"/>
          </a:xfrm>
          <a:prstGeom prst="rect">
            <a:avLst/>
          </a:prstGeom>
        </p:spPr>
      </p:pic>
      <p:grpSp>
        <p:nvGrpSpPr>
          <p:cNvPr id="233" name="object 233"/>
          <p:cNvGrpSpPr/>
          <p:nvPr/>
        </p:nvGrpSpPr>
        <p:grpSpPr>
          <a:xfrm>
            <a:off x="2043651" y="865143"/>
            <a:ext cx="248920" cy="773430"/>
            <a:chOff x="2043651" y="865143"/>
            <a:chExt cx="248920" cy="773430"/>
          </a:xfrm>
        </p:grpSpPr>
        <p:sp>
          <p:nvSpPr>
            <p:cNvPr id="234" name="object 234"/>
            <p:cNvSpPr/>
            <p:nvPr/>
          </p:nvSpPr>
          <p:spPr>
            <a:xfrm>
              <a:off x="2052955" y="874204"/>
              <a:ext cx="229235" cy="754380"/>
            </a:xfrm>
            <a:custGeom>
              <a:avLst/>
              <a:gdLst/>
              <a:ahLst/>
              <a:cxnLst/>
              <a:rect l="l" t="t" r="r" b="b"/>
              <a:pathLst>
                <a:path w="229235" h="754380">
                  <a:moveTo>
                    <a:pt x="160464" y="0"/>
                  </a:moveTo>
                  <a:lnTo>
                    <a:pt x="68770" y="0"/>
                  </a:lnTo>
                  <a:lnTo>
                    <a:pt x="42264" y="5354"/>
                  </a:lnTo>
                  <a:lnTo>
                    <a:pt x="20499" y="20069"/>
                  </a:lnTo>
                  <a:lnTo>
                    <a:pt x="5676" y="41942"/>
                  </a:lnTo>
                  <a:lnTo>
                    <a:pt x="0" y="68770"/>
                  </a:lnTo>
                  <a:lnTo>
                    <a:pt x="0" y="685291"/>
                  </a:lnTo>
                  <a:lnTo>
                    <a:pt x="5676" y="712284"/>
                  </a:lnTo>
                  <a:lnTo>
                    <a:pt x="20499" y="734211"/>
                  </a:lnTo>
                  <a:lnTo>
                    <a:pt x="42264" y="748872"/>
                  </a:lnTo>
                  <a:lnTo>
                    <a:pt x="68770" y="754062"/>
                  </a:lnTo>
                  <a:lnTo>
                    <a:pt x="160464" y="754062"/>
                  </a:lnTo>
                  <a:lnTo>
                    <a:pt x="187383" y="748872"/>
                  </a:lnTo>
                  <a:lnTo>
                    <a:pt x="209286" y="734211"/>
                  </a:lnTo>
                  <a:lnTo>
                    <a:pt x="223971" y="712284"/>
                  </a:lnTo>
                  <a:lnTo>
                    <a:pt x="229234" y="685291"/>
                  </a:lnTo>
                  <a:lnTo>
                    <a:pt x="229234" y="68770"/>
                  </a:lnTo>
                  <a:lnTo>
                    <a:pt x="223971" y="41942"/>
                  </a:lnTo>
                  <a:lnTo>
                    <a:pt x="209286" y="20069"/>
                  </a:lnTo>
                  <a:lnTo>
                    <a:pt x="187383" y="5354"/>
                  </a:lnTo>
                  <a:lnTo>
                    <a:pt x="160464" y="0"/>
                  </a:lnTo>
                  <a:close/>
                </a:path>
              </a:pathLst>
            </a:custGeom>
            <a:solidFill>
              <a:srgbClr val="D7E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/>
            <p:cNvSpPr/>
            <p:nvPr/>
          </p:nvSpPr>
          <p:spPr>
            <a:xfrm>
              <a:off x="2043651" y="865143"/>
              <a:ext cx="248920" cy="773430"/>
            </a:xfrm>
            <a:custGeom>
              <a:avLst/>
              <a:gdLst/>
              <a:ahLst/>
              <a:cxnLst/>
              <a:rect l="l" t="t" r="r" b="b"/>
              <a:pathLst>
                <a:path w="248919" h="773430">
                  <a:moveTo>
                    <a:pt x="186197" y="772159"/>
                  </a:moveTo>
                  <a:lnTo>
                    <a:pt x="62882" y="772159"/>
                  </a:lnTo>
                  <a:lnTo>
                    <a:pt x="66763" y="773429"/>
                  </a:lnTo>
                  <a:lnTo>
                    <a:pt x="182315" y="773429"/>
                  </a:lnTo>
                  <a:lnTo>
                    <a:pt x="186197" y="772159"/>
                  </a:lnTo>
                  <a:close/>
                </a:path>
                <a:path w="248919" h="773430">
                  <a:moveTo>
                    <a:pt x="193264" y="2539"/>
                  </a:moveTo>
                  <a:lnTo>
                    <a:pt x="55322" y="2539"/>
                  </a:lnTo>
                  <a:lnTo>
                    <a:pt x="48062" y="5079"/>
                  </a:lnTo>
                  <a:lnTo>
                    <a:pt x="44574" y="7620"/>
                  </a:lnTo>
                  <a:lnTo>
                    <a:pt x="40732" y="8889"/>
                  </a:lnTo>
                  <a:lnTo>
                    <a:pt x="37857" y="11429"/>
                  </a:lnTo>
                  <a:lnTo>
                    <a:pt x="34660" y="12700"/>
                  </a:lnTo>
                  <a:lnTo>
                    <a:pt x="31563" y="15239"/>
                  </a:lnTo>
                  <a:lnTo>
                    <a:pt x="13336" y="34289"/>
                  </a:lnTo>
                  <a:lnTo>
                    <a:pt x="11274" y="36829"/>
                  </a:lnTo>
                  <a:lnTo>
                    <a:pt x="9373" y="40639"/>
                  </a:lnTo>
                  <a:lnTo>
                    <a:pt x="7624" y="44450"/>
                  </a:lnTo>
                  <a:lnTo>
                    <a:pt x="6036" y="46989"/>
                  </a:lnTo>
                  <a:lnTo>
                    <a:pt x="4437" y="52070"/>
                  </a:lnTo>
                  <a:lnTo>
                    <a:pt x="3210" y="54609"/>
                  </a:lnTo>
                  <a:lnTo>
                    <a:pt x="2285" y="58420"/>
                  </a:lnTo>
                  <a:lnTo>
                    <a:pt x="1290" y="62229"/>
                  </a:lnTo>
                  <a:lnTo>
                    <a:pt x="686" y="66039"/>
                  </a:lnTo>
                  <a:lnTo>
                    <a:pt x="0" y="72389"/>
                  </a:lnTo>
                  <a:lnTo>
                    <a:pt x="70" y="702309"/>
                  </a:lnTo>
                  <a:lnTo>
                    <a:pt x="7414" y="728979"/>
                  </a:lnTo>
                  <a:lnTo>
                    <a:pt x="9142" y="732789"/>
                  </a:lnTo>
                  <a:lnTo>
                    <a:pt x="11023" y="736600"/>
                  </a:lnTo>
                  <a:lnTo>
                    <a:pt x="13064" y="739139"/>
                  </a:lnTo>
                  <a:lnTo>
                    <a:pt x="15536" y="742950"/>
                  </a:lnTo>
                  <a:lnTo>
                    <a:pt x="17880" y="745489"/>
                  </a:lnTo>
                  <a:lnTo>
                    <a:pt x="20041" y="748029"/>
                  </a:lnTo>
                  <a:lnTo>
                    <a:pt x="22645" y="750570"/>
                  </a:lnTo>
                  <a:lnTo>
                    <a:pt x="44131" y="765809"/>
                  </a:lnTo>
                  <a:lnTo>
                    <a:pt x="47609" y="768350"/>
                  </a:lnTo>
                  <a:lnTo>
                    <a:pt x="54839" y="770889"/>
                  </a:lnTo>
                  <a:lnTo>
                    <a:pt x="58579" y="772159"/>
                  </a:lnTo>
                  <a:lnTo>
                    <a:pt x="190007" y="772159"/>
                  </a:lnTo>
                  <a:lnTo>
                    <a:pt x="193264" y="770889"/>
                  </a:lnTo>
                  <a:lnTo>
                    <a:pt x="200513" y="768350"/>
                  </a:lnTo>
                  <a:lnTo>
                    <a:pt x="204012" y="767079"/>
                  </a:lnTo>
                  <a:lnTo>
                    <a:pt x="207421" y="764539"/>
                  </a:lnTo>
                  <a:lnTo>
                    <a:pt x="211141" y="763270"/>
                  </a:lnTo>
                  <a:lnTo>
                    <a:pt x="213926" y="760729"/>
                  </a:lnTo>
                  <a:lnTo>
                    <a:pt x="217404" y="758189"/>
                  </a:lnTo>
                  <a:lnTo>
                    <a:pt x="219999" y="756920"/>
                  </a:lnTo>
                  <a:lnTo>
                    <a:pt x="222864" y="754379"/>
                  </a:lnTo>
                  <a:lnTo>
                    <a:pt x="72735" y="754379"/>
                  </a:lnTo>
                  <a:lnTo>
                    <a:pt x="69297" y="753109"/>
                  </a:lnTo>
                  <a:lnTo>
                    <a:pt x="66913" y="753109"/>
                  </a:lnTo>
                  <a:lnTo>
                    <a:pt x="63586" y="751839"/>
                  </a:lnTo>
                  <a:lnTo>
                    <a:pt x="61283" y="751839"/>
                  </a:lnTo>
                  <a:lnTo>
                    <a:pt x="58097" y="750570"/>
                  </a:lnTo>
                  <a:lnTo>
                    <a:pt x="58559" y="750570"/>
                  </a:lnTo>
                  <a:lnTo>
                    <a:pt x="55442" y="749300"/>
                  </a:lnTo>
                  <a:lnTo>
                    <a:pt x="55895" y="749300"/>
                  </a:lnTo>
                  <a:lnTo>
                    <a:pt x="52848" y="748029"/>
                  </a:lnTo>
                  <a:lnTo>
                    <a:pt x="53290" y="748029"/>
                  </a:lnTo>
                  <a:lnTo>
                    <a:pt x="50334" y="746759"/>
                  </a:lnTo>
                  <a:lnTo>
                    <a:pt x="50756" y="746759"/>
                  </a:lnTo>
                  <a:lnTo>
                    <a:pt x="47881" y="745489"/>
                  </a:lnTo>
                  <a:lnTo>
                    <a:pt x="48294" y="745489"/>
                  </a:lnTo>
                  <a:lnTo>
                    <a:pt x="45508" y="744220"/>
                  </a:lnTo>
                  <a:lnTo>
                    <a:pt x="45911" y="744220"/>
                  </a:lnTo>
                  <a:lnTo>
                    <a:pt x="44564" y="742950"/>
                  </a:lnTo>
                  <a:lnTo>
                    <a:pt x="43598" y="742950"/>
                  </a:lnTo>
                  <a:lnTo>
                    <a:pt x="41004" y="740409"/>
                  </a:lnTo>
                  <a:lnTo>
                    <a:pt x="41376" y="740409"/>
                  </a:lnTo>
                  <a:lnTo>
                    <a:pt x="38883" y="739139"/>
                  </a:lnTo>
                  <a:lnTo>
                    <a:pt x="39245" y="739139"/>
                  </a:lnTo>
                  <a:lnTo>
                    <a:pt x="36852" y="736600"/>
                  </a:lnTo>
                  <a:lnTo>
                    <a:pt x="37194" y="736600"/>
                  </a:lnTo>
                  <a:lnTo>
                    <a:pt x="36058" y="735329"/>
                  </a:lnTo>
                  <a:lnTo>
                    <a:pt x="35243" y="735329"/>
                  </a:lnTo>
                  <a:lnTo>
                    <a:pt x="33082" y="732789"/>
                  </a:lnTo>
                  <a:lnTo>
                    <a:pt x="33393" y="732789"/>
                  </a:lnTo>
                  <a:lnTo>
                    <a:pt x="31352" y="730250"/>
                  </a:lnTo>
                  <a:lnTo>
                    <a:pt x="31634" y="730250"/>
                  </a:lnTo>
                  <a:lnTo>
                    <a:pt x="30679" y="728979"/>
                  </a:lnTo>
                  <a:lnTo>
                    <a:pt x="29994" y="728979"/>
                  </a:lnTo>
                  <a:lnTo>
                    <a:pt x="28801" y="726439"/>
                  </a:lnTo>
                  <a:lnTo>
                    <a:pt x="28456" y="726439"/>
                  </a:lnTo>
                  <a:lnTo>
                    <a:pt x="27357" y="723900"/>
                  </a:lnTo>
                  <a:lnTo>
                    <a:pt x="27039" y="723900"/>
                  </a:lnTo>
                  <a:lnTo>
                    <a:pt x="26027" y="721359"/>
                  </a:lnTo>
                  <a:lnTo>
                    <a:pt x="25732" y="721359"/>
                  </a:lnTo>
                  <a:lnTo>
                    <a:pt x="24813" y="718820"/>
                  </a:lnTo>
                  <a:lnTo>
                    <a:pt x="24546" y="718820"/>
                  </a:lnTo>
                  <a:lnTo>
                    <a:pt x="23728" y="716279"/>
                  </a:lnTo>
                  <a:lnTo>
                    <a:pt x="23489" y="716279"/>
                  </a:lnTo>
                  <a:lnTo>
                    <a:pt x="22765" y="713739"/>
                  </a:lnTo>
                  <a:lnTo>
                    <a:pt x="22554" y="713739"/>
                  </a:lnTo>
                  <a:lnTo>
                    <a:pt x="21630" y="709929"/>
                  </a:lnTo>
                  <a:lnTo>
                    <a:pt x="21761" y="709929"/>
                  </a:lnTo>
                  <a:lnTo>
                    <a:pt x="20986" y="707389"/>
                  </a:lnTo>
                  <a:lnTo>
                    <a:pt x="20651" y="704850"/>
                  </a:lnTo>
                  <a:lnTo>
                    <a:pt x="20417" y="703579"/>
                  </a:lnTo>
                  <a:lnTo>
                    <a:pt x="20269" y="702309"/>
                  </a:lnTo>
                  <a:lnTo>
                    <a:pt x="20190" y="72389"/>
                  </a:lnTo>
                  <a:lnTo>
                    <a:pt x="20440" y="69850"/>
                  </a:lnTo>
                  <a:lnTo>
                    <a:pt x="20564" y="68579"/>
                  </a:lnTo>
                  <a:lnTo>
                    <a:pt x="20885" y="67309"/>
                  </a:lnTo>
                  <a:lnTo>
                    <a:pt x="21086" y="66039"/>
                  </a:lnTo>
                  <a:lnTo>
                    <a:pt x="21244" y="66039"/>
                  </a:lnTo>
                  <a:lnTo>
                    <a:pt x="21761" y="63500"/>
                  </a:lnTo>
                  <a:lnTo>
                    <a:pt x="21630" y="63500"/>
                  </a:lnTo>
                  <a:lnTo>
                    <a:pt x="22554" y="60959"/>
                  </a:lnTo>
                  <a:lnTo>
                    <a:pt x="22403" y="60959"/>
                  </a:lnTo>
                  <a:lnTo>
                    <a:pt x="23489" y="58420"/>
                  </a:lnTo>
                  <a:lnTo>
                    <a:pt x="23319" y="58420"/>
                  </a:lnTo>
                  <a:lnTo>
                    <a:pt x="24546" y="55879"/>
                  </a:lnTo>
                  <a:lnTo>
                    <a:pt x="24354" y="55879"/>
                  </a:lnTo>
                  <a:lnTo>
                    <a:pt x="25732" y="52070"/>
                  </a:lnTo>
                  <a:lnTo>
                    <a:pt x="26027" y="52070"/>
                  </a:lnTo>
                  <a:lnTo>
                    <a:pt x="27039" y="49529"/>
                  </a:lnTo>
                  <a:lnTo>
                    <a:pt x="27632" y="49529"/>
                  </a:lnTo>
                  <a:lnTo>
                    <a:pt x="28456" y="48259"/>
                  </a:lnTo>
                  <a:lnTo>
                    <a:pt x="28205" y="48259"/>
                  </a:lnTo>
                  <a:lnTo>
                    <a:pt x="29994" y="45720"/>
                  </a:lnTo>
                  <a:lnTo>
                    <a:pt x="29724" y="45720"/>
                  </a:lnTo>
                  <a:lnTo>
                    <a:pt x="31634" y="43179"/>
                  </a:lnTo>
                  <a:lnTo>
                    <a:pt x="31352" y="43179"/>
                  </a:lnTo>
                  <a:lnTo>
                    <a:pt x="33393" y="40639"/>
                  </a:lnTo>
                  <a:lnTo>
                    <a:pt x="33082" y="40639"/>
                  </a:lnTo>
                  <a:lnTo>
                    <a:pt x="35243" y="38100"/>
                  </a:lnTo>
                  <a:lnTo>
                    <a:pt x="36058" y="38100"/>
                  </a:lnTo>
                  <a:lnTo>
                    <a:pt x="37194" y="36829"/>
                  </a:lnTo>
                  <a:lnTo>
                    <a:pt x="36852" y="36829"/>
                  </a:lnTo>
                  <a:lnTo>
                    <a:pt x="39245" y="34289"/>
                  </a:lnTo>
                  <a:lnTo>
                    <a:pt x="40129" y="34289"/>
                  </a:lnTo>
                  <a:lnTo>
                    <a:pt x="41376" y="33020"/>
                  </a:lnTo>
                  <a:lnTo>
                    <a:pt x="41004" y="33020"/>
                  </a:lnTo>
                  <a:lnTo>
                    <a:pt x="43598" y="31750"/>
                  </a:lnTo>
                  <a:lnTo>
                    <a:pt x="43216" y="31750"/>
                  </a:lnTo>
                  <a:lnTo>
                    <a:pt x="45911" y="29209"/>
                  </a:lnTo>
                  <a:lnTo>
                    <a:pt x="45508" y="29209"/>
                  </a:lnTo>
                  <a:lnTo>
                    <a:pt x="48294" y="27939"/>
                  </a:lnTo>
                  <a:lnTo>
                    <a:pt x="47881" y="27939"/>
                  </a:lnTo>
                  <a:lnTo>
                    <a:pt x="50756" y="26670"/>
                  </a:lnTo>
                  <a:lnTo>
                    <a:pt x="50334" y="26670"/>
                  </a:lnTo>
                  <a:lnTo>
                    <a:pt x="53290" y="25400"/>
                  </a:lnTo>
                  <a:lnTo>
                    <a:pt x="52848" y="25400"/>
                  </a:lnTo>
                  <a:lnTo>
                    <a:pt x="55895" y="24129"/>
                  </a:lnTo>
                  <a:lnTo>
                    <a:pt x="55442" y="24129"/>
                  </a:lnTo>
                  <a:lnTo>
                    <a:pt x="58559" y="22859"/>
                  </a:lnTo>
                  <a:lnTo>
                    <a:pt x="60811" y="22859"/>
                  </a:lnTo>
                  <a:lnTo>
                    <a:pt x="64068" y="21589"/>
                  </a:lnTo>
                  <a:lnTo>
                    <a:pt x="63586" y="21589"/>
                  </a:lnTo>
                  <a:lnTo>
                    <a:pt x="66913" y="20320"/>
                  </a:lnTo>
                  <a:lnTo>
                    <a:pt x="75209" y="20320"/>
                  </a:lnTo>
                  <a:lnTo>
                    <a:pt x="78747" y="19050"/>
                  </a:lnTo>
                  <a:lnTo>
                    <a:pt x="221431" y="19050"/>
                  </a:lnTo>
                  <a:lnTo>
                    <a:pt x="219999" y="17779"/>
                  </a:lnTo>
                  <a:lnTo>
                    <a:pt x="217404" y="15239"/>
                  </a:lnTo>
                  <a:lnTo>
                    <a:pt x="214328" y="12700"/>
                  </a:lnTo>
                  <a:lnTo>
                    <a:pt x="211141" y="11429"/>
                  </a:lnTo>
                  <a:lnTo>
                    <a:pt x="207842" y="8889"/>
                  </a:lnTo>
                  <a:lnTo>
                    <a:pt x="204454" y="7620"/>
                  </a:lnTo>
                  <a:lnTo>
                    <a:pt x="200965" y="6350"/>
                  </a:lnTo>
                  <a:lnTo>
                    <a:pt x="196934" y="3809"/>
                  </a:lnTo>
                  <a:lnTo>
                    <a:pt x="193264" y="2539"/>
                  </a:lnTo>
                  <a:close/>
                </a:path>
                <a:path w="248919" h="773430">
                  <a:moveTo>
                    <a:pt x="205360" y="741679"/>
                  </a:moveTo>
                  <a:lnTo>
                    <a:pt x="202675" y="744220"/>
                  </a:lnTo>
                  <a:lnTo>
                    <a:pt x="203067" y="744220"/>
                  </a:lnTo>
                  <a:lnTo>
                    <a:pt x="200282" y="745489"/>
                  </a:lnTo>
                  <a:lnTo>
                    <a:pt x="200695" y="745489"/>
                  </a:lnTo>
                  <a:lnTo>
                    <a:pt x="197818" y="746759"/>
                  </a:lnTo>
                  <a:lnTo>
                    <a:pt x="198251" y="746759"/>
                  </a:lnTo>
                  <a:lnTo>
                    <a:pt x="195285" y="748029"/>
                  </a:lnTo>
                  <a:lnTo>
                    <a:pt x="195728" y="748029"/>
                  </a:lnTo>
                  <a:lnTo>
                    <a:pt x="192681" y="749300"/>
                  </a:lnTo>
                  <a:lnTo>
                    <a:pt x="193143" y="749300"/>
                  </a:lnTo>
                  <a:lnTo>
                    <a:pt x="190017" y="750570"/>
                  </a:lnTo>
                  <a:lnTo>
                    <a:pt x="190489" y="750570"/>
                  </a:lnTo>
                  <a:lnTo>
                    <a:pt x="187293" y="751839"/>
                  </a:lnTo>
                  <a:lnTo>
                    <a:pt x="185000" y="751839"/>
                  </a:lnTo>
                  <a:lnTo>
                    <a:pt x="181672" y="753109"/>
                  </a:lnTo>
                  <a:lnTo>
                    <a:pt x="179279" y="753109"/>
                  </a:lnTo>
                  <a:lnTo>
                    <a:pt x="175841" y="754379"/>
                  </a:lnTo>
                  <a:lnTo>
                    <a:pt x="222864" y="754379"/>
                  </a:lnTo>
                  <a:lnTo>
                    <a:pt x="225940" y="750570"/>
                  </a:lnTo>
                  <a:lnTo>
                    <a:pt x="228213" y="748029"/>
                  </a:lnTo>
                  <a:lnTo>
                    <a:pt x="231007" y="745489"/>
                  </a:lnTo>
                  <a:lnTo>
                    <a:pt x="233330" y="742950"/>
                  </a:lnTo>
                  <a:lnTo>
                    <a:pt x="204977" y="742950"/>
                  </a:lnTo>
                  <a:lnTo>
                    <a:pt x="205360" y="741679"/>
                  </a:lnTo>
                  <a:close/>
                </a:path>
                <a:path w="248919" h="773430">
                  <a:moveTo>
                    <a:pt x="43216" y="741679"/>
                  </a:moveTo>
                  <a:lnTo>
                    <a:pt x="43598" y="742950"/>
                  </a:lnTo>
                  <a:lnTo>
                    <a:pt x="44564" y="742950"/>
                  </a:lnTo>
                  <a:lnTo>
                    <a:pt x="43216" y="741679"/>
                  </a:lnTo>
                  <a:close/>
                </a:path>
                <a:path w="248919" h="773430">
                  <a:moveTo>
                    <a:pt x="213664" y="734059"/>
                  </a:moveTo>
                  <a:lnTo>
                    <a:pt x="211382" y="736600"/>
                  </a:lnTo>
                  <a:lnTo>
                    <a:pt x="211724" y="736600"/>
                  </a:lnTo>
                  <a:lnTo>
                    <a:pt x="209341" y="739139"/>
                  </a:lnTo>
                  <a:lnTo>
                    <a:pt x="209693" y="739139"/>
                  </a:lnTo>
                  <a:lnTo>
                    <a:pt x="207200" y="740409"/>
                  </a:lnTo>
                  <a:lnTo>
                    <a:pt x="207572" y="740409"/>
                  </a:lnTo>
                  <a:lnTo>
                    <a:pt x="204977" y="742950"/>
                  </a:lnTo>
                  <a:lnTo>
                    <a:pt x="233330" y="742950"/>
                  </a:lnTo>
                  <a:lnTo>
                    <a:pt x="235250" y="739139"/>
                  </a:lnTo>
                  <a:lnTo>
                    <a:pt x="237301" y="736600"/>
                  </a:lnTo>
                  <a:lnTo>
                    <a:pt x="237938" y="735329"/>
                  </a:lnTo>
                  <a:lnTo>
                    <a:pt x="213343" y="735329"/>
                  </a:lnTo>
                  <a:lnTo>
                    <a:pt x="213664" y="734059"/>
                  </a:lnTo>
                  <a:close/>
                </a:path>
                <a:path w="248919" h="773430">
                  <a:moveTo>
                    <a:pt x="34922" y="734059"/>
                  </a:moveTo>
                  <a:lnTo>
                    <a:pt x="35243" y="735329"/>
                  </a:lnTo>
                  <a:lnTo>
                    <a:pt x="36058" y="735329"/>
                  </a:lnTo>
                  <a:lnTo>
                    <a:pt x="34922" y="734059"/>
                  </a:lnTo>
                  <a:close/>
                </a:path>
                <a:path w="248919" h="773430">
                  <a:moveTo>
                    <a:pt x="218862" y="727709"/>
                  </a:moveTo>
                  <a:lnTo>
                    <a:pt x="216942" y="730250"/>
                  </a:lnTo>
                  <a:lnTo>
                    <a:pt x="217234" y="730250"/>
                  </a:lnTo>
                  <a:lnTo>
                    <a:pt x="215192" y="732789"/>
                  </a:lnTo>
                  <a:lnTo>
                    <a:pt x="215494" y="732789"/>
                  </a:lnTo>
                  <a:lnTo>
                    <a:pt x="213343" y="735329"/>
                  </a:lnTo>
                  <a:lnTo>
                    <a:pt x="237938" y="735329"/>
                  </a:lnTo>
                  <a:lnTo>
                    <a:pt x="239211" y="732789"/>
                  </a:lnTo>
                  <a:lnTo>
                    <a:pt x="240961" y="730250"/>
                  </a:lnTo>
                  <a:lnTo>
                    <a:pt x="241491" y="728979"/>
                  </a:lnTo>
                  <a:lnTo>
                    <a:pt x="218590" y="728979"/>
                  </a:lnTo>
                  <a:lnTo>
                    <a:pt x="218862" y="727709"/>
                  </a:lnTo>
                  <a:close/>
                </a:path>
                <a:path w="248919" h="773430">
                  <a:moveTo>
                    <a:pt x="29724" y="727709"/>
                  </a:moveTo>
                  <a:lnTo>
                    <a:pt x="29994" y="728979"/>
                  </a:lnTo>
                  <a:lnTo>
                    <a:pt x="30679" y="728979"/>
                  </a:lnTo>
                  <a:lnTo>
                    <a:pt x="29724" y="727709"/>
                  </a:lnTo>
                  <a:close/>
                </a:path>
                <a:path w="248919" h="773430">
                  <a:moveTo>
                    <a:pt x="220371" y="725170"/>
                  </a:moveTo>
                  <a:lnTo>
                    <a:pt x="218590" y="728979"/>
                  </a:lnTo>
                  <a:lnTo>
                    <a:pt x="241491" y="728979"/>
                  </a:lnTo>
                  <a:lnTo>
                    <a:pt x="242550" y="726439"/>
                  </a:lnTo>
                  <a:lnTo>
                    <a:pt x="220119" y="726439"/>
                  </a:lnTo>
                  <a:lnTo>
                    <a:pt x="220371" y="725170"/>
                  </a:lnTo>
                  <a:close/>
                </a:path>
                <a:path w="248919" h="773430">
                  <a:moveTo>
                    <a:pt x="28205" y="725170"/>
                  </a:moveTo>
                  <a:lnTo>
                    <a:pt x="28456" y="726439"/>
                  </a:lnTo>
                  <a:lnTo>
                    <a:pt x="28801" y="726439"/>
                  </a:lnTo>
                  <a:lnTo>
                    <a:pt x="28205" y="725170"/>
                  </a:lnTo>
                  <a:close/>
                </a:path>
                <a:path w="248919" h="773430">
                  <a:moveTo>
                    <a:pt x="221778" y="722629"/>
                  </a:moveTo>
                  <a:lnTo>
                    <a:pt x="220119" y="726439"/>
                  </a:lnTo>
                  <a:lnTo>
                    <a:pt x="242550" y="726439"/>
                  </a:lnTo>
                  <a:lnTo>
                    <a:pt x="243495" y="723900"/>
                  </a:lnTo>
                  <a:lnTo>
                    <a:pt x="221547" y="723900"/>
                  </a:lnTo>
                  <a:lnTo>
                    <a:pt x="221778" y="722629"/>
                  </a:lnTo>
                  <a:close/>
                </a:path>
                <a:path w="248919" h="773430">
                  <a:moveTo>
                    <a:pt x="26808" y="722629"/>
                  </a:moveTo>
                  <a:lnTo>
                    <a:pt x="27039" y="723900"/>
                  </a:lnTo>
                  <a:lnTo>
                    <a:pt x="27357" y="723900"/>
                  </a:lnTo>
                  <a:lnTo>
                    <a:pt x="26808" y="722629"/>
                  </a:lnTo>
                  <a:close/>
                </a:path>
                <a:path w="248919" h="773430">
                  <a:moveTo>
                    <a:pt x="223065" y="720089"/>
                  </a:moveTo>
                  <a:lnTo>
                    <a:pt x="221547" y="723900"/>
                  </a:lnTo>
                  <a:lnTo>
                    <a:pt x="243495" y="723900"/>
                  </a:lnTo>
                  <a:lnTo>
                    <a:pt x="243968" y="722629"/>
                  </a:lnTo>
                  <a:lnTo>
                    <a:pt x="244387" y="721359"/>
                  </a:lnTo>
                  <a:lnTo>
                    <a:pt x="222844" y="721359"/>
                  </a:lnTo>
                  <a:lnTo>
                    <a:pt x="223065" y="720089"/>
                  </a:lnTo>
                  <a:close/>
                </a:path>
                <a:path w="248919" h="773430">
                  <a:moveTo>
                    <a:pt x="25521" y="720089"/>
                  </a:moveTo>
                  <a:lnTo>
                    <a:pt x="25732" y="721359"/>
                  </a:lnTo>
                  <a:lnTo>
                    <a:pt x="26027" y="721359"/>
                  </a:lnTo>
                  <a:lnTo>
                    <a:pt x="25521" y="720089"/>
                  </a:lnTo>
                  <a:close/>
                </a:path>
                <a:path w="248919" h="773430">
                  <a:moveTo>
                    <a:pt x="224222" y="717550"/>
                  </a:moveTo>
                  <a:lnTo>
                    <a:pt x="222844" y="721359"/>
                  </a:lnTo>
                  <a:lnTo>
                    <a:pt x="244387" y="721359"/>
                  </a:lnTo>
                  <a:lnTo>
                    <a:pt x="245225" y="718820"/>
                  </a:lnTo>
                  <a:lnTo>
                    <a:pt x="224030" y="718820"/>
                  </a:lnTo>
                  <a:lnTo>
                    <a:pt x="224222" y="717550"/>
                  </a:lnTo>
                  <a:close/>
                </a:path>
                <a:path w="248919" h="773430">
                  <a:moveTo>
                    <a:pt x="24354" y="717550"/>
                  </a:moveTo>
                  <a:lnTo>
                    <a:pt x="24546" y="718820"/>
                  </a:lnTo>
                  <a:lnTo>
                    <a:pt x="24813" y="718820"/>
                  </a:lnTo>
                  <a:lnTo>
                    <a:pt x="24354" y="717550"/>
                  </a:lnTo>
                  <a:close/>
                </a:path>
                <a:path w="248919" h="773430">
                  <a:moveTo>
                    <a:pt x="225267" y="715009"/>
                  </a:moveTo>
                  <a:lnTo>
                    <a:pt x="224030" y="718820"/>
                  </a:lnTo>
                  <a:lnTo>
                    <a:pt x="245225" y="718820"/>
                  </a:lnTo>
                  <a:lnTo>
                    <a:pt x="246022" y="716279"/>
                  </a:lnTo>
                  <a:lnTo>
                    <a:pt x="225095" y="716279"/>
                  </a:lnTo>
                  <a:lnTo>
                    <a:pt x="225267" y="715009"/>
                  </a:lnTo>
                  <a:close/>
                </a:path>
                <a:path w="248919" h="773430">
                  <a:moveTo>
                    <a:pt x="23319" y="715009"/>
                  </a:moveTo>
                  <a:lnTo>
                    <a:pt x="23489" y="716279"/>
                  </a:lnTo>
                  <a:lnTo>
                    <a:pt x="23728" y="716279"/>
                  </a:lnTo>
                  <a:lnTo>
                    <a:pt x="23319" y="715009"/>
                  </a:lnTo>
                  <a:close/>
                </a:path>
                <a:path w="248919" h="773430">
                  <a:moveTo>
                    <a:pt x="226171" y="712470"/>
                  </a:moveTo>
                  <a:lnTo>
                    <a:pt x="225095" y="716279"/>
                  </a:lnTo>
                  <a:lnTo>
                    <a:pt x="246022" y="716279"/>
                  </a:lnTo>
                  <a:lnTo>
                    <a:pt x="246421" y="715009"/>
                  </a:lnTo>
                  <a:lnTo>
                    <a:pt x="246709" y="713739"/>
                  </a:lnTo>
                  <a:lnTo>
                    <a:pt x="226021" y="713739"/>
                  </a:lnTo>
                  <a:lnTo>
                    <a:pt x="226171" y="712470"/>
                  </a:lnTo>
                  <a:close/>
                </a:path>
                <a:path w="248919" h="773430">
                  <a:moveTo>
                    <a:pt x="22403" y="712470"/>
                  </a:moveTo>
                  <a:lnTo>
                    <a:pt x="22554" y="713739"/>
                  </a:lnTo>
                  <a:lnTo>
                    <a:pt x="22765" y="713739"/>
                  </a:lnTo>
                  <a:lnTo>
                    <a:pt x="22403" y="712470"/>
                  </a:lnTo>
                  <a:close/>
                </a:path>
                <a:path w="248919" h="773430">
                  <a:moveTo>
                    <a:pt x="228093" y="703579"/>
                  </a:moveTo>
                  <a:lnTo>
                    <a:pt x="227489" y="707389"/>
                  </a:lnTo>
                  <a:lnTo>
                    <a:pt x="226825" y="709929"/>
                  </a:lnTo>
                  <a:lnTo>
                    <a:pt x="226021" y="713739"/>
                  </a:lnTo>
                  <a:lnTo>
                    <a:pt x="246709" y="713739"/>
                  </a:lnTo>
                  <a:lnTo>
                    <a:pt x="247285" y="711200"/>
                  </a:lnTo>
                  <a:lnTo>
                    <a:pt x="247969" y="707389"/>
                  </a:lnTo>
                  <a:lnTo>
                    <a:pt x="248291" y="704850"/>
                  </a:lnTo>
                  <a:lnTo>
                    <a:pt x="228021" y="704850"/>
                  </a:lnTo>
                  <a:lnTo>
                    <a:pt x="228093" y="703579"/>
                  </a:lnTo>
                  <a:close/>
                </a:path>
                <a:path w="248919" h="773430">
                  <a:moveTo>
                    <a:pt x="248257" y="68579"/>
                  </a:moveTo>
                  <a:lnTo>
                    <a:pt x="228021" y="68579"/>
                  </a:lnTo>
                  <a:lnTo>
                    <a:pt x="228455" y="72389"/>
                  </a:lnTo>
                  <a:lnTo>
                    <a:pt x="228484" y="701039"/>
                  </a:lnTo>
                  <a:lnTo>
                    <a:pt x="228310" y="702309"/>
                  </a:lnTo>
                  <a:lnTo>
                    <a:pt x="228021" y="704850"/>
                  </a:lnTo>
                  <a:lnTo>
                    <a:pt x="248291" y="704850"/>
                  </a:lnTo>
                  <a:lnTo>
                    <a:pt x="248452" y="703579"/>
                  </a:lnTo>
                  <a:lnTo>
                    <a:pt x="248543" y="702309"/>
                  </a:lnTo>
                  <a:lnTo>
                    <a:pt x="248616" y="72389"/>
                  </a:lnTo>
                  <a:lnTo>
                    <a:pt x="248401" y="69850"/>
                  </a:lnTo>
                  <a:lnTo>
                    <a:pt x="248257" y="68579"/>
                  </a:lnTo>
                  <a:close/>
                </a:path>
                <a:path w="248919" h="773430">
                  <a:moveTo>
                    <a:pt x="244139" y="52070"/>
                  </a:moveTo>
                  <a:lnTo>
                    <a:pt x="222844" y="52070"/>
                  </a:lnTo>
                  <a:lnTo>
                    <a:pt x="224222" y="55879"/>
                  </a:lnTo>
                  <a:lnTo>
                    <a:pt x="224030" y="55879"/>
                  </a:lnTo>
                  <a:lnTo>
                    <a:pt x="225267" y="58420"/>
                  </a:lnTo>
                  <a:lnTo>
                    <a:pt x="225095" y="58420"/>
                  </a:lnTo>
                  <a:lnTo>
                    <a:pt x="226171" y="60959"/>
                  </a:lnTo>
                  <a:lnTo>
                    <a:pt x="226021" y="60959"/>
                  </a:lnTo>
                  <a:lnTo>
                    <a:pt x="226946" y="63500"/>
                  </a:lnTo>
                  <a:lnTo>
                    <a:pt x="227489" y="66039"/>
                  </a:lnTo>
                  <a:lnTo>
                    <a:pt x="228093" y="69850"/>
                  </a:lnTo>
                  <a:lnTo>
                    <a:pt x="228021" y="68579"/>
                  </a:lnTo>
                  <a:lnTo>
                    <a:pt x="248257" y="68579"/>
                  </a:lnTo>
                  <a:lnTo>
                    <a:pt x="247969" y="66039"/>
                  </a:lnTo>
                  <a:lnTo>
                    <a:pt x="246421" y="58420"/>
                  </a:lnTo>
                  <a:lnTo>
                    <a:pt x="245225" y="54609"/>
                  </a:lnTo>
                  <a:lnTo>
                    <a:pt x="244139" y="52070"/>
                  </a:lnTo>
                  <a:close/>
                </a:path>
                <a:path w="248919" h="773430">
                  <a:moveTo>
                    <a:pt x="21244" y="66039"/>
                  </a:moveTo>
                  <a:lnTo>
                    <a:pt x="21086" y="66039"/>
                  </a:lnTo>
                  <a:lnTo>
                    <a:pt x="20986" y="67309"/>
                  </a:lnTo>
                  <a:lnTo>
                    <a:pt x="21244" y="66039"/>
                  </a:lnTo>
                  <a:close/>
                </a:path>
                <a:path w="248919" h="773430">
                  <a:moveTo>
                    <a:pt x="26027" y="52070"/>
                  </a:moveTo>
                  <a:lnTo>
                    <a:pt x="25732" y="52070"/>
                  </a:lnTo>
                  <a:lnTo>
                    <a:pt x="25521" y="53339"/>
                  </a:lnTo>
                  <a:lnTo>
                    <a:pt x="26027" y="52070"/>
                  </a:lnTo>
                  <a:close/>
                </a:path>
                <a:path w="248919" h="773430">
                  <a:moveTo>
                    <a:pt x="243345" y="49529"/>
                  </a:moveTo>
                  <a:lnTo>
                    <a:pt x="221547" y="49529"/>
                  </a:lnTo>
                  <a:lnTo>
                    <a:pt x="223065" y="53339"/>
                  </a:lnTo>
                  <a:lnTo>
                    <a:pt x="222844" y="52070"/>
                  </a:lnTo>
                  <a:lnTo>
                    <a:pt x="244139" y="52070"/>
                  </a:lnTo>
                  <a:lnTo>
                    <a:pt x="243345" y="49529"/>
                  </a:lnTo>
                  <a:close/>
                </a:path>
                <a:path w="248919" h="773430">
                  <a:moveTo>
                    <a:pt x="27632" y="49529"/>
                  </a:moveTo>
                  <a:lnTo>
                    <a:pt x="27039" y="49529"/>
                  </a:lnTo>
                  <a:lnTo>
                    <a:pt x="26808" y="50800"/>
                  </a:lnTo>
                  <a:lnTo>
                    <a:pt x="27632" y="49529"/>
                  </a:lnTo>
                  <a:close/>
                </a:path>
                <a:path w="248919" h="773430">
                  <a:moveTo>
                    <a:pt x="237553" y="38100"/>
                  </a:moveTo>
                  <a:lnTo>
                    <a:pt x="213343" y="38100"/>
                  </a:lnTo>
                  <a:lnTo>
                    <a:pt x="215494" y="40639"/>
                  </a:lnTo>
                  <a:lnTo>
                    <a:pt x="215192" y="40639"/>
                  </a:lnTo>
                  <a:lnTo>
                    <a:pt x="217234" y="43179"/>
                  </a:lnTo>
                  <a:lnTo>
                    <a:pt x="216942" y="43179"/>
                  </a:lnTo>
                  <a:lnTo>
                    <a:pt x="218862" y="45720"/>
                  </a:lnTo>
                  <a:lnTo>
                    <a:pt x="218590" y="45720"/>
                  </a:lnTo>
                  <a:lnTo>
                    <a:pt x="220371" y="48259"/>
                  </a:lnTo>
                  <a:lnTo>
                    <a:pt x="220119" y="48259"/>
                  </a:lnTo>
                  <a:lnTo>
                    <a:pt x="221778" y="50800"/>
                  </a:lnTo>
                  <a:lnTo>
                    <a:pt x="221547" y="49529"/>
                  </a:lnTo>
                  <a:lnTo>
                    <a:pt x="243345" y="49529"/>
                  </a:lnTo>
                  <a:lnTo>
                    <a:pt x="242550" y="46989"/>
                  </a:lnTo>
                  <a:lnTo>
                    <a:pt x="241172" y="44450"/>
                  </a:lnTo>
                  <a:lnTo>
                    <a:pt x="239443" y="40639"/>
                  </a:lnTo>
                  <a:lnTo>
                    <a:pt x="237553" y="38100"/>
                  </a:lnTo>
                  <a:close/>
                </a:path>
                <a:path w="248919" h="773430">
                  <a:moveTo>
                    <a:pt x="36058" y="38100"/>
                  </a:moveTo>
                  <a:lnTo>
                    <a:pt x="35243" y="38100"/>
                  </a:lnTo>
                  <a:lnTo>
                    <a:pt x="34922" y="39370"/>
                  </a:lnTo>
                  <a:lnTo>
                    <a:pt x="36058" y="38100"/>
                  </a:lnTo>
                  <a:close/>
                </a:path>
                <a:path w="248919" h="773430">
                  <a:moveTo>
                    <a:pt x="235250" y="34289"/>
                  </a:moveTo>
                  <a:lnTo>
                    <a:pt x="209341" y="34289"/>
                  </a:lnTo>
                  <a:lnTo>
                    <a:pt x="211724" y="36829"/>
                  </a:lnTo>
                  <a:lnTo>
                    <a:pt x="211382" y="36829"/>
                  </a:lnTo>
                  <a:lnTo>
                    <a:pt x="213664" y="39370"/>
                  </a:lnTo>
                  <a:lnTo>
                    <a:pt x="213343" y="38100"/>
                  </a:lnTo>
                  <a:lnTo>
                    <a:pt x="237553" y="38100"/>
                  </a:lnTo>
                  <a:lnTo>
                    <a:pt x="235250" y="34289"/>
                  </a:lnTo>
                  <a:close/>
                </a:path>
                <a:path w="248919" h="773430">
                  <a:moveTo>
                    <a:pt x="40129" y="34289"/>
                  </a:moveTo>
                  <a:lnTo>
                    <a:pt x="39245" y="34289"/>
                  </a:lnTo>
                  <a:lnTo>
                    <a:pt x="38883" y="35559"/>
                  </a:lnTo>
                  <a:lnTo>
                    <a:pt x="40129" y="34289"/>
                  </a:lnTo>
                  <a:close/>
                </a:path>
                <a:path w="248919" h="773430">
                  <a:moveTo>
                    <a:pt x="221431" y="19050"/>
                  </a:moveTo>
                  <a:lnTo>
                    <a:pt x="169838" y="19050"/>
                  </a:lnTo>
                  <a:lnTo>
                    <a:pt x="173367" y="20320"/>
                  </a:lnTo>
                  <a:lnTo>
                    <a:pt x="181672" y="20320"/>
                  </a:lnTo>
                  <a:lnTo>
                    <a:pt x="185000" y="21589"/>
                  </a:lnTo>
                  <a:lnTo>
                    <a:pt x="184507" y="21589"/>
                  </a:lnTo>
                  <a:lnTo>
                    <a:pt x="187775" y="22859"/>
                  </a:lnTo>
                  <a:lnTo>
                    <a:pt x="190017" y="22859"/>
                  </a:lnTo>
                  <a:lnTo>
                    <a:pt x="193143" y="24129"/>
                  </a:lnTo>
                  <a:lnTo>
                    <a:pt x="192681" y="24129"/>
                  </a:lnTo>
                  <a:lnTo>
                    <a:pt x="195728" y="25400"/>
                  </a:lnTo>
                  <a:lnTo>
                    <a:pt x="195285" y="25400"/>
                  </a:lnTo>
                  <a:lnTo>
                    <a:pt x="198251" y="26670"/>
                  </a:lnTo>
                  <a:lnTo>
                    <a:pt x="197818" y="26670"/>
                  </a:lnTo>
                  <a:lnTo>
                    <a:pt x="200695" y="27939"/>
                  </a:lnTo>
                  <a:lnTo>
                    <a:pt x="200282" y="27939"/>
                  </a:lnTo>
                  <a:lnTo>
                    <a:pt x="203067" y="29209"/>
                  </a:lnTo>
                  <a:lnTo>
                    <a:pt x="202675" y="29209"/>
                  </a:lnTo>
                  <a:lnTo>
                    <a:pt x="205360" y="31750"/>
                  </a:lnTo>
                  <a:lnTo>
                    <a:pt x="204977" y="31750"/>
                  </a:lnTo>
                  <a:lnTo>
                    <a:pt x="207572" y="33020"/>
                  </a:lnTo>
                  <a:lnTo>
                    <a:pt x="207200" y="33020"/>
                  </a:lnTo>
                  <a:lnTo>
                    <a:pt x="209693" y="35559"/>
                  </a:lnTo>
                  <a:lnTo>
                    <a:pt x="209341" y="34289"/>
                  </a:lnTo>
                  <a:lnTo>
                    <a:pt x="235250" y="34289"/>
                  </a:lnTo>
                  <a:lnTo>
                    <a:pt x="233330" y="31750"/>
                  </a:lnTo>
                  <a:lnTo>
                    <a:pt x="231007" y="27939"/>
                  </a:lnTo>
                  <a:lnTo>
                    <a:pt x="228535" y="25400"/>
                  </a:lnTo>
                  <a:lnTo>
                    <a:pt x="225940" y="22859"/>
                  </a:lnTo>
                  <a:lnTo>
                    <a:pt x="222864" y="20320"/>
                  </a:lnTo>
                  <a:lnTo>
                    <a:pt x="221431" y="19050"/>
                  </a:lnTo>
                  <a:close/>
                </a:path>
                <a:path w="248919" h="773430">
                  <a:moveTo>
                    <a:pt x="181812" y="0"/>
                  </a:moveTo>
                  <a:lnTo>
                    <a:pt x="66260" y="0"/>
                  </a:lnTo>
                  <a:lnTo>
                    <a:pt x="58579" y="2539"/>
                  </a:lnTo>
                  <a:lnTo>
                    <a:pt x="189514" y="2539"/>
                  </a:lnTo>
                  <a:lnTo>
                    <a:pt x="181812" y="0"/>
                  </a:lnTo>
                  <a:close/>
                </a:path>
              </a:pathLst>
            </a:custGeom>
            <a:solidFill>
              <a:srgbClr val="1E88E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6" name="object 236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2081911" y="926083"/>
              <a:ext cx="155638" cy="217170"/>
            </a:xfrm>
            <a:prstGeom prst="rect">
              <a:avLst/>
            </a:prstGeom>
          </p:spPr>
        </p:pic>
      </p:grpSp>
      <p:sp>
        <p:nvSpPr>
          <p:cNvPr id="237" name="object 237"/>
          <p:cNvSpPr txBox="1"/>
          <p:nvPr/>
        </p:nvSpPr>
        <p:spPr>
          <a:xfrm>
            <a:off x="2075228" y="1016107"/>
            <a:ext cx="308610" cy="57531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algn="ctr">
              <a:lnSpc>
                <a:spcPts val="700"/>
              </a:lnSpc>
            </a:pPr>
            <a:r>
              <a:rPr dirty="0" sz="600" spc="-30">
                <a:solidFill>
                  <a:srgbClr val="3E5C76"/>
                </a:solidFill>
                <a:latin typeface="Segoe UI Symbol"/>
                <a:cs typeface="Segoe UI Symbol"/>
              </a:rPr>
              <a:t>S</a:t>
            </a:r>
            <a:r>
              <a:rPr dirty="0" sz="600" spc="-20">
                <a:solidFill>
                  <a:srgbClr val="3E5C76"/>
                </a:solidFill>
                <a:latin typeface="Segoe UI Symbol"/>
                <a:cs typeface="Segoe UI Symbol"/>
              </a:rPr>
              <a:t> </a:t>
            </a:r>
            <a:r>
              <a:rPr dirty="0" sz="600">
                <a:solidFill>
                  <a:srgbClr val="3E5C76"/>
                </a:solidFill>
                <a:latin typeface="Segoe UI Symbol"/>
                <a:cs typeface="Segoe UI Symbol"/>
              </a:rPr>
              <a:t>E</a:t>
            </a:r>
            <a:r>
              <a:rPr dirty="0" sz="600" spc="-20">
                <a:solidFill>
                  <a:srgbClr val="3E5C76"/>
                </a:solidFill>
                <a:latin typeface="Segoe UI Symbol"/>
                <a:cs typeface="Segoe UI Symbol"/>
              </a:rPr>
              <a:t> </a:t>
            </a:r>
            <a:r>
              <a:rPr dirty="0" sz="600" spc="-40">
                <a:solidFill>
                  <a:srgbClr val="3E5C76"/>
                </a:solidFill>
                <a:latin typeface="Segoe UI Symbol"/>
                <a:cs typeface="Segoe UI Symbol"/>
              </a:rPr>
              <a:t>N</a:t>
            </a:r>
            <a:r>
              <a:rPr dirty="0" sz="600" spc="-20">
                <a:solidFill>
                  <a:srgbClr val="3E5C76"/>
                </a:solidFill>
                <a:latin typeface="Segoe UI Symbol"/>
                <a:cs typeface="Segoe UI Symbol"/>
              </a:rPr>
              <a:t> </a:t>
            </a:r>
            <a:r>
              <a:rPr dirty="0" sz="600">
                <a:solidFill>
                  <a:srgbClr val="3E5C76"/>
                </a:solidFill>
                <a:latin typeface="Segoe UI Symbol"/>
                <a:cs typeface="Segoe UI Symbol"/>
              </a:rPr>
              <a:t>T</a:t>
            </a:r>
            <a:r>
              <a:rPr dirty="0" sz="600" spc="-20">
                <a:solidFill>
                  <a:srgbClr val="3E5C76"/>
                </a:solidFill>
                <a:latin typeface="Segoe UI Symbol"/>
                <a:cs typeface="Segoe UI Symbol"/>
              </a:rPr>
              <a:t> </a:t>
            </a:r>
            <a:r>
              <a:rPr dirty="0" sz="600">
                <a:solidFill>
                  <a:srgbClr val="3E5C76"/>
                </a:solidFill>
                <a:latin typeface="Segoe UI Symbol"/>
                <a:cs typeface="Segoe UI Symbol"/>
              </a:rPr>
              <a:t>I</a:t>
            </a:r>
            <a:r>
              <a:rPr dirty="0" sz="600" spc="-20">
                <a:solidFill>
                  <a:srgbClr val="3E5C76"/>
                </a:solidFill>
                <a:latin typeface="Segoe UI Symbol"/>
                <a:cs typeface="Segoe UI Symbol"/>
              </a:rPr>
              <a:t> </a:t>
            </a:r>
            <a:r>
              <a:rPr dirty="0" sz="600" spc="-40">
                <a:solidFill>
                  <a:srgbClr val="3E5C76"/>
                </a:solidFill>
                <a:latin typeface="Segoe UI Symbol"/>
                <a:cs typeface="Segoe UI Symbol"/>
              </a:rPr>
              <a:t>N</a:t>
            </a:r>
            <a:r>
              <a:rPr dirty="0" sz="600" spc="-20">
                <a:solidFill>
                  <a:srgbClr val="3E5C76"/>
                </a:solidFill>
                <a:latin typeface="Segoe UI Symbol"/>
                <a:cs typeface="Segoe UI Symbol"/>
              </a:rPr>
              <a:t> </a:t>
            </a:r>
            <a:r>
              <a:rPr dirty="0" sz="600">
                <a:solidFill>
                  <a:srgbClr val="3E5C76"/>
                </a:solidFill>
                <a:latin typeface="Segoe UI Symbol"/>
                <a:cs typeface="Segoe UI Symbol"/>
              </a:rPr>
              <a:t>E</a:t>
            </a:r>
            <a:r>
              <a:rPr dirty="0" sz="600" spc="-20">
                <a:solidFill>
                  <a:srgbClr val="3E5C76"/>
                </a:solidFill>
                <a:latin typeface="Segoe UI Symbol"/>
                <a:cs typeface="Segoe UI Symbol"/>
              </a:rPr>
              <a:t> </a:t>
            </a:r>
            <a:r>
              <a:rPr dirty="0" sz="600" spc="-30">
                <a:solidFill>
                  <a:srgbClr val="3E5C76"/>
                </a:solidFill>
                <a:latin typeface="Segoe UI Symbol"/>
                <a:cs typeface="Segoe UI Symbol"/>
              </a:rPr>
              <a:t>L</a:t>
            </a:r>
            <a:r>
              <a:rPr dirty="0" sz="600" spc="-15">
                <a:solidFill>
                  <a:srgbClr val="3E5C76"/>
                </a:solidFill>
                <a:latin typeface="Segoe UI Symbol"/>
                <a:cs typeface="Segoe UI Symbol"/>
              </a:rPr>
              <a:t> </a:t>
            </a:r>
            <a:r>
              <a:rPr dirty="0" sz="600" spc="-50">
                <a:solidFill>
                  <a:srgbClr val="3E5C76"/>
                </a:solidFill>
                <a:latin typeface="Segoe UI Symbol"/>
                <a:cs typeface="Segoe UI Symbol"/>
              </a:rPr>
              <a:t>-</a:t>
            </a:r>
            <a:r>
              <a:rPr dirty="0" sz="600" spc="-20">
                <a:solidFill>
                  <a:srgbClr val="3E5C76"/>
                </a:solidFill>
                <a:latin typeface="Segoe UI Symbol"/>
                <a:cs typeface="Segoe UI Symbol"/>
              </a:rPr>
              <a:t> </a:t>
            </a:r>
            <a:r>
              <a:rPr dirty="0" sz="600" spc="-50">
                <a:solidFill>
                  <a:srgbClr val="3E5C76"/>
                </a:solidFill>
                <a:latin typeface="Segoe UI Symbol"/>
                <a:cs typeface="Segoe UI Symbol"/>
              </a:rPr>
              <a:t>X</a:t>
            </a:r>
            <a:endParaRPr sz="600">
              <a:latin typeface="Segoe UI Symbol"/>
              <a:cs typeface="Segoe UI Symbol"/>
            </a:endParaRPr>
          </a:p>
          <a:p>
            <a:pPr algn="ctr" marL="51435">
              <a:lnSpc>
                <a:spcPct val="100000"/>
              </a:lnSpc>
              <a:spcBef>
                <a:spcPts val="309"/>
              </a:spcBef>
            </a:pPr>
            <a:r>
              <a:rPr dirty="0" u="sng" sz="105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Segoe UI Symbol"/>
                <a:cs typeface="Segoe UI Symbol"/>
              </a:rPr>
              <a:t>Video</a:t>
            </a:r>
            <a:endParaRPr sz="1050">
              <a:latin typeface="Segoe UI Symbol"/>
              <a:cs typeface="Segoe UI Symbol"/>
            </a:endParaRPr>
          </a:p>
        </p:txBody>
      </p:sp>
      <p:grpSp>
        <p:nvGrpSpPr>
          <p:cNvPr id="238" name="object 238"/>
          <p:cNvGrpSpPr/>
          <p:nvPr/>
        </p:nvGrpSpPr>
        <p:grpSpPr>
          <a:xfrm>
            <a:off x="1759121" y="864993"/>
            <a:ext cx="256540" cy="781050"/>
            <a:chOff x="1759121" y="864993"/>
            <a:chExt cx="256540" cy="781050"/>
          </a:xfrm>
        </p:grpSpPr>
        <p:sp>
          <p:nvSpPr>
            <p:cNvPr id="239" name="object 239"/>
            <p:cNvSpPr/>
            <p:nvPr/>
          </p:nvSpPr>
          <p:spPr>
            <a:xfrm>
              <a:off x="1769427" y="874204"/>
              <a:ext cx="236854" cy="761365"/>
            </a:xfrm>
            <a:custGeom>
              <a:avLst/>
              <a:gdLst/>
              <a:ahLst/>
              <a:cxnLst/>
              <a:rect l="l" t="t" r="r" b="b"/>
              <a:pathLst>
                <a:path w="236855" h="761364">
                  <a:moveTo>
                    <a:pt x="165290" y="0"/>
                  </a:moveTo>
                  <a:lnTo>
                    <a:pt x="69977" y="0"/>
                  </a:lnTo>
                  <a:lnTo>
                    <a:pt x="42707" y="5532"/>
                  </a:lnTo>
                  <a:lnTo>
                    <a:pt x="20374" y="20744"/>
                  </a:lnTo>
                  <a:lnTo>
                    <a:pt x="5349" y="43380"/>
                  </a:lnTo>
                  <a:lnTo>
                    <a:pt x="0" y="71183"/>
                  </a:lnTo>
                  <a:lnTo>
                    <a:pt x="0" y="691324"/>
                  </a:lnTo>
                  <a:lnTo>
                    <a:pt x="5349" y="718724"/>
                  </a:lnTo>
                  <a:lnTo>
                    <a:pt x="20374" y="741100"/>
                  </a:lnTo>
                  <a:lnTo>
                    <a:pt x="42707" y="756082"/>
                  </a:lnTo>
                  <a:lnTo>
                    <a:pt x="69977" y="761301"/>
                  </a:lnTo>
                  <a:lnTo>
                    <a:pt x="165290" y="761301"/>
                  </a:lnTo>
                  <a:lnTo>
                    <a:pt x="192786" y="756082"/>
                  </a:lnTo>
                  <a:lnTo>
                    <a:pt x="215318" y="741100"/>
                  </a:lnTo>
                  <a:lnTo>
                    <a:pt x="230632" y="718724"/>
                  </a:lnTo>
                  <a:lnTo>
                    <a:pt x="236474" y="691324"/>
                  </a:lnTo>
                  <a:lnTo>
                    <a:pt x="236474" y="71183"/>
                  </a:lnTo>
                  <a:lnTo>
                    <a:pt x="230632" y="43380"/>
                  </a:lnTo>
                  <a:lnTo>
                    <a:pt x="215318" y="20744"/>
                  </a:lnTo>
                  <a:lnTo>
                    <a:pt x="192786" y="5532"/>
                  </a:lnTo>
                  <a:lnTo>
                    <a:pt x="165290" y="0"/>
                  </a:lnTo>
                  <a:close/>
                </a:path>
              </a:pathLst>
            </a:custGeom>
            <a:solidFill>
              <a:srgbClr val="EFE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/>
            <p:cNvSpPr/>
            <p:nvPr/>
          </p:nvSpPr>
          <p:spPr>
            <a:xfrm>
              <a:off x="1759121" y="864993"/>
              <a:ext cx="256540" cy="781050"/>
            </a:xfrm>
            <a:custGeom>
              <a:avLst/>
              <a:gdLst/>
              <a:ahLst/>
              <a:cxnLst/>
              <a:rect l="l" t="t" r="r" b="b"/>
              <a:pathLst>
                <a:path w="256539" h="781050">
                  <a:moveTo>
                    <a:pt x="191954" y="779779"/>
                  </a:moveTo>
                  <a:lnTo>
                    <a:pt x="64789" y="779779"/>
                  </a:lnTo>
                  <a:lnTo>
                    <a:pt x="68780" y="781050"/>
                  </a:lnTo>
                  <a:lnTo>
                    <a:pt x="187962" y="781050"/>
                  </a:lnTo>
                  <a:lnTo>
                    <a:pt x="191954" y="779779"/>
                  </a:lnTo>
                  <a:close/>
                </a:path>
                <a:path w="256539" h="781050">
                  <a:moveTo>
                    <a:pt x="191461" y="1270"/>
                  </a:moveTo>
                  <a:lnTo>
                    <a:pt x="64296" y="1270"/>
                  </a:lnTo>
                  <a:lnTo>
                    <a:pt x="60385" y="2540"/>
                  </a:lnTo>
                  <a:lnTo>
                    <a:pt x="57017" y="3809"/>
                  </a:lnTo>
                  <a:lnTo>
                    <a:pt x="52774" y="5079"/>
                  </a:lnTo>
                  <a:lnTo>
                    <a:pt x="49104" y="6350"/>
                  </a:lnTo>
                  <a:lnTo>
                    <a:pt x="45967" y="7620"/>
                  </a:lnTo>
                  <a:lnTo>
                    <a:pt x="42468" y="8890"/>
                  </a:lnTo>
                  <a:lnTo>
                    <a:pt x="39071" y="11429"/>
                  </a:lnTo>
                  <a:lnTo>
                    <a:pt x="35773" y="13970"/>
                  </a:lnTo>
                  <a:lnTo>
                    <a:pt x="32213" y="16509"/>
                  </a:lnTo>
                  <a:lnTo>
                    <a:pt x="29157" y="17779"/>
                  </a:lnTo>
                  <a:lnTo>
                    <a:pt x="26583" y="20320"/>
                  </a:lnTo>
                  <a:lnTo>
                    <a:pt x="23768" y="22859"/>
                  </a:lnTo>
                  <a:lnTo>
                    <a:pt x="21084" y="26670"/>
                  </a:lnTo>
                  <a:lnTo>
                    <a:pt x="18530" y="29209"/>
                  </a:lnTo>
                  <a:lnTo>
                    <a:pt x="16117" y="31750"/>
                  </a:lnTo>
                  <a:lnTo>
                    <a:pt x="13855" y="35559"/>
                  </a:lnTo>
                  <a:lnTo>
                    <a:pt x="11743" y="38100"/>
                  </a:lnTo>
                  <a:lnTo>
                    <a:pt x="9782" y="41909"/>
                  </a:lnTo>
                  <a:lnTo>
                    <a:pt x="7983" y="45720"/>
                  </a:lnTo>
                  <a:lnTo>
                    <a:pt x="6344" y="49529"/>
                  </a:lnTo>
                  <a:lnTo>
                    <a:pt x="4886" y="52070"/>
                  </a:lnTo>
                  <a:lnTo>
                    <a:pt x="3600" y="55879"/>
                  </a:lnTo>
                  <a:lnTo>
                    <a:pt x="2494" y="59690"/>
                  </a:lnTo>
                  <a:lnTo>
                    <a:pt x="2373" y="60959"/>
                  </a:lnTo>
                  <a:lnTo>
                    <a:pt x="1478" y="64770"/>
                  </a:lnTo>
                  <a:lnTo>
                    <a:pt x="854" y="68579"/>
                  </a:lnTo>
                  <a:lnTo>
                    <a:pt x="281" y="72390"/>
                  </a:lnTo>
                  <a:lnTo>
                    <a:pt x="187" y="73659"/>
                  </a:lnTo>
                  <a:lnTo>
                    <a:pt x="93" y="74929"/>
                  </a:lnTo>
                  <a:lnTo>
                    <a:pt x="0" y="704850"/>
                  </a:lnTo>
                  <a:lnTo>
                    <a:pt x="166" y="707390"/>
                  </a:lnTo>
                  <a:lnTo>
                    <a:pt x="249" y="708659"/>
                  </a:lnTo>
                  <a:lnTo>
                    <a:pt x="332" y="709929"/>
                  </a:lnTo>
                  <a:lnTo>
                    <a:pt x="6153" y="731520"/>
                  </a:lnTo>
                  <a:lnTo>
                    <a:pt x="7772" y="735329"/>
                  </a:lnTo>
                  <a:lnTo>
                    <a:pt x="9551" y="739140"/>
                  </a:lnTo>
                  <a:lnTo>
                    <a:pt x="11492" y="742950"/>
                  </a:lnTo>
                  <a:lnTo>
                    <a:pt x="13583" y="745490"/>
                  </a:lnTo>
                  <a:lnTo>
                    <a:pt x="16117" y="749300"/>
                  </a:lnTo>
                  <a:lnTo>
                    <a:pt x="18530" y="753109"/>
                  </a:lnTo>
                  <a:lnTo>
                    <a:pt x="20761" y="755650"/>
                  </a:lnTo>
                  <a:lnTo>
                    <a:pt x="23426" y="758190"/>
                  </a:lnTo>
                  <a:lnTo>
                    <a:pt x="26583" y="760729"/>
                  </a:lnTo>
                  <a:lnTo>
                    <a:pt x="29530" y="763270"/>
                  </a:lnTo>
                  <a:lnTo>
                    <a:pt x="32595" y="765809"/>
                  </a:lnTo>
                  <a:lnTo>
                    <a:pt x="35370" y="768350"/>
                  </a:lnTo>
                  <a:lnTo>
                    <a:pt x="38648" y="769620"/>
                  </a:lnTo>
                  <a:lnTo>
                    <a:pt x="42468" y="772159"/>
                  </a:lnTo>
                  <a:lnTo>
                    <a:pt x="45967" y="773429"/>
                  </a:lnTo>
                  <a:lnTo>
                    <a:pt x="49104" y="775970"/>
                  </a:lnTo>
                  <a:lnTo>
                    <a:pt x="52774" y="777240"/>
                  </a:lnTo>
                  <a:lnTo>
                    <a:pt x="57017" y="778509"/>
                  </a:lnTo>
                  <a:lnTo>
                    <a:pt x="60385" y="779779"/>
                  </a:lnTo>
                  <a:lnTo>
                    <a:pt x="195865" y="779779"/>
                  </a:lnTo>
                  <a:lnTo>
                    <a:pt x="199233" y="778509"/>
                  </a:lnTo>
                  <a:lnTo>
                    <a:pt x="206693" y="775970"/>
                  </a:lnTo>
                  <a:lnTo>
                    <a:pt x="210282" y="773429"/>
                  </a:lnTo>
                  <a:lnTo>
                    <a:pt x="213781" y="772159"/>
                  </a:lnTo>
                  <a:lnTo>
                    <a:pt x="217180" y="769620"/>
                  </a:lnTo>
                  <a:lnTo>
                    <a:pt x="220478" y="768350"/>
                  </a:lnTo>
                  <a:lnTo>
                    <a:pt x="223655" y="765809"/>
                  </a:lnTo>
                  <a:lnTo>
                    <a:pt x="226721" y="763270"/>
                  </a:lnTo>
                  <a:lnTo>
                    <a:pt x="228370" y="762000"/>
                  </a:lnTo>
                  <a:lnTo>
                    <a:pt x="74863" y="762000"/>
                  </a:lnTo>
                  <a:lnTo>
                    <a:pt x="71314" y="760729"/>
                  </a:lnTo>
                  <a:lnTo>
                    <a:pt x="68821" y="760729"/>
                  </a:lnTo>
                  <a:lnTo>
                    <a:pt x="65392" y="759459"/>
                  </a:lnTo>
                  <a:lnTo>
                    <a:pt x="62989" y="759459"/>
                  </a:lnTo>
                  <a:lnTo>
                    <a:pt x="59692" y="758190"/>
                  </a:lnTo>
                  <a:lnTo>
                    <a:pt x="60154" y="758190"/>
                  </a:lnTo>
                  <a:lnTo>
                    <a:pt x="56936" y="756920"/>
                  </a:lnTo>
                  <a:lnTo>
                    <a:pt x="57390" y="756920"/>
                  </a:lnTo>
                  <a:lnTo>
                    <a:pt x="54253" y="755650"/>
                  </a:lnTo>
                  <a:lnTo>
                    <a:pt x="54684" y="755650"/>
                  </a:lnTo>
                  <a:lnTo>
                    <a:pt x="51628" y="754379"/>
                  </a:lnTo>
                  <a:lnTo>
                    <a:pt x="52061" y="754379"/>
                  </a:lnTo>
                  <a:lnTo>
                    <a:pt x="49094" y="753109"/>
                  </a:lnTo>
                  <a:lnTo>
                    <a:pt x="49507" y="753109"/>
                  </a:lnTo>
                  <a:lnTo>
                    <a:pt x="48069" y="751840"/>
                  </a:lnTo>
                  <a:lnTo>
                    <a:pt x="47024" y="751840"/>
                  </a:lnTo>
                  <a:lnTo>
                    <a:pt x="44249" y="749300"/>
                  </a:lnTo>
                  <a:lnTo>
                    <a:pt x="44630" y="749300"/>
                  </a:lnTo>
                  <a:lnTo>
                    <a:pt x="41956" y="748029"/>
                  </a:lnTo>
                  <a:lnTo>
                    <a:pt x="42329" y="748029"/>
                  </a:lnTo>
                  <a:lnTo>
                    <a:pt x="39754" y="745490"/>
                  </a:lnTo>
                  <a:lnTo>
                    <a:pt x="40106" y="745490"/>
                  </a:lnTo>
                  <a:lnTo>
                    <a:pt x="37642" y="744220"/>
                  </a:lnTo>
                  <a:lnTo>
                    <a:pt x="37985" y="744220"/>
                  </a:lnTo>
                  <a:lnTo>
                    <a:pt x="35632" y="741679"/>
                  </a:lnTo>
                  <a:lnTo>
                    <a:pt x="35953" y="741679"/>
                  </a:lnTo>
                  <a:lnTo>
                    <a:pt x="33732" y="739140"/>
                  </a:lnTo>
                  <a:lnTo>
                    <a:pt x="34033" y="739140"/>
                  </a:lnTo>
                  <a:lnTo>
                    <a:pt x="32983" y="737870"/>
                  </a:lnTo>
                  <a:lnTo>
                    <a:pt x="32213" y="737870"/>
                  </a:lnTo>
                  <a:lnTo>
                    <a:pt x="30900" y="735329"/>
                  </a:lnTo>
                  <a:lnTo>
                    <a:pt x="30514" y="735329"/>
                  </a:lnTo>
                  <a:lnTo>
                    <a:pt x="28665" y="732790"/>
                  </a:lnTo>
                  <a:lnTo>
                    <a:pt x="28916" y="732790"/>
                  </a:lnTo>
                  <a:lnTo>
                    <a:pt x="27217" y="730250"/>
                  </a:lnTo>
                  <a:lnTo>
                    <a:pt x="27448" y="730250"/>
                  </a:lnTo>
                  <a:lnTo>
                    <a:pt x="26402" y="727709"/>
                  </a:lnTo>
                  <a:lnTo>
                    <a:pt x="26090" y="727709"/>
                  </a:lnTo>
                  <a:lnTo>
                    <a:pt x="25146" y="725170"/>
                  </a:lnTo>
                  <a:lnTo>
                    <a:pt x="24864" y="725170"/>
                  </a:lnTo>
                  <a:lnTo>
                    <a:pt x="23597" y="721359"/>
                  </a:lnTo>
                  <a:lnTo>
                    <a:pt x="23768" y="721359"/>
                  </a:lnTo>
                  <a:lnTo>
                    <a:pt x="22652" y="718820"/>
                  </a:lnTo>
                  <a:lnTo>
                    <a:pt x="22792" y="718820"/>
                  </a:lnTo>
                  <a:lnTo>
                    <a:pt x="22130" y="717060"/>
                  </a:lnTo>
                  <a:lnTo>
                    <a:pt x="21439" y="713740"/>
                  </a:lnTo>
                  <a:lnTo>
                    <a:pt x="21275" y="713740"/>
                  </a:lnTo>
                  <a:lnTo>
                    <a:pt x="20651" y="709929"/>
                  </a:lnTo>
                  <a:lnTo>
                    <a:pt x="20279" y="707390"/>
                  </a:lnTo>
                  <a:lnTo>
                    <a:pt x="20330" y="73659"/>
                  </a:lnTo>
                  <a:lnTo>
                    <a:pt x="20581" y="72390"/>
                  </a:lnTo>
                  <a:lnTo>
                    <a:pt x="20732" y="71120"/>
                  </a:lnTo>
                  <a:lnTo>
                    <a:pt x="21275" y="68579"/>
                  </a:lnTo>
                  <a:lnTo>
                    <a:pt x="21968" y="64770"/>
                  </a:lnTo>
                  <a:lnTo>
                    <a:pt x="22155" y="64770"/>
                  </a:lnTo>
                  <a:lnTo>
                    <a:pt x="22792" y="62229"/>
                  </a:lnTo>
                  <a:lnTo>
                    <a:pt x="22652" y="62229"/>
                  </a:lnTo>
                  <a:lnTo>
                    <a:pt x="23768" y="59690"/>
                  </a:lnTo>
                  <a:lnTo>
                    <a:pt x="23597" y="59690"/>
                  </a:lnTo>
                  <a:lnTo>
                    <a:pt x="24864" y="57150"/>
                  </a:lnTo>
                  <a:lnTo>
                    <a:pt x="24673" y="57150"/>
                  </a:lnTo>
                  <a:lnTo>
                    <a:pt x="26090" y="54609"/>
                  </a:lnTo>
                  <a:lnTo>
                    <a:pt x="25880" y="54609"/>
                  </a:lnTo>
                  <a:lnTo>
                    <a:pt x="27448" y="52070"/>
                  </a:lnTo>
                  <a:lnTo>
                    <a:pt x="27217" y="52070"/>
                  </a:lnTo>
                  <a:lnTo>
                    <a:pt x="28916" y="49529"/>
                  </a:lnTo>
                  <a:lnTo>
                    <a:pt x="28665" y="49529"/>
                  </a:lnTo>
                  <a:lnTo>
                    <a:pt x="30514" y="46990"/>
                  </a:lnTo>
                  <a:lnTo>
                    <a:pt x="30243" y="46990"/>
                  </a:lnTo>
                  <a:lnTo>
                    <a:pt x="32213" y="44450"/>
                  </a:lnTo>
                  <a:lnTo>
                    <a:pt x="31932" y="44450"/>
                  </a:lnTo>
                  <a:lnTo>
                    <a:pt x="34033" y="41909"/>
                  </a:lnTo>
                  <a:lnTo>
                    <a:pt x="33732" y="41909"/>
                  </a:lnTo>
                  <a:lnTo>
                    <a:pt x="35953" y="39370"/>
                  </a:lnTo>
                  <a:lnTo>
                    <a:pt x="35632" y="39370"/>
                  </a:lnTo>
                  <a:lnTo>
                    <a:pt x="37985" y="38100"/>
                  </a:lnTo>
                  <a:lnTo>
                    <a:pt x="37642" y="38100"/>
                  </a:lnTo>
                  <a:lnTo>
                    <a:pt x="40106" y="35559"/>
                  </a:lnTo>
                  <a:lnTo>
                    <a:pt x="39754" y="35559"/>
                  </a:lnTo>
                  <a:lnTo>
                    <a:pt x="42329" y="33020"/>
                  </a:lnTo>
                  <a:lnTo>
                    <a:pt x="43293" y="33020"/>
                  </a:lnTo>
                  <a:lnTo>
                    <a:pt x="44630" y="31750"/>
                  </a:lnTo>
                  <a:lnTo>
                    <a:pt x="44249" y="31750"/>
                  </a:lnTo>
                  <a:lnTo>
                    <a:pt x="47024" y="30479"/>
                  </a:lnTo>
                  <a:lnTo>
                    <a:pt x="46631" y="30479"/>
                  </a:lnTo>
                  <a:lnTo>
                    <a:pt x="49507" y="27940"/>
                  </a:lnTo>
                  <a:lnTo>
                    <a:pt x="50577" y="27940"/>
                  </a:lnTo>
                  <a:lnTo>
                    <a:pt x="52061" y="26670"/>
                  </a:lnTo>
                  <a:lnTo>
                    <a:pt x="51628" y="26670"/>
                  </a:lnTo>
                  <a:lnTo>
                    <a:pt x="54684" y="25400"/>
                  </a:lnTo>
                  <a:lnTo>
                    <a:pt x="54253" y="25400"/>
                  </a:lnTo>
                  <a:lnTo>
                    <a:pt x="57390" y="24129"/>
                  </a:lnTo>
                  <a:lnTo>
                    <a:pt x="56936" y="24129"/>
                  </a:lnTo>
                  <a:lnTo>
                    <a:pt x="60154" y="22859"/>
                  </a:lnTo>
                  <a:lnTo>
                    <a:pt x="62506" y="22859"/>
                  </a:lnTo>
                  <a:lnTo>
                    <a:pt x="65874" y="21590"/>
                  </a:lnTo>
                  <a:lnTo>
                    <a:pt x="68328" y="21590"/>
                  </a:lnTo>
                  <a:lnTo>
                    <a:pt x="71817" y="20320"/>
                  </a:lnTo>
                  <a:lnTo>
                    <a:pt x="230019" y="20320"/>
                  </a:lnTo>
                  <a:lnTo>
                    <a:pt x="227093" y="17779"/>
                  </a:lnTo>
                  <a:lnTo>
                    <a:pt x="224036" y="16509"/>
                  </a:lnTo>
                  <a:lnTo>
                    <a:pt x="220478" y="13970"/>
                  </a:lnTo>
                  <a:lnTo>
                    <a:pt x="217180" y="11429"/>
                  </a:lnTo>
                  <a:lnTo>
                    <a:pt x="213781" y="8890"/>
                  </a:lnTo>
                  <a:lnTo>
                    <a:pt x="210726" y="7620"/>
                  </a:lnTo>
                  <a:lnTo>
                    <a:pt x="203466" y="5079"/>
                  </a:lnTo>
                  <a:lnTo>
                    <a:pt x="199233" y="3809"/>
                  </a:lnTo>
                  <a:lnTo>
                    <a:pt x="195865" y="2540"/>
                  </a:lnTo>
                  <a:lnTo>
                    <a:pt x="195383" y="2540"/>
                  </a:lnTo>
                  <a:lnTo>
                    <a:pt x="191461" y="1270"/>
                  </a:lnTo>
                  <a:close/>
                </a:path>
                <a:path w="256539" h="781050">
                  <a:moveTo>
                    <a:pt x="74361" y="760729"/>
                  </a:moveTo>
                  <a:lnTo>
                    <a:pt x="74863" y="762000"/>
                  </a:lnTo>
                  <a:lnTo>
                    <a:pt x="77960" y="762000"/>
                  </a:lnTo>
                  <a:lnTo>
                    <a:pt x="74361" y="760729"/>
                  </a:lnTo>
                  <a:close/>
                </a:path>
                <a:path w="256539" h="781050">
                  <a:moveTo>
                    <a:pt x="181890" y="760729"/>
                  </a:moveTo>
                  <a:lnTo>
                    <a:pt x="178291" y="762000"/>
                  </a:lnTo>
                  <a:lnTo>
                    <a:pt x="181387" y="762000"/>
                  </a:lnTo>
                  <a:lnTo>
                    <a:pt x="181890" y="760729"/>
                  </a:lnTo>
                  <a:close/>
                </a:path>
                <a:path w="256539" h="781050">
                  <a:moveTo>
                    <a:pt x="209619" y="750570"/>
                  </a:moveTo>
                  <a:lnTo>
                    <a:pt x="206744" y="753109"/>
                  </a:lnTo>
                  <a:lnTo>
                    <a:pt x="207156" y="753109"/>
                  </a:lnTo>
                  <a:lnTo>
                    <a:pt x="204190" y="754379"/>
                  </a:lnTo>
                  <a:lnTo>
                    <a:pt x="204612" y="754379"/>
                  </a:lnTo>
                  <a:lnTo>
                    <a:pt x="201556" y="755650"/>
                  </a:lnTo>
                  <a:lnTo>
                    <a:pt x="201998" y="755650"/>
                  </a:lnTo>
                  <a:lnTo>
                    <a:pt x="198861" y="756920"/>
                  </a:lnTo>
                  <a:lnTo>
                    <a:pt x="199313" y="756920"/>
                  </a:lnTo>
                  <a:lnTo>
                    <a:pt x="196096" y="758190"/>
                  </a:lnTo>
                  <a:lnTo>
                    <a:pt x="196559" y="758190"/>
                  </a:lnTo>
                  <a:lnTo>
                    <a:pt x="193262" y="759459"/>
                  </a:lnTo>
                  <a:lnTo>
                    <a:pt x="190858" y="759459"/>
                  </a:lnTo>
                  <a:lnTo>
                    <a:pt x="187430" y="760729"/>
                  </a:lnTo>
                  <a:lnTo>
                    <a:pt x="184937" y="760729"/>
                  </a:lnTo>
                  <a:lnTo>
                    <a:pt x="181387" y="762000"/>
                  </a:lnTo>
                  <a:lnTo>
                    <a:pt x="228370" y="762000"/>
                  </a:lnTo>
                  <a:lnTo>
                    <a:pt x="230019" y="760729"/>
                  </a:lnTo>
                  <a:lnTo>
                    <a:pt x="232482" y="758190"/>
                  </a:lnTo>
                  <a:lnTo>
                    <a:pt x="235167" y="755650"/>
                  </a:lnTo>
                  <a:lnTo>
                    <a:pt x="237721" y="753109"/>
                  </a:lnTo>
                  <a:lnTo>
                    <a:pt x="238525" y="751840"/>
                  </a:lnTo>
                  <a:lnTo>
                    <a:pt x="209217" y="751840"/>
                  </a:lnTo>
                  <a:lnTo>
                    <a:pt x="209619" y="750570"/>
                  </a:lnTo>
                  <a:close/>
                </a:path>
                <a:path w="256539" h="781050">
                  <a:moveTo>
                    <a:pt x="46631" y="750570"/>
                  </a:moveTo>
                  <a:lnTo>
                    <a:pt x="47024" y="751840"/>
                  </a:lnTo>
                  <a:lnTo>
                    <a:pt x="48069" y="751840"/>
                  </a:lnTo>
                  <a:lnTo>
                    <a:pt x="46631" y="750570"/>
                  </a:lnTo>
                  <a:close/>
                </a:path>
                <a:path w="256539" h="781050">
                  <a:moveTo>
                    <a:pt x="224318" y="736600"/>
                  </a:moveTo>
                  <a:lnTo>
                    <a:pt x="222218" y="739140"/>
                  </a:lnTo>
                  <a:lnTo>
                    <a:pt x="222519" y="739140"/>
                  </a:lnTo>
                  <a:lnTo>
                    <a:pt x="220287" y="741679"/>
                  </a:lnTo>
                  <a:lnTo>
                    <a:pt x="220609" y="741679"/>
                  </a:lnTo>
                  <a:lnTo>
                    <a:pt x="218266" y="744220"/>
                  </a:lnTo>
                  <a:lnTo>
                    <a:pt x="218607" y="744220"/>
                  </a:lnTo>
                  <a:lnTo>
                    <a:pt x="216145" y="745490"/>
                  </a:lnTo>
                  <a:lnTo>
                    <a:pt x="216496" y="745490"/>
                  </a:lnTo>
                  <a:lnTo>
                    <a:pt x="213922" y="748029"/>
                  </a:lnTo>
                  <a:lnTo>
                    <a:pt x="214294" y="748029"/>
                  </a:lnTo>
                  <a:lnTo>
                    <a:pt x="211620" y="749300"/>
                  </a:lnTo>
                  <a:lnTo>
                    <a:pt x="212002" y="749300"/>
                  </a:lnTo>
                  <a:lnTo>
                    <a:pt x="209217" y="751840"/>
                  </a:lnTo>
                  <a:lnTo>
                    <a:pt x="238525" y="751840"/>
                  </a:lnTo>
                  <a:lnTo>
                    <a:pt x="240134" y="749300"/>
                  </a:lnTo>
                  <a:lnTo>
                    <a:pt x="242396" y="746759"/>
                  </a:lnTo>
                  <a:lnTo>
                    <a:pt x="244508" y="742950"/>
                  </a:lnTo>
                  <a:lnTo>
                    <a:pt x="246700" y="739140"/>
                  </a:lnTo>
                  <a:lnTo>
                    <a:pt x="247293" y="737870"/>
                  </a:lnTo>
                  <a:lnTo>
                    <a:pt x="224028" y="737870"/>
                  </a:lnTo>
                  <a:lnTo>
                    <a:pt x="224318" y="736600"/>
                  </a:lnTo>
                  <a:close/>
                </a:path>
                <a:path w="256539" h="781050">
                  <a:moveTo>
                    <a:pt x="31932" y="736600"/>
                  </a:moveTo>
                  <a:lnTo>
                    <a:pt x="32213" y="737870"/>
                  </a:lnTo>
                  <a:lnTo>
                    <a:pt x="32983" y="737870"/>
                  </a:lnTo>
                  <a:lnTo>
                    <a:pt x="31932" y="736600"/>
                  </a:lnTo>
                  <a:close/>
                </a:path>
                <a:path w="256539" h="781050">
                  <a:moveTo>
                    <a:pt x="226007" y="734059"/>
                  </a:moveTo>
                  <a:lnTo>
                    <a:pt x="224028" y="737870"/>
                  </a:lnTo>
                  <a:lnTo>
                    <a:pt x="247293" y="737870"/>
                  </a:lnTo>
                  <a:lnTo>
                    <a:pt x="248479" y="735329"/>
                  </a:lnTo>
                  <a:lnTo>
                    <a:pt x="225736" y="735329"/>
                  </a:lnTo>
                  <a:lnTo>
                    <a:pt x="226007" y="734059"/>
                  </a:lnTo>
                  <a:close/>
                </a:path>
                <a:path w="256539" h="781050">
                  <a:moveTo>
                    <a:pt x="30243" y="734059"/>
                  </a:moveTo>
                  <a:lnTo>
                    <a:pt x="30514" y="735329"/>
                  </a:lnTo>
                  <a:lnTo>
                    <a:pt x="30900" y="735329"/>
                  </a:lnTo>
                  <a:lnTo>
                    <a:pt x="30243" y="734059"/>
                  </a:lnTo>
                  <a:close/>
                </a:path>
                <a:path w="256539" h="781050">
                  <a:moveTo>
                    <a:pt x="230371" y="726440"/>
                  </a:moveTo>
                  <a:lnTo>
                    <a:pt x="228803" y="730250"/>
                  </a:lnTo>
                  <a:lnTo>
                    <a:pt x="229034" y="730250"/>
                  </a:lnTo>
                  <a:lnTo>
                    <a:pt x="227324" y="732790"/>
                  </a:lnTo>
                  <a:lnTo>
                    <a:pt x="227586" y="732790"/>
                  </a:lnTo>
                  <a:lnTo>
                    <a:pt x="225736" y="735329"/>
                  </a:lnTo>
                  <a:lnTo>
                    <a:pt x="248479" y="735329"/>
                  </a:lnTo>
                  <a:lnTo>
                    <a:pt x="250097" y="731520"/>
                  </a:lnTo>
                  <a:lnTo>
                    <a:pt x="251364" y="728979"/>
                  </a:lnTo>
                  <a:lnTo>
                    <a:pt x="251793" y="727709"/>
                  </a:lnTo>
                  <a:lnTo>
                    <a:pt x="230160" y="727709"/>
                  </a:lnTo>
                  <a:lnTo>
                    <a:pt x="230371" y="726440"/>
                  </a:lnTo>
                  <a:close/>
                </a:path>
                <a:path w="256539" h="781050">
                  <a:moveTo>
                    <a:pt x="25880" y="726440"/>
                  </a:moveTo>
                  <a:lnTo>
                    <a:pt x="26090" y="727709"/>
                  </a:lnTo>
                  <a:lnTo>
                    <a:pt x="26402" y="727709"/>
                  </a:lnTo>
                  <a:lnTo>
                    <a:pt x="25880" y="726440"/>
                  </a:lnTo>
                  <a:close/>
                </a:path>
                <a:path w="256539" h="781050">
                  <a:moveTo>
                    <a:pt x="231578" y="723900"/>
                  </a:moveTo>
                  <a:lnTo>
                    <a:pt x="230160" y="727709"/>
                  </a:lnTo>
                  <a:lnTo>
                    <a:pt x="251793" y="727709"/>
                  </a:lnTo>
                  <a:lnTo>
                    <a:pt x="252651" y="725170"/>
                  </a:lnTo>
                  <a:lnTo>
                    <a:pt x="231387" y="725170"/>
                  </a:lnTo>
                  <a:lnTo>
                    <a:pt x="231578" y="723900"/>
                  </a:lnTo>
                  <a:close/>
                </a:path>
                <a:path w="256539" h="781050">
                  <a:moveTo>
                    <a:pt x="24673" y="723900"/>
                  </a:moveTo>
                  <a:lnTo>
                    <a:pt x="24864" y="725170"/>
                  </a:lnTo>
                  <a:lnTo>
                    <a:pt x="25146" y="725170"/>
                  </a:lnTo>
                  <a:lnTo>
                    <a:pt x="24673" y="723900"/>
                  </a:lnTo>
                  <a:close/>
                </a:path>
                <a:path w="256539" h="781050">
                  <a:moveTo>
                    <a:pt x="254851" y="64770"/>
                  </a:moveTo>
                  <a:lnTo>
                    <a:pt x="234283" y="64770"/>
                  </a:lnTo>
                  <a:lnTo>
                    <a:pt x="235600" y="71120"/>
                  </a:lnTo>
                  <a:lnTo>
                    <a:pt x="235724" y="72390"/>
                  </a:lnTo>
                  <a:lnTo>
                    <a:pt x="235921" y="73659"/>
                  </a:lnTo>
                  <a:lnTo>
                    <a:pt x="236012" y="74929"/>
                  </a:lnTo>
                  <a:lnTo>
                    <a:pt x="236102" y="704850"/>
                  </a:lnTo>
                  <a:lnTo>
                    <a:pt x="235921" y="707390"/>
                  </a:lnTo>
                  <a:lnTo>
                    <a:pt x="235518" y="709929"/>
                  </a:lnTo>
                  <a:lnTo>
                    <a:pt x="234976" y="713740"/>
                  </a:lnTo>
                  <a:lnTo>
                    <a:pt x="234812" y="713740"/>
                  </a:lnTo>
                  <a:lnTo>
                    <a:pt x="234269" y="716323"/>
                  </a:lnTo>
                  <a:lnTo>
                    <a:pt x="233447" y="718820"/>
                  </a:lnTo>
                  <a:lnTo>
                    <a:pt x="233598" y="718820"/>
                  </a:lnTo>
                  <a:lnTo>
                    <a:pt x="232482" y="721359"/>
                  </a:lnTo>
                  <a:lnTo>
                    <a:pt x="232653" y="721359"/>
                  </a:lnTo>
                  <a:lnTo>
                    <a:pt x="231387" y="725170"/>
                  </a:lnTo>
                  <a:lnTo>
                    <a:pt x="252651" y="725170"/>
                  </a:lnTo>
                  <a:lnTo>
                    <a:pt x="253878" y="721359"/>
                  </a:lnTo>
                  <a:lnTo>
                    <a:pt x="254765" y="716323"/>
                  </a:lnTo>
                  <a:lnTo>
                    <a:pt x="255397" y="713740"/>
                  </a:lnTo>
                  <a:lnTo>
                    <a:pt x="234976" y="713740"/>
                  </a:lnTo>
                  <a:lnTo>
                    <a:pt x="235077" y="712470"/>
                  </a:lnTo>
                  <a:lnTo>
                    <a:pt x="255466" y="712470"/>
                  </a:lnTo>
                  <a:lnTo>
                    <a:pt x="255969" y="708659"/>
                  </a:lnTo>
                  <a:lnTo>
                    <a:pt x="256241" y="704850"/>
                  </a:lnTo>
                  <a:lnTo>
                    <a:pt x="256134" y="74929"/>
                  </a:lnTo>
                  <a:lnTo>
                    <a:pt x="256026" y="73659"/>
                  </a:lnTo>
                  <a:lnTo>
                    <a:pt x="255918" y="72390"/>
                  </a:lnTo>
                  <a:lnTo>
                    <a:pt x="254851" y="64770"/>
                  </a:lnTo>
                  <a:close/>
                </a:path>
                <a:path w="256539" h="781050">
                  <a:moveTo>
                    <a:pt x="21174" y="712470"/>
                  </a:moveTo>
                  <a:lnTo>
                    <a:pt x="21275" y="713740"/>
                  </a:lnTo>
                  <a:lnTo>
                    <a:pt x="21439" y="713740"/>
                  </a:lnTo>
                  <a:lnTo>
                    <a:pt x="21174" y="712470"/>
                  </a:lnTo>
                  <a:close/>
                </a:path>
                <a:path w="256539" h="781050">
                  <a:moveTo>
                    <a:pt x="22155" y="64770"/>
                  </a:moveTo>
                  <a:lnTo>
                    <a:pt x="21968" y="64770"/>
                  </a:lnTo>
                  <a:lnTo>
                    <a:pt x="21837" y="66040"/>
                  </a:lnTo>
                  <a:lnTo>
                    <a:pt x="22155" y="64770"/>
                  </a:lnTo>
                  <a:close/>
                </a:path>
                <a:path w="256539" h="781050">
                  <a:moveTo>
                    <a:pt x="240978" y="33020"/>
                  </a:moveTo>
                  <a:lnTo>
                    <a:pt x="213922" y="33020"/>
                  </a:lnTo>
                  <a:lnTo>
                    <a:pt x="216496" y="35559"/>
                  </a:lnTo>
                  <a:lnTo>
                    <a:pt x="216145" y="35559"/>
                  </a:lnTo>
                  <a:lnTo>
                    <a:pt x="218607" y="38100"/>
                  </a:lnTo>
                  <a:lnTo>
                    <a:pt x="218266" y="38100"/>
                  </a:lnTo>
                  <a:lnTo>
                    <a:pt x="220609" y="39370"/>
                  </a:lnTo>
                  <a:lnTo>
                    <a:pt x="220287" y="39370"/>
                  </a:lnTo>
                  <a:lnTo>
                    <a:pt x="222519" y="41909"/>
                  </a:lnTo>
                  <a:lnTo>
                    <a:pt x="222218" y="41909"/>
                  </a:lnTo>
                  <a:lnTo>
                    <a:pt x="224318" y="44450"/>
                  </a:lnTo>
                  <a:lnTo>
                    <a:pt x="224028" y="44450"/>
                  </a:lnTo>
                  <a:lnTo>
                    <a:pt x="226007" y="46990"/>
                  </a:lnTo>
                  <a:lnTo>
                    <a:pt x="225736" y="46990"/>
                  </a:lnTo>
                  <a:lnTo>
                    <a:pt x="227586" y="49529"/>
                  </a:lnTo>
                  <a:lnTo>
                    <a:pt x="227324" y="49529"/>
                  </a:lnTo>
                  <a:lnTo>
                    <a:pt x="229034" y="52070"/>
                  </a:lnTo>
                  <a:lnTo>
                    <a:pt x="228803" y="52070"/>
                  </a:lnTo>
                  <a:lnTo>
                    <a:pt x="230371" y="54609"/>
                  </a:lnTo>
                  <a:lnTo>
                    <a:pt x="230160" y="54609"/>
                  </a:lnTo>
                  <a:lnTo>
                    <a:pt x="231578" y="57150"/>
                  </a:lnTo>
                  <a:lnTo>
                    <a:pt x="231387" y="57150"/>
                  </a:lnTo>
                  <a:lnTo>
                    <a:pt x="232653" y="59690"/>
                  </a:lnTo>
                  <a:lnTo>
                    <a:pt x="232482" y="59690"/>
                  </a:lnTo>
                  <a:lnTo>
                    <a:pt x="233598" y="62229"/>
                  </a:lnTo>
                  <a:lnTo>
                    <a:pt x="233447" y="62229"/>
                  </a:lnTo>
                  <a:lnTo>
                    <a:pt x="234403" y="66040"/>
                  </a:lnTo>
                  <a:lnTo>
                    <a:pt x="234283" y="64770"/>
                  </a:lnTo>
                  <a:lnTo>
                    <a:pt x="254851" y="64770"/>
                  </a:lnTo>
                  <a:lnTo>
                    <a:pt x="254673" y="63500"/>
                  </a:lnTo>
                  <a:lnTo>
                    <a:pt x="254275" y="62229"/>
                  </a:lnTo>
                  <a:lnTo>
                    <a:pt x="233598" y="62229"/>
                  </a:lnTo>
                  <a:lnTo>
                    <a:pt x="233272" y="61488"/>
                  </a:lnTo>
                  <a:lnTo>
                    <a:pt x="254043" y="61488"/>
                  </a:lnTo>
                  <a:lnTo>
                    <a:pt x="253878" y="60959"/>
                  </a:lnTo>
                  <a:lnTo>
                    <a:pt x="252651" y="55879"/>
                  </a:lnTo>
                  <a:lnTo>
                    <a:pt x="251536" y="53340"/>
                  </a:lnTo>
                  <a:lnTo>
                    <a:pt x="250097" y="49529"/>
                  </a:lnTo>
                  <a:lnTo>
                    <a:pt x="248268" y="45720"/>
                  </a:lnTo>
                  <a:lnTo>
                    <a:pt x="246468" y="41909"/>
                  </a:lnTo>
                  <a:lnTo>
                    <a:pt x="244508" y="38100"/>
                  </a:lnTo>
                  <a:lnTo>
                    <a:pt x="242667" y="35559"/>
                  </a:lnTo>
                  <a:lnTo>
                    <a:pt x="240978" y="33020"/>
                  </a:lnTo>
                  <a:close/>
                </a:path>
                <a:path w="256539" h="781050">
                  <a:moveTo>
                    <a:pt x="22978" y="61488"/>
                  </a:moveTo>
                  <a:lnTo>
                    <a:pt x="22652" y="62229"/>
                  </a:lnTo>
                  <a:lnTo>
                    <a:pt x="22792" y="62229"/>
                  </a:lnTo>
                  <a:lnTo>
                    <a:pt x="22978" y="61488"/>
                  </a:lnTo>
                  <a:close/>
                </a:path>
                <a:path w="256539" h="781050">
                  <a:moveTo>
                    <a:pt x="43293" y="33020"/>
                  </a:moveTo>
                  <a:lnTo>
                    <a:pt x="42329" y="33020"/>
                  </a:lnTo>
                  <a:lnTo>
                    <a:pt x="41956" y="34290"/>
                  </a:lnTo>
                  <a:lnTo>
                    <a:pt x="43293" y="33020"/>
                  </a:lnTo>
                  <a:close/>
                </a:path>
                <a:path w="256539" h="781050">
                  <a:moveTo>
                    <a:pt x="236605" y="27940"/>
                  </a:moveTo>
                  <a:lnTo>
                    <a:pt x="206744" y="27940"/>
                  </a:lnTo>
                  <a:lnTo>
                    <a:pt x="209619" y="30479"/>
                  </a:lnTo>
                  <a:lnTo>
                    <a:pt x="209217" y="30479"/>
                  </a:lnTo>
                  <a:lnTo>
                    <a:pt x="212002" y="31750"/>
                  </a:lnTo>
                  <a:lnTo>
                    <a:pt x="211620" y="31750"/>
                  </a:lnTo>
                  <a:lnTo>
                    <a:pt x="214294" y="34290"/>
                  </a:lnTo>
                  <a:lnTo>
                    <a:pt x="213922" y="33020"/>
                  </a:lnTo>
                  <a:lnTo>
                    <a:pt x="240978" y="33020"/>
                  </a:lnTo>
                  <a:lnTo>
                    <a:pt x="240134" y="31750"/>
                  </a:lnTo>
                  <a:lnTo>
                    <a:pt x="237721" y="29209"/>
                  </a:lnTo>
                  <a:lnTo>
                    <a:pt x="236605" y="27940"/>
                  </a:lnTo>
                  <a:close/>
                </a:path>
                <a:path w="256539" h="781050">
                  <a:moveTo>
                    <a:pt x="50577" y="27940"/>
                  </a:moveTo>
                  <a:lnTo>
                    <a:pt x="49507" y="27940"/>
                  </a:lnTo>
                  <a:lnTo>
                    <a:pt x="49094" y="29209"/>
                  </a:lnTo>
                  <a:lnTo>
                    <a:pt x="50577" y="27940"/>
                  </a:lnTo>
                  <a:close/>
                </a:path>
                <a:path w="256539" h="781050">
                  <a:moveTo>
                    <a:pt x="230019" y="20320"/>
                  </a:moveTo>
                  <a:lnTo>
                    <a:pt x="184434" y="20320"/>
                  </a:lnTo>
                  <a:lnTo>
                    <a:pt x="187923" y="21590"/>
                  </a:lnTo>
                  <a:lnTo>
                    <a:pt x="190375" y="21590"/>
                  </a:lnTo>
                  <a:lnTo>
                    <a:pt x="193744" y="22859"/>
                  </a:lnTo>
                  <a:lnTo>
                    <a:pt x="196096" y="22859"/>
                  </a:lnTo>
                  <a:lnTo>
                    <a:pt x="199313" y="24129"/>
                  </a:lnTo>
                  <a:lnTo>
                    <a:pt x="198861" y="24129"/>
                  </a:lnTo>
                  <a:lnTo>
                    <a:pt x="201998" y="25400"/>
                  </a:lnTo>
                  <a:lnTo>
                    <a:pt x="201556" y="25400"/>
                  </a:lnTo>
                  <a:lnTo>
                    <a:pt x="204612" y="26670"/>
                  </a:lnTo>
                  <a:lnTo>
                    <a:pt x="204190" y="26670"/>
                  </a:lnTo>
                  <a:lnTo>
                    <a:pt x="207156" y="29209"/>
                  </a:lnTo>
                  <a:lnTo>
                    <a:pt x="206744" y="27940"/>
                  </a:lnTo>
                  <a:lnTo>
                    <a:pt x="236605" y="27940"/>
                  </a:lnTo>
                  <a:lnTo>
                    <a:pt x="235489" y="26670"/>
                  </a:lnTo>
                  <a:lnTo>
                    <a:pt x="232482" y="22859"/>
                  </a:lnTo>
                  <a:lnTo>
                    <a:pt x="230019" y="20320"/>
                  </a:lnTo>
                  <a:close/>
                </a:path>
                <a:path w="256539" h="781050">
                  <a:moveTo>
                    <a:pt x="62989" y="22859"/>
                  </a:moveTo>
                  <a:lnTo>
                    <a:pt x="60154" y="22859"/>
                  </a:lnTo>
                  <a:lnTo>
                    <a:pt x="59692" y="24129"/>
                  </a:lnTo>
                  <a:lnTo>
                    <a:pt x="62989" y="22859"/>
                  </a:lnTo>
                  <a:close/>
                </a:path>
                <a:path w="256539" h="781050">
                  <a:moveTo>
                    <a:pt x="196096" y="22859"/>
                  </a:moveTo>
                  <a:lnTo>
                    <a:pt x="193262" y="22859"/>
                  </a:lnTo>
                  <a:lnTo>
                    <a:pt x="196559" y="24129"/>
                  </a:lnTo>
                  <a:lnTo>
                    <a:pt x="196096" y="22859"/>
                  </a:lnTo>
                  <a:close/>
                </a:path>
                <a:path w="256539" h="781050">
                  <a:moveTo>
                    <a:pt x="187471" y="0"/>
                  </a:moveTo>
                  <a:lnTo>
                    <a:pt x="72330" y="0"/>
                  </a:lnTo>
                  <a:lnTo>
                    <a:pt x="68277" y="1270"/>
                  </a:lnTo>
                  <a:lnTo>
                    <a:pt x="187962" y="1270"/>
                  </a:lnTo>
                  <a:lnTo>
                    <a:pt x="187471" y="0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1" name="object 241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787525" y="933323"/>
              <a:ext cx="180975" cy="190627"/>
            </a:xfrm>
            <a:prstGeom prst="rect">
              <a:avLst/>
            </a:prstGeom>
          </p:spPr>
        </p:pic>
      </p:grpSp>
      <p:sp>
        <p:nvSpPr>
          <p:cNvPr id="242" name="object 242"/>
          <p:cNvSpPr txBox="1"/>
          <p:nvPr/>
        </p:nvSpPr>
        <p:spPr>
          <a:xfrm>
            <a:off x="1794525" y="1141563"/>
            <a:ext cx="161925" cy="48514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115"/>
              </a:lnSpc>
            </a:pPr>
            <a:r>
              <a:rPr dirty="0" u="sng" sz="105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Segoe UI Symbol"/>
                <a:cs typeface="Segoe UI Symbol"/>
              </a:rPr>
              <a:t>Website</a:t>
            </a:r>
            <a:endParaRPr sz="1050">
              <a:latin typeface="Segoe UI Symbol"/>
              <a:cs typeface="Segoe UI Symbol"/>
            </a:endParaRPr>
          </a:p>
        </p:txBody>
      </p:sp>
      <p:sp>
        <p:nvSpPr>
          <p:cNvPr id="243" name="object 243"/>
          <p:cNvSpPr txBox="1"/>
          <p:nvPr/>
        </p:nvSpPr>
        <p:spPr>
          <a:xfrm>
            <a:off x="1478744" y="790954"/>
            <a:ext cx="203200" cy="1036319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algn="ctr">
              <a:lnSpc>
                <a:spcPts val="700"/>
              </a:lnSpc>
            </a:pPr>
            <a:r>
              <a:rPr dirty="0" sz="600" spc="-20">
                <a:solidFill>
                  <a:srgbClr val="6B7C93"/>
                </a:solidFill>
                <a:latin typeface="Segoe UI Symbol"/>
                <a:cs typeface="Segoe UI Symbol"/>
              </a:rPr>
              <a:t>DETECT</a:t>
            </a:r>
            <a:r>
              <a:rPr dirty="0" sz="600" spc="-10">
                <a:solidFill>
                  <a:srgbClr val="6B7C93"/>
                </a:solidFill>
                <a:latin typeface="Segoe UI Symbol"/>
                <a:cs typeface="Segoe UI Symbol"/>
              </a:rPr>
              <a:t> </a:t>
            </a:r>
            <a:r>
              <a:rPr dirty="0" sz="600" spc="165">
                <a:solidFill>
                  <a:srgbClr val="6B7C93"/>
                </a:solidFill>
                <a:latin typeface="Segoe UI Symbol"/>
                <a:cs typeface="Segoe UI Symbol"/>
              </a:rPr>
              <a:t>|</a:t>
            </a:r>
            <a:r>
              <a:rPr dirty="0" sz="600" spc="-5">
                <a:solidFill>
                  <a:srgbClr val="6B7C93"/>
                </a:solidFill>
                <a:latin typeface="Segoe UI Symbol"/>
                <a:cs typeface="Segoe UI Symbol"/>
              </a:rPr>
              <a:t> </a:t>
            </a:r>
            <a:r>
              <a:rPr dirty="0" sz="600" spc="-25">
                <a:solidFill>
                  <a:srgbClr val="6B7C93"/>
                </a:solidFill>
                <a:latin typeface="Segoe UI Symbol"/>
                <a:cs typeface="Segoe UI Symbol"/>
              </a:rPr>
              <a:t>ASSESS</a:t>
            </a:r>
            <a:r>
              <a:rPr dirty="0" sz="600" spc="-10">
                <a:solidFill>
                  <a:srgbClr val="6B7C93"/>
                </a:solidFill>
                <a:latin typeface="Segoe UI Symbol"/>
                <a:cs typeface="Segoe UI Symbol"/>
              </a:rPr>
              <a:t> </a:t>
            </a:r>
            <a:r>
              <a:rPr dirty="0" sz="600" spc="165">
                <a:solidFill>
                  <a:srgbClr val="6B7C93"/>
                </a:solidFill>
                <a:latin typeface="Segoe UI Symbol"/>
                <a:cs typeface="Segoe UI Symbol"/>
              </a:rPr>
              <a:t>|</a:t>
            </a:r>
            <a:r>
              <a:rPr dirty="0" sz="600" spc="-5">
                <a:solidFill>
                  <a:srgbClr val="6B7C93"/>
                </a:solidFill>
                <a:latin typeface="Segoe UI Symbol"/>
                <a:cs typeface="Segoe UI Symbol"/>
              </a:rPr>
              <a:t> </a:t>
            </a:r>
            <a:r>
              <a:rPr dirty="0" sz="600" spc="-10">
                <a:solidFill>
                  <a:srgbClr val="6B7C93"/>
                </a:solidFill>
                <a:latin typeface="Segoe UI Symbol"/>
                <a:cs typeface="Segoe UI Symbol"/>
              </a:rPr>
              <a:t>PRIORITIZE</a:t>
            </a:r>
            <a:endParaRPr sz="600">
              <a:latin typeface="Segoe UI Symbol"/>
              <a:cs typeface="Segoe UI Symbol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dirty="0" sz="600" spc="165">
                <a:solidFill>
                  <a:srgbClr val="6B7C93"/>
                </a:solidFill>
                <a:latin typeface="Segoe UI Symbol"/>
                <a:cs typeface="Segoe UI Symbol"/>
              </a:rPr>
              <a:t>|</a:t>
            </a:r>
            <a:r>
              <a:rPr dirty="0" sz="600" spc="-25">
                <a:solidFill>
                  <a:srgbClr val="6B7C93"/>
                </a:solidFill>
                <a:latin typeface="Segoe UI Symbol"/>
                <a:cs typeface="Segoe UI Symbol"/>
              </a:rPr>
              <a:t> </a:t>
            </a:r>
            <a:r>
              <a:rPr dirty="0" sz="600" spc="-10">
                <a:solidFill>
                  <a:srgbClr val="6B7C93"/>
                </a:solidFill>
                <a:latin typeface="Segoe UI Symbol"/>
                <a:cs typeface="Segoe UI Symbol"/>
              </a:rPr>
              <a:t>SECURE</a:t>
            </a:r>
            <a:endParaRPr sz="600">
              <a:latin typeface="Segoe UI Symbol"/>
              <a:cs typeface="Segoe UI Symbol"/>
            </a:endParaRPr>
          </a:p>
        </p:txBody>
      </p:sp>
      <p:grpSp>
        <p:nvGrpSpPr>
          <p:cNvPr id="244" name="object 244"/>
          <p:cNvGrpSpPr/>
          <p:nvPr/>
        </p:nvGrpSpPr>
        <p:grpSpPr>
          <a:xfrm>
            <a:off x="3038937" y="8696446"/>
            <a:ext cx="477520" cy="437515"/>
            <a:chOff x="3038937" y="8696446"/>
            <a:chExt cx="477520" cy="437515"/>
          </a:xfrm>
        </p:grpSpPr>
        <p:pic>
          <p:nvPicPr>
            <p:cNvPr id="245" name="object 245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3259524" y="8696446"/>
              <a:ext cx="256552" cy="437315"/>
            </a:xfrm>
            <a:prstGeom prst="rect">
              <a:avLst/>
            </a:prstGeom>
          </p:spPr>
        </p:pic>
        <p:pic>
          <p:nvPicPr>
            <p:cNvPr id="246" name="object 246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3038937" y="8761999"/>
              <a:ext cx="179627" cy="30055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49042" y="3150446"/>
            <a:ext cx="426720" cy="431863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3210"/>
              </a:lnSpc>
            </a:pPr>
            <a:r>
              <a:rPr dirty="0" sz="2850" spc="70" b="1">
                <a:latin typeface="Arial"/>
                <a:cs typeface="Arial"/>
              </a:rPr>
              <a:t>TECHNICAL</a:t>
            </a:r>
            <a:r>
              <a:rPr dirty="0" sz="2850" spc="-365" b="1">
                <a:latin typeface="Arial"/>
                <a:cs typeface="Arial"/>
              </a:rPr>
              <a:t> </a:t>
            </a:r>
            <a:r>
              <a:rPr dirty="0" sz="2850" spc="-10" b="1">
                <a:latin typeface="Arial"/>
                <a:cs typeface="Arial"/>
              </a:rPr>
              <a:t>APPROACH</a:t>
            </a:r>
            <a:endParaRPr sz="28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34880" y="9532620"/>
            <a:ext cx="162560" cy="9842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080"/>
              </a:lnSpc>
            </a:pPr>
            <a:r>
              <a:rPr dirty="0" sz="950" spc="5" b="1">
                <a:solidFill>
                  <a:srgbClr val="FFFFFF"/>
                </a:solidFill>
                <a:latin typeface="Segoe UI Symbol"/>
                <a:cs typeface="Segoe UI Symbol"/>
              </a:rPr>
              <a:t>3</a:t>
            </a:r>
            <a:endParaRPr sz="950">
              <a:latin typeface="Segoe UI Symbol"/>
              <a:cs typeface="Segoe UI 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34880" y="4369805"/>
            <a:ext cx="162560" cy="219773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080"/>
              </a:lnSpc>
            </a:pPr>
            <a:r>
              <a:rPr dirty="0" sz="950">
                <a:solidFill>
                  <a:srgbClr val="FFFFFF"/>
                </a:solidFill>
                <a:latin typeface="Segoe UI Symbol"/>
                <a:cs typeface="Segoe UI Symbol"/>
              </a:rPr>
              <a:t>@SIH</a:t>
            </a:r>
            <a:r>
              <a:rPr dirty="0" sz="950" spc="28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950" spc="110">
                <a:solidFill>
                  <a:srgbClr val="FFFFFF"/>
                </a:solidFill>
                <a:latin typeface="Segoe UI Symbol"/>
                <a:cs typeface="Segoe UI Symbol"/>
              </a:rPr>
              <a:t>Idea</a:t>
            </a:r>
            <a:r>
              <a:rPr dirty="0" sz="950" spc="29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950" spc="105">
                <a:solidFill>
                  <a:srgbClr val="FFFFFF"/>
                </a:solidFill>
                <a:latin typeface="Segoe UI Symbol"/>
                <a:cs typeface="Segoe UI Symbol"/>
              </a:rPr>
              <a:t>submission-</a:t>
            </a:r>
            <a:r>
              <a:rPr dirty="0" sz="950" spc="29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950" spc="65">
                <a:solidFill>
                  <a:srgbClr val="FFFFFF"/>
                </a:solidFill>
                <a:latin typeface="Segoe UI Symbol"/>
                <a:cs typeface="Segoe UI Symbol"/>
              </a:rPr>
              <a:t>Template</a:t>
            </a:r>
            <a:endParaRPr sz="950">
              <a:latin typeface="Segoe UI Symbol"/>
              <a:cs typeface="Segoe UI Symbo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44091" y="782557"/>
            <a:ext cx="659130" cy="1549400"/>
          </a:xfrm>
          <a:custGeom>
            <a:avLst/>
            <a:gdLst/>
            <a:ahLst/>
            <a:cxnLst/>
            <a:rect l="l" t="t" r="r" b="b"/>
            <a:pathLst>
              <a:path w="659129" h="1549400">
                <a:moveTo>
                  <a:pt x="390302" y="1536700"/>
                </a:moveTo>
                <a:lnTo>
                  <a:pt x="268738" y="1536700"/>
                </a:lnTo>
                <a:lnTo>
                  <a:pt x="277635" y="1549400"/>
                </a:lnTo>
                <a:lnTo>
                  <a:pt x="381918" y="1549400"/>
                </a:lnTo>
                <a:lnTo>
                  <a:pt x="390302" y="1536700"/>
                </a:lnTo>
                <a:close/>
              </a:path>
              <a:path w="659129" h="1549400">
                <a:moveTo>
                  <a:pt x="291621" y="1524000"/>
                </a:moveTo>
                <a:lnTo>
                  <a:pt x="244557" y="1524000"/>
                </a:lnTo>
                <a:lnTo>
                  <a:pt x="252248" y="1536700"/>
                </a:lnTo>
                <a:lnTo>
                  <a:pt x="295633" y="1536700"/>
                </a:lnTo>
                <a:lnTo>
                  <a:pt x="291621" y="1524000"/>
                </a:lnTo>
                <a:close/>
              </a:path>
              <a:path w="659129" h="1549400">
                <a:moveTo>
                  <a:pt x="414483" y="1524000"/>
                </a:moveTo>
                <a:lnTo>
                  <a:pt x="367409" y="1524000"/>
                </a:lnTo>
                <a:lnTo>
                  <a:pt x="363407" y="1536700"/>
                </a:lnTo>
                <a:lnTo>
                  <a:pt x="406781" y="1536700"/>
                </a:lnTo>
                <a:lnTo>
                  <a:pt x="414483" y="1524000"/>
                </a:lnTo>
                <a:close/>
              </a:path>
              <a:path w="659129" h="1549400">
                <a:moveTo>
                  <a:pt x="262021" y="1511300"/>
                </a:moveTo>
                <a:lnTo>
                  <a:pt x="220517" y="1511300"/>
                </a:lnTo>
                <a:lnTo>
                  <a:pt x="228290" y="1524000"/>
                </a:lnTo>
                <a:lnTo>
                  <a:pt x="269783" y="1524000"/>
                </a:lnTo>
                <a:lnTo>
                  <a:pt x="262021" y="1511300"/>
                </a:lnTo>
                <a:close/>
              </a:path>
              <a:path w="659129" h="1549400">
                <a:moveTo>
                  <a:pt x="438210" y="1511300"/>
                </a:moveTo>
                <a:lnTo>
                  <a:pt x="397018" y="1511300"/>
                </a:lnTo>
                <a:lnTo>
                  <a:pt x="389247" y="1524000"/>
                </a:lnTo>
                <a:lnTo>
                  <a:pt x="430409" y="1524000"/>
                </a:lnTo>
                <a:lnTo>
                  <a:pt x="438210" y="1511300"/>
                </a:lnTo>
                <a:close/>
              </a:path>
              <a:path w="659129" h="1549400">
                <a:moveTo>
                  <a:pt x="226148" y="1485900"/>
                </a:moveTo>
                <a:lnTo>
                  <a:pt x="197835" y="1485900"/>
                </a:lnTo>
                <a:lnTo>
                  <a:pt x="205286" y="1498600"/>
                </a:lnTo>
                <a:lnTo>
                  <a:pt x="212846" y="1511300"/>
                </a:lnTo>
                <a:lnTo>
                  <a:pt x="247884" y="1511300"/>
                </a:lnTo>
                <a:lnTo>
                  <a:pt x="240344" y="1498600"/>
                </a:lnTo>
                <a:lnTo>
                  <a:pt x="233527" y="1498600"/>
                </a:lnTo>
                <a:lnTo>
                  <a:pt x="226148" y="1485900"/>
                </a:lnTo>
                <a:close/>
              </a:path>
              <a:path w="659129" h="1549400">
                <a:moveTo>
                  <a:pt x="453492" y="1498600"/>
                </a:moveTo>
                <a:lnTo>
                  <a:pt x="418696" y="1498600"/>
                </a:lnTo>
                <a:lnTo>
                  <a:pt x="411144" y="1511300"/>
                </a:lnTo>
                <a:lnTo>
                  <a:pt x="445902" y="1511300"/>
                </a:lnTo>
                <a:lnTo>
                  <a:pt x="453492" y="1498600"/>
                </a:lnTo>
                <a:close/>
              </a:path>
              <a:path w="659129" h="1549400">
                <a:moveTo>
                  <a:pt x="475581" y="1473200"/>
                </a:moveTo>
                <a:lnTo>
                  <a:pt x="446857" y="1473200"/>
                </a:lnTo>
                <a:lnTo>
                  <a:pt x="439638" y="1485900"/>
                </a:lnTo>
                <a:lnTo>
                  <a:pt x="432892" y="1485900"/>
                </a:lnTo>
                <a:lnTo>
                  <a:pt x="425512" y="1498600"/>
                </a:lnTo>
                <a:lnTo>
                  <a:pt x="460963" y="1498600"/>
                </a:lnTo>
                <a:lnTo>
                  <a:pt x="468322" y="1485900"/>
                </a:lnTo>
                <a:lnTo>
                  <a:pt x="475581" y="1473200"/>
                </a:lnTo>
                <a:close/>
              </a:path>
              <a:path w="659129" h="1549400">
                <a:moveTo>
                  <a:pt x="212182" y="1473200"/>
                </a:moveTo>
                <a:lnTo>
                  <a:pt x="183257" y="1473200"/>
                </a:lnTo>
                <a:lnTo>
                  <a:pt x="190486" y="1485900"/>
                </a:lnTo>
                <a:lnTo>
                  <a:pt x="219392" y="1485900"/>
                </a:lnTo>
                <a:lnTo>
                  <a:pt x="212182" y="1473200"/>
                </a:lnTo>
                <a:close/>
              </a:path>
              <a:path w="659129" h="1549400">
                <a:moveTo>
                  <a:pt x="178521" y="1435100"/>
                </a:moveTo>
                <a:lnTo>
                  <a:pt x="155437" y="1435100"/>
                </a:lnTo>
                <a:lnTo>
                  <a:pt x="162223" y="1447800"/>
                </a:lnTo>
                <a:lnTo>
                  <a:pt x="169120" y="1460500"/>
                </a:lnTo>
                <a:lnTo>
                  <a:pt x="176128" y="1473200"/>
                </a:lnTo>
                <a:lnTo>
                  <a:pt x="205517" y="1473200"/>
                </a:lnTo>
                <a:lnTo>
                  <a:pt x="198489" y="1460500"/>
                </a:lnTo>
                <a:lnTo>
                  <a:pt x="191933" y="1460500"/>
                </a:lnTo>
                <a:lnTo>
                  <a:pt x="185097" y="1447800"/>
                </a:lnTo>
                <a:lnTo>
                  <a:pt x="185267" y="1447800"/>
                </a:lnTo>
                <a:lnTo>
                  <a:pt x="178521" y="1435100"/>
                </a:lnTo>
                <a:close/>
              </a:path>
              <a:path w="659129" h="1549400">
                <a:moveTo>
                  <a:pt x="503452" y="1435100"/>
                </a:moveTo>
                <a:lnTo>
                  <a:pt x="480508" y="1435100"/>
                </a:lnTo>
                <a:lnTo>
                  <a:pt x="473772" y="1447800"/>
                </a:lnTo>
                <a:lnTo>
                  <a:pt x="473943" y="1447800"/>
                </a:lnTo>
                <a:lnTo>
                  <a:pt x="467097" y="1460500"/>
                </a:lnTo>
                <a:lnTo>
                  <a:pt x="460551" y="1460500"/>
                </a:lnTo>
                <a:lnTo>
                  <a:pt x="453513" y="1473200"/>
                </a:lnTo>
                <a:lnTo>
                  <a:pt x="482720" y="1473200"/>
                </a:lnTo>
                <a:lnTo>
                  <a:pt x="489748" y="1460500"/>
                </a:lnTo>
                <a:lnTo>
                  <a:pt x="496656" y="1447800"/>
                </a:lnTo>
                <a:lnTo>
                  <a:pt x="503452" y="1435100"/>
                </a:lnTo>
                <a:close/>
              </a:path>
              <a:path w="659129" h="1549400">
                <a:moveTo>
                  <a:pt x="165783" y="127000"/>
                </a:moveTo>
                <a:lnTo>
                  <a:pt x="142215" y="127000"/>
                </a:lnTo>
                <a:lnTo>
                  <a:pt x="135782" y="139700"/>
                </a:lnTo>
                <a:lnTo>
                  <a:pt x="117221" y="177800"/>
                </a:lnTo>
                <a:lnTo>
                  <a:pt x="99777" y="215900"/>
                </a:lnTo>
                <a:lnTo>
                  <a:pt x="83530" y="254000"/>
                </a:lnTo>
                <a:lnTo>
                  <a:pt x="68529" y="292100"/>
                </a:lnTo>
                <a:lnTo>
                  <a:pt x="63813" y="317500"/>
                </a:lnTo>
                <a:lnTo>
                  <a:pt x="59249" y="330200"/>
                </a:lnTo>
                <a:lnTo>
                  <a:pt x="54825" y="342900"/>
                </a:lnTo>
                <a:lnTo>
                  <a:pt x="50562" y="355600"/>
                </a:lnTo>
                <a:lnTo>
                  <a:pt x="46450" y="368300"/>
                </a:lnTo>
                <a:lnTo>
                  <a:pt x="42489" y="393700"/>
                </a:lnTo>
                <a:lnTo>
                  <a:pt x="38698" y="406400"/>
                </a:lnTo>
                <a:lnTo>
                  <a:pt x="35058" y="419100"/>
                </a:lnTo>
                <a:lnTo>
                  <a:pt x="31589" y="444500"/>
                </a:lnTo>
                <a:lnTo>
                  <a:pt x="28282" y="457200"/>
                </a:lnTo>
                <a:lnTo>
                  <a:pt x="25146" y="469900"/>
                </a:lnTo>
                <a:lnTo>
                  <a:pt x="22179" y="495300"/>
                </a:lnTo>
                <a:lnTo>
                  <a:pt x="19394" y="508000"/>
                </a:lnTo>
                <a:lnTo>
                  <a:pt x="16770" y="533400"/>
                </a:lnTo>
                <a:lnTo>
                  <a:pt x="14337" y="546100"/>
                </a:lnTo>
                <a:lnTo>
                  <a:pt x="12085" y="558800"/>
                </a:lnTo>
                <a:lnTo>
                  <a:pt x="10003" y="584200"/>
                </a:lnTo>
                <a:lnTo>
                  <a:pt x="8114" y="596900"/>
                </a:lnTo>
                <a:lnTo>
                  <a:pt x="6414" y="622300"/>
                </a:lnTo>
                <a:lnTo>
                  <a:pt x="4906" y="635000"/>
                </a:lnTo>
                <a:lnTo>
                  <a:pt x="3589" y="660400"/>
                </a:lnTo>
                <a:lnTo>
                  <a:pt x="2473" y="673100"/>
                </a:lnTo>
                <a:lnTo>
                  <a:pt x="1548" y="698500"/>
                </a:lnTo>
                <a:lnTo>
                  <a:pt x="834" y="711200"/>
                </a:lnTo>
                <a:lnTo>
                  <a:pt x="311" y="736600"/>
                </a:lnTo>
                <a:lnTo>
                  <a:pt x="0" y="762000"/>
                </a:lnTo>
                <a:lnTo>
                  <a:pt x="0" y="800100"/>
                </a:lnTo>
                <a:lnTo>
                  <a:pt x="311" y="812800"/>
                </a:lnTo>
                <a:lnTo>
                  <a:pt x="834" y="838200"/>
                </a:lnTo>
                <a:lnTo>
                  <a:pt x="1558" y="850900"/>
                </a:lnTo>
                <a:lnTo>
                  <a:pt x="2482" y="876300"/>
                </a:lnTo>
                <a:lnTo>
                  <a:pt x="3599" y="889000"/>
                </a:lnTo>
                <a:lnTo>
                  <a:pt x="4916" y="914400"/>
                </a:lnTo>
                <a:lnTo>
                  <a:pt x="6424" y="927100"/>
                </a:lnTo>
                <a:lnTo>
                  <a:pt x="8134" y="952500"/>
                </a:lnTo>
                <a:lnTo>
                  <a:pt x="10013" y="965200"/>
                </a:lnTo>
                <a:lnTo>
                  <a:pt x="12095" y="990600"/>
                </a:lnTo>
                <a:lnTo>
                  <a:pt x="14347" y="1003300"/>
                </a:lnTo>
                <a:lnTo>
                  <a:pt x="16790" y="1028700"/>
                </a:lnTo>
                <a:lnTo>
                  <a:pt x="19404" y="1041400"/>
                </a:lnTo>
                <a:lnTo>
                  <a:pt x="22199" y="1054100"/>
                </a:lnTo>
                <a:lnTo>
                  <a:pt x="25165" y="1079500"/>
                </a:lnTo>
                <a:lnTo>
                  <a:pt x="28312" y="1092200"/>
                </a:lnTo>
                <a:lnTo>
                  <a:pt x="31610" y="1117600"/>
                </a:lnTo>
                <a:lnTo>
                  <a:pt x="35088" y="1130300"/>
                </a:lnTo>
                <a:lnTo>
                  <a:pt x="38728" y="1143000"/>
                </a:lnTo>
                <a:lnTo>
                  <a:pt x="42519" y="1155700"/>
                </a:lnTo>
                <a:lnTo>
                  <a:pt x="46480" y="1181100"/>
                </a:lnTo>
                <a:lnTo>
                  <a:pt x="50592" y="1193800"/>
                </a:lnTo>
                <a:lnTo>
                  <a:pt x="54865" y="1206500"/>
                </a:lnTo>
                <a:lnTo>
                  <a:pt x="59289" y="1219200"/>
                </a:lnTo>
                <a:lnTo>
                  <a:pt x="63854" y="1244600"/>
                </a:lnTo>
                <a:lnTo>
                  <a:pt x="78442" y="1282700"/>
                </a:lnTo>
                <a:lnTo>
                  <a:pt x="94297" y="1320800"/>
                </a:lnTo>
                <a:lnTo>
                  <a:pt x="111359" y="1358900"/>
                </a:lnTo>
                <a:lnTo>
                  <a:pt x="129578" y="1397000"/>
                </a:lnTo>
                <a:lnTo>
                  <a:pt x="148771" y="1435100"/>
                </a:lnTo>
                <a:lnTo>
                  <a:pt x="178682" y="1435100"/>
                </a:lnTo>
                <a:lnTo>
                  <a:pt x="172036" y="1422400"/>
                </a:lnTo>
                <a:lnTo>
                  <a:pt x="165783" y="1422400"/>
                </a:lnTo>
                <a:lnTo>
                  <a:pt x="159348" y="1409700"/>
                </a:lnTo>
                <a:lnTo>
                  <a:pt x="153155" y="1397000"/>
                </a:lnTo>
                <a:lnTo>
                  <a:pt x="147052" y="1384300"/>
                </a:lnTo>
                <a:lnTo>
                  <a:pt x="141060" y="1371600"/>
                </a:lnTo>
                <a:lnTo>
                  <a:pt x="135178" y="1371600"/>
                </a:lnTo>
                <a:lnTo>
                  <a:pt x="118216" y="1333500"/>
                </a:lnTo>
                <a:lnTo>
                  <a:pt x="102341" y="1295400"/>
                </a:lnTo>
                <a:lnTo>
                  <a:pt x="97313" y="1270000"/>
                </a:lnTo>
                <a:lnTo>
                  <a:pt x="92407" y="1257300"/>
                </a:lnTo>
                <a:lnTo>
                  <a:pt x="78532" y="1219200"/>
                </a:lnTo>
                <a:lnTo>
                  <a:pt x="65944" y="1168400"/>
                </a:lnTo>
                <a:lnTo>
                  <a:pt x="62054" y="1155700"/>
                </a:lnTo>
                <a:lnTo>
                  <a:pt x="58343" y="1143000"/>
                </a:lnTo>
                <a:lnTo>
                  <a:pt x="54754" y="1130300"/>
                </a:lnTo>
                <a:lnTo>
                  <a:pt x="51337" y="1104900"/>
                </a:lnTo>
                <a:lnTo>
                  <a:pt x="48069" y="1092200"/>
                </a:lnTo>
                <a:lnTo>
                  <a:pt x="44971" y="1079500"/>
                </a:lnTo>
                <a:lnTo>
                  <a:pt x="42047" y="1054100"/>
                </a:lnTo>
                <a:lnTo>
                  <a:pt x="39291" y="1041400"/>
                </a:lnTo>
                <a:lnTo>
                  <a:pt x="36708" y="1016000"/>
                </a:lnTo>
                <a:lnTo>
                  <a:pt x="34295" y="1003300"/>
                </a:lnTo>
                <a:lnTo>
                  <a:pt x="32062" y="990600"/>
                </a:lnTo>
                <a:lnTo>
                  <a:pt x="30011" y="965200"/>
                </a:lnTo>
                <a:lnTo>
                  <a:pt x="28141" y="952500"/>
                </a:lnTo>
                <a:lnTo>
                  <a:pt x="26462" y="927100"/>
                </a:lnTo>
                <a:lnTo>
                  <a:pt x="24974" y="914400"/>
                </a:lnTo>
                <a:lnTo>
                  <a:pt x="23667" y="889000"/>
                </a:lnTo>
                <a:lnTo>
                  <a:pt x="22561" y="876300"/>
                </a:lnTo>
                <a:lnTo>
                  <a:pt x="21647" y="850900"/>
                </a:lnTo>
                <a:lnTo>
                  <a:pt x="20933" y="838200"/>
                </a:lnTo>
                <a:lnTo>
                  <a:pt x="20420" y="812800"/>
                </a:lnTo>
                <a:lnTo>
                  <a:pt x="20107" y="800100"/>
                </a:lnTo>
                <a:lnTo>
                  <a:pt x="20107" y="762000"/>
                </a:lnTo>
                <a:lnTo>
                  <a:pt x="20420" y="736600"/>
                </a:lnTo>
                <a:lnTo>
                  <a:pt x="20933" y="711200"/>
                </a:lnTo>
                <a:lnTo>
                  <a:pt x="21636" y="698500"/>
                </a:lnTo>
                <a:lnTo>
                  <a:pt x="22551" y="673100"/>
                </a:lnTo>
                <a:lnTo>
                  <a:pt x="23657" y="660400"/>
                </a:lnTo>
                <a:lnTo>
                  <a:pt x="24964" y="635000"/>
                </a:lnTo>
                <a:lnTo>
                  <a:pt x="26452" y="622300"/>
                </a:lnTo>
                <a:lnTo>
                  <a:pt x="28131" y="596900"/>
                </a:lnTo>
                <a:lnTo>
                  <a:pt x="30001" y="584200"/>
                </a:lnTo>
                <a:lnTo>
                  <a:pt x="32052" y="571500"/>
                </a:lnTo>
                <a:lnTo>
                  <a:pt x="34284" y="546100"/>
                </a:lnTo>
                <a:lnTo>
                  <a:pt x="36687" y="533400"/>
                </a:lnTo>
                <a:lnTo>
                  <a:pt x="39272" y="508000"/>
                </a:lnTo>
                <a:lnTo>
                  <a:pt x="42026" y="495300"/>
                </a:lnTo>
                <a:lnTo>
                  <a:pt x="44951" y="482600"/>
                </a:lnTo>
                <a:lnTo>
                  <a:pt x="48049" y="457200"/>
                </a:lnTo>
                <a:lnTo>
                  <a:pt x="51306" y="444500"/>
                </a:lnTo>
                <a:lnTo>
                  <a:pt x="54734" y="431800"/>
                </a:lnTo>
                <a:lnTo>
                  <a:pt x="58314" y="406400"/>
                </a:lnTo>
                <a:lnTo>
                  <a:pt x="62054" y="393700"/>
                </a:lnTo>
                <a:lnTo>
                  <a:pt x="65975" y="381000"/>
                </a:lnTo>
                <a:lnTo>
                  <a:pt x="70027" y="368300"/>
                </a:lnTo>
                <a:lnTo>
                  <a:pt x="74230" y="342900"/>
                </a:lnTo>
                <a:lnTo>
                  <a:pt x="87692" y="304800"/>
                </a:lnTo>
                <a:lnTo>
                  <a:pt x="102401" y="266700"/>
                </a:lnTo>
                <a:lnTo>
                  <a:pt x="107569" y="254000"/>
                </a:lnTo>
                <a:lnTo>
                  <a:pt x="112868" y="228600"/>
                </a:lnTo>
                <a:lnTo>
                  <a:pt x="115542" y="228600"/>
                </a:lnTo>
                <a:lnTo>
                  <a:pt x="118287" y="215900"/>
                </a:lnTo>
                <a:lnTo>
                  <a:pt x="123827" y="215900"/>
                </a:lnTo>
                <a:lnTo>
                  <a:pt x="129487" y="203200"/>
                </a:lnTo>
                <a:lnTo>
                  <a:pt x="135268" y="190500"/>
                </a:lnTo>
                <a:lnTo>
                  <a:pt x="141160" y="177800"/>
                </a:lnTo>
                <a:lnTo>
                  <a:pt x="153266" y="152400"/>
                </a:lnTo>
                <a:lnTo>
                  <a:pt x="165783" y="127000"/>
                </a:lnTo>
                <a:close/>
              </a:path>
              <a:path w="659129" h="1549400">
                <a:moveTo>
                  <a:pt x="564742" y="228600"/>
                </a:moveTo>
                <a:lnTo>
                  <a:pt x="546172" y="228600"/>
                </a:lnTo>
                <a:lnTo>
                  <a:pt x="551531" y="254000"/>
                </a:lnTo>
                <a:lnTo>
                  <a:pt x="556689" y="266700"/>
                </a:lnTo>
                <a:lnTo>
                  <a:pt x="561726" y="279400"/>
                </a:lnTo>
                <a:lnTo>
                  <a:pt x="576023" y="317500"/>
                </a:lnTo>
                <a:lnTo>
                  <a:pt x="589043" y="368300"/>
                </a:lnTo>
                <a:lnTo>
                  <a:pt x="593084" y="381000"/>
                </a:lnTo>
                <a:lnTo>
                  <a:pt x="596955" y="393700"/>
                </a:lnTo>
                <a:lnTo>
                  <a:pt x="600696" y="406400"/>
                </a:lnTo>
                <a:lnTo>
                  <a:pt x="604276" y="431800"/>
                </a:lnTo>
                <a:lnTo>
                  <a:pt x="607703" y="444500"/>
                </a:lnTo>
                <a:lnTo>
                  <a:pt x="610961" y="457200"/>
                </a:lnTo>
                <a:lnTo>
                  <a:pt x="614057" y="482600"/>
                </a:lnTo>
                <a:lnTo>
                  <a:pt x="616993" y="495300"/>
                </a:lnTo>
                <a:lnTo>
                  <a:pt x="619748" y="508000"/>
                </a:lnTo>
                <a:lnTo>
                  <a:pt x="622333" y="533400"/>
                </a:lnTo>
                <a:lnTo>
                  <a:pt x="624746" y="546100"/>
                </a:lnTo>
                <a:lnTo>
                  <a:pt x="626977" y="571500"/>
                </a:lnTo>
                <a:lnTo>
                  <a:pt x="629028" y="584200"/>
                </a:lnTo>
                <a:lnTo>
                  <a:pt x="630889" y="596900"/>
                </a:lnTo>
                <a:lnTo>
                  <a:pt x="632578" y="622300"/>
                </a:lnTo>
                <a:lnTo>
                  <a:pt x="634066" y="635000"/>
                </a:lnTo>
                <a:lnTo>
                  <a:pt x="635373" y="660400"/>
                </a:lnTo>
                <a:lnTo>
                  <a:pt x="636479" y="673100"/>
                </a:lnTo>
                <a:lnTo>
                  <a:pt x="637393" y="698500"/>
                </a:lnTo>
                <a:lnTo>
                  <a:pt x="638107" y="711200"/>
                </a:lnTo>
                <a:lnTo>
                  <a:pt x="638620" y="736600"/>
                </a:lnTo>
                <a:lnTo>
                  <a:pt x="638931" y="762000"/>
                </a:lnTo>
                <a:lnTo>
                  <a:pt x="638931" y="800100"/>
                </a:lnTo>
                <a:lnTo>
                  <a:pt x="638620" y="812800"/>
                </a:lnTo>
                <a:lnTo>
                  <a:pt x="638107" y="838200"/>
                </a:lnTo>
                <a:lnTo>
                  <a:pt x="637393" y="850900"/>
                </a:lnTo>
                <a:lnTo>
                  <a:pt x="636479" y="876300"/>
                </a:lnTo>
                <a:lnTo>
                  <a:pt x="635373" y="889000"/>
                </a:lnTo>
                <a:lnTo>
                  <a:pt x="634076" y="914400"/>
                </a:lnTo>
                <a:lnTo>
                  <a:pt x="632578" y="927100"/>
                </a:lnTo>
                <a:lnTo>
                  <a:pt x="630899" y="952500"/>
                </a:lnTo>
                <a:lnTo>
                  <a:pt x="629038" y="965200"/>
                </a:lnTo>
                <a:lnTo>
                  <a:pt x="626987" y="990600"/>
                </a:lnTo>
                <a:lnTo>
                  <a:pt x="624756" y="1003300"/>
                </a:lnTo>
                <a:lnTo>
                  <a:pt x="622353" y="1016000"/>
                </a:lnTo>
                <a:lnTo>
                  <a:pt x="619768" y="1041400"/>
                </a:lnTo>
                <a:lnTo>
                  <a:pt x="617004" y="1054100"/>
                </a:lnTo>
                <a:lnTo>
                  <a:pt x="614078" y="1079500"/>
                </a:lnTo>
                <a:lnTo>
                  <a:pt x="610991" y="1092200"/>
                </a:lnTo>
                <a:lnTo>
                  <a:pt x="607724" y="1104900"/>
                </a:lnTo>
                <a:lnTo>
                  <a:pt x="604305" y="1130300"/>
                </a:lnTo>
                <a:lnTo>
                  <a:pt x="600726" y="1143000"/>
                </a:lnTo>
                <a:lnTo>
                  <a:pt x="596955" y="1155700"/>
                </a:lnTo>
                <a:lnTo>
                  <a:pt x="593055" y="1168400"/>
                </a:lnTo>
                <a:lnTo>
                  <a:pt x="589013" y="1193800"/>
                </a:lnTo>
                <a:lnTo>
                  <a:pt x="575972" y="1231900"/>
                </a:lnTo>
                <a:lnTo>
                  <a:pt x="561676" y="1270000"/>
                </a:lnTo>
                <a:lnTo>
                  <a:pt x="556638" y="1295400"/>
                </a:lnTo>
                <a:lnTo>
                  <a:pt x="540753" y="1333500"/>
                </a:lnTo>
                <a:lnTo>
                  <a:pt x="523772" y="1371600"/>
                </a:lnTo>
                <a:lnTo>
                  <a:pt x="517880" y="1371600"/>
                </a:lnTo>
                <a:lnTo>
                  <a:pt x="511877" y="1384300"/>
                </a:lnTo>
                <a:lnTo>
                  <a:pt x="496637" y="1415728"/>
                </a:lnTo>
                <a:lnTo>
                  <a:pt x="493257" y="1422400"/>
                </a:lnTo>
                <a:lnTo>
                  <a:pt x="486994" y="1422400"/>
                </a:lnTo>
                <a:lnTo>
                  <a:pt x="480358" y="1435100"/>
                </a:lnTo>
                <a:lnTo>
                  <a:pt x="510138" y="1435100"/>
                </a:lnTo>
                <a:lnTo>
                  <a:pt x="523248" y="1409700"/>
                </a:lnTo>
                <a:lnTo>
                  <a:pt x="541818" y="1371600"/>
                </a:lnTo>
                <a:lnTo>
                  <a:pt x="559253" y="1333500"/>
                </a:lnTo>
                <a:lnTo>
                  <a:pt x="575500" y="1295400"/>
                </a:lnTo>
                <a:lnTo>
                  <a:pt x="590511" y="1257300"/>
                </a:lnTo>
                <a:lnTo>
                  <a:pt x="599791" y="1219200"/>
                </a:lnTo>
                <a:lnTo>
                  <a:pt x="604205" y="1206500"/>
                </a:lnTo>
                <a:lnTo>
                  <a:pt x="608478" y="1193800"/>
                </a:lnTo>
                <a:lnTo>
                  <a:pt x="612590" y="1181100"/>
                </a:lnTo>
                <a:lnTo>
                  <a:pt x="616541" y="1155700"/>
                </a:lnTo>
                <a:lnTo>
                  <a:pt x="620341" y="1143000"/>
                </a:lnTo>
                <a:lnTo>
                  <a:pt x="623971" y="1130300"/>
                </a:lnTo>
                <a:lnTo>
                  <a:pt x="627449" y="1117600"/>
                </a:lnTo>
                <a:lnTo>
                  <a:pt x="630748" y="1092200"/>
                </a:lnTo>
                <a:lnTo>
                  <a:pt x="633884" y="1079500"/>
                </a:lnTo>
                <a:lnTo>
                  <a:pt x="636851" y="1054100"/>
                </a:lnTo>
                <a:lnTo>
                  <a:pt x="639645" y="1041400"/>
                </a:lnTo>
                <a:lnTo>
                  <a:pt x="642260" y="1028700"/>
                </a:lnTo>
                <a:lnTo>
                  <a:pt x="644702" y="1003300"/>
                </a:lnTo>
                <a:lnTo>
                  <a:pt x="646955" y="990600"/>
                </a:lnTo>
                <a:lnTo>
                  <a:pt x="649027" y="965200"/>
                </a:lnTo>
                <a:lnTo>
                  <a:pt x="650916" y="952500"/>
                </a:lnTo>
                <a:lnTo>
                  <a:pt x="652616" y="927100"/>
                </a:lnTo>
                <a:lnTo>
                  <a:pt x="654123" y="914400"/>
                </a:lnTo>
                <a:lnTo>
                  <a:pt x="655440" y="889000"/>
                </a:lnTo>
                <a:lnTo>
                  <a:pt x="656567" y="876300"/>
                </a:lnTo>
                <a:lnTo>
                  <a:pt x="657482" y="850900"/>
                </a:lnTo>
                <a:lnTo>
                  <a:pt x="658206" y="838200"/>
                </a:lnTo>
                <a:lnTo>
                  <a:pt x="658728" y="812800"/>
                </a:lnTo>
                <a:lnTo>
                  <a:pt x="659041" y="800100"/>
                </a:lnTo>
                <a:lnTo>
                  <a:pt x="659041" y="749300"/>
                </a:lnTo>
                <a:lnTo>
                  <a:pt x="658718" y="736600"/>
                </a:lnTo>
                <a:lnTo>
                  <a:pt x="658206" y="711200"/>
                </a:lnTo>
                <a:lnTo>
                  <a:pt x="657482" y="698500"/>
                </a:lnTo>
                <a:lnTo>
                  <a:pt x="656556" y="673100"/>
                </a:lnTo>
                <a:lnTo>
                  <a:pt x="655440" y="660400"/>
                </a:lnTo>
                <a:lnTo>
                  <a:pt x="654123" y="635000"/>
                </a:lnTo>
                <a:lnTo>
                  <a:pt x="652606" y="622300"/>
                </a:lnTo>
                <a:lnTo>
                  <a:pt x="650906" y="596900"/>
                </a:lnTo>
                <a:lnTo>
                  <a:pt x="649016" y="584200"/>
                </a:lnTo>
                <a:lnTo>
                  <a:pt x="646945" y="558800"/>
                </a:lnTo>
                <a:lnTo>
                  <a:pt x="644683" y="546100"/>
                </a:lnTo>
                <a:lnTo>
                  <a:pt x="642250" y="533400"/>
                </a:lnTo>
                <a:lnTo>
                  <a:pt x="639626" y="508000"/>
                </a:lnTo>
                <a:lnTo>
                  <a:pt x="636831" y="495300"/>
                </a:lnTo>
                <a:lnTo>
                  <a:pt x="633864" y="469900"/>
                </a:lnTo>
                <a:lnTo>
                  <a:pt x="630727" y="457200"/>
                </a:lnTo>
                <a:lnTo>
                  <a:pt x="627420" y="444500"/>
                </a:lnTo>
                <a:lnTo>
                  <a:pt x="623951" y="419100"/>
                </a:lnTo>
                <a:lnTo>
                  <a:pt x="620312" y="406400"/>
                </a:lnTo>
                <a:lnTo>
                  <a:pt x="616511" y="393700"/>
                </a:lnTo>
                <a:lnTo>
                  <a:pt x="612560" y="368300"/>
                </a:lnTo>
                <a:lnTo>
                  <a:pt x="608437" y="355600"/>
                </a:lnTo>
                <a:lnTo>
                  <a:pt x="604174" y="342900"/>
                </a:lnTo>
                <a:lnTo>
                  <a:pt x="599751" y="330200"/>
                </a:lnTo>
                <a:lnTo>
                  <a:pt x="595186" y="317500"/>
                </a:lnTo>
                <a:lnTo>
                  <a:pt x="590461" y="292100"/>
                </a:lnTo>
                <a:lnTo>
                  <a:pt x="585604" y="279400"/>
                </a:lnTo>
                <a:lnTo>
                  <a:pt x="580598" y="266700"/>
                </a:lnTo>
                <a:lnTo>
                  <a:pt x="575449" y="254000"/>
                </a:lnTo>
                <a:lnTo>
                  <a:pt x="570161" y="241300"/>
                </a:lnTo>
                <a:lnTo>
                  <a:pt x="564742" y="228600"/>
                </a:lnTo>
                <a:close/>
              </a:path>
              <a:path w="659129" h="1549400">
                <a:moveTo>
                  <a:pt x="115542" y="228600"/>
                </a:moveTo>
                <a:lnTo>
                  <a:pt x="112868" y="228600"/>
                </a:lnTo>
                <a:lnTo>
                  <a:pt x="112797" y="241300"/>
                </a:lnTo>
                <a:lnTo>
                  <a:pt x="115542" y="228600"/>
                </a:lnTo>
                <a:close/>
              </a:path>
              <a:path w="659129" h="1549400">
                <a:moveTo>
                  <a:pt x="559182" y="215900"/>
                </a:moveTo>
                <a:lnTo>
                  <a:pt x="540753" y="215900"/>
                </a:lnTo>
                <a:lnTo>
                  <a:pt x="546233" y="241300"/>
                </a:lnTo>
                <a:lnTo>
                  <a:pt x="546172" y="228600"/>
                </a:lnTo>
                <a:lnTo>
                  <a:pt x="564742" y="228600"/>
                </a:lnTo>
                <a:lnTo>
                  <a:pt x="559182" y="215900"/>
                </a:lnTo>
                <a:close/>
              </a:path>
              <a:path w="659129" h="1549400">
                <a:moveTo>
                  <a:pt x="123827" y="215900"/>
                </a:moveTo>
                <a:lnTo>
                  <a:pt x="118287" y="215900"/>
                </a:lnTo>
                <a:lnTo>
                  <a:pt x="118216" y="228600"/>
                </a:lnTo>
                <a:lnTo>
                  <a:pt x="123827" y="215900"/>
                </a:lnTo>
                <a:close/>
              </a:path>
              <a:path w="659129" h="1549400">
                <a:moveTo>
                  <a:pt x="516823" y="127000"/>
                </a:moveTo>
                <a:lnTo>
                  <a:pt x="493257" y="127000"/>
                </a:lnTo>
                <a:lnTo>
                  <a:pt x="499691" y="139700"/>
                </a:lnTo>
                <a:lnTo>
                  <a:pt x="499560" y="139700"/>
                </a:lnTo>
                <a:lnTo>
                  <a:pt x="517970" y="177800"/>
                </a:lnTo>
                <a:lnTo>
                  <a:pt x="535283" y="215900"/>
                </a:lnTo>
                <a:lnTo>
                  <a:pt x="540823" y="228600"/>
                </a:lnTo>
                <a:lnTo>
                  <a:pt x="540753" y="215900"/>
                </a:lnTo>
                <a:lnTo>
                  <a:pt x="559182" y="215900"/>
                </a:lnTo>
                <a:lnTo>
                  <a:pt x="553501" y="203200"/>
                </a:lnTo>
                <a:lnTo>
                  <a:pt x="547681" y="190500"/>
                </a:lnTo>
                <a:lnTo>
                  <a:pt x="541728" y="177800"/>
                </a:lnTo>
                <a:lnTo>
                  <a:pt x="535655" y="165100"/>
                </a:lnTo>
                <a:lnTo>
                  <a:pt x="529463" y="152400"/>
                </a:lnTo>
                <a:lnTo>
                  <a:pt x="516823" y="127000"/>
                </a:lnTo>
                <a:close/>
              </a:path>
              <a:path w="659129" h="1549400">
                <a:moveTo>
                  <a:pt x="198690" y="88900"/>
                </a:moveTo>
                <a:lnTo>
                  <a:pt x="169292" y="88900"/>
                </a:lnTo>
                <a:lnTo>
                  <a:pt x="162374" y="101600"/>
                </a:lnTo>
                <a:lnTo>
                  <a:pt x="155578" y="114300"/>
                </a:lnTo>
                <a:lnTo>
                  <a:pt x="148902" y="127000"/>
                </a:lnTo>
                <a:lnTo>
                  <a:pt x="172036" y="127000"/>
                </a:lnTo>
                <a:lnTo>
                  <a:pt x="178682" y="114300"/>
                </a:lnTo>
                <a:lnTo>
                  <a:pt x="178521" y="114300"/>
                </a:lnTo>
                <a:lnTo>
                  <a:pt x="185267" y="101600"/>
                </a:lnTo>
                <a:lnTo>
                  <a:pt x="191753" y="101600"/>
                </a:lnTo>
                <a:lnTo>
                  <a:pt x="198690" y="88900"/>
                </a:lnTo>
                <a:close/>
              </a:path>
              <a:path w="659129" h="1549400">
                <a:moveTo>
                  <a:pt x="489919" y="88900"/>
                </a:moveTo>
                <a:lnTo>
                  <a:pt x="460349" y="88900"/>
                </a:lnTo>
                <a:lnTo>
                  <a:pt x="467287" y="101600"/>
                </a:lnTo>
                <a:lnTo>
                  <a:pt x="473772" y="101600"/>
                </a:lnTo>
                <a:lnTo>
                  <a:pt x="480508" y="114300"/>
                </a:lnTo>
                <a:lnTo>
                  <a:pt x="480358" y="114300"/>
                </a:lnTo>
                <a:lnTo>
                  <a:pt x="486994" y="127000"/>
                </a:lnTo>
                <a:lnTo>
                  <a:pt x="510269" y="127000"/>
                </a:lnTo>
                <a:lnTo>
                  <a:pt x="503603" y="114300"/>
                </a:lnTo>
                <a:lnTo>
                  <a:pt x="496816" y="101600"/>
                </a:lnTo>
                <a:lnTo>
                  <a:pt x="489919" y="88900"/>
                </a:lnTo>
                <a:close/>
              </a:path>
              <a:path w="659129" h="1549400">
                <a:moveTo>
                  <a:pt x="219392" y="63500"/>
                </a:moveTo>
                <a:lnTo>
                  <a:pt x="190707" y="63500"/>
                </a:lnTo>
                <a:lnTo>
                  <a:pt x="183457" y="76200"/>
                </a:lnTo>
                <a:lnTo>
                  <a:pt x="176320" y="88900"/>
                </a:lnTo>
                <a:lnTo>
                  <a:pt x="198489" y="88900"/>
                </a:lnTo>
                <a:lnTo>
                  <a:pt x="205517" y="76200"/>
                </a:lnTo>
                <a:lnTo>
                  <a:pt x="212182" y="76200"/>
                </a:lnTo>
                <a:lnTo>
                  <a:pt x="219392" y="63500"/>
                </a:lnTo>
                <a:close/>
              </a:path>
              <a:path w="659129" h="1549400">
                <a:moveTo>
                  <a:pt x="468544" y="63500"/>
                </a:moveTo>
                <a:lnTo>
                  <a:pt x="439638" y="63500"/>
                </a:lnTo>
                <a:lnTo>
                  <a:pt x="446857" y="76200"/>
                </a:lnTo>
                <a:lnTo>
                  <a:pt x="453513" y="76200"/>
                </a:lnTo>
                <a:lnTo>
                  <a:pt x="460551" y="88900"/>
                </a:lnTo>
                <a:lnTo>
                  <a:pt x="482902" y="88900"/>
                </a:lnTo>
                <a:lnTo>
                  <a:pt x="475783" y="76200"/>
                </a:lnTo>
                <a:lnTo>
                  <a:pt x="468544" y="63500"/>
                </a:lnTo>
                <a:close/>
              </a:path>
              <a:path w="659129" h="1549400">
                <a:moveTo>
                  <a:pt x="233527" y="50800"/>
                </a:moveTo>
                <a:lnTo>
                  <a:pt x="205546" y="50800"/>
                </a:lnTo>
                <a:lnTo>
                  <a:pt x="198076" y="63500"/>
                </a:lnTo>
                <a:lnTo>
                  <a:pt x="226148" y="63500"/>
                </a:lnTo>
                <a:lnTo>
                  <a:pt x="233527" y="50800"/>
                </a:lnTo>
                <a:close/>
              </a:path>
              <a:path w="659129" h="1549400">
                <a:moveTo>
                  <a:pt x="453754" y="50800"/>
                </a:moveTo>
                <a:lnTo>
                  <a:pt x="425512" y="50800"/>
                </a:lnTo>
                <a:lnTo>
                  <a:pt x="432892" y="63500"/>
                </a:lnTo>
                <a:lnTo>
                  <a:pt x="461204" y="63500"/>
                </a:lnTo>
                <a:lnTo>
                  <a:pt x="453754" y="50800"/>
                </a:lnTo>
                <a:close/>
              </a:path>
              <a:path w="659129" h="1549400">
                <a:moveTo>
                  <a:pt x="247884" y="38100"/>
                </a:moveTo>
                <a:lnTo>
                  <a:pt x="220830" y="38100"/>
                </a:lnTo>
                <a:lnTo>
                  <a:pt x="213137" y="50800"/>
                </a:lnTo>
                <a:lnTo>
                  <a:pt x="240344" y="50800"/>
                </a:lnTo>
                <a:lnTo>
                  <a:pt x="247884" y="38100"/>
                </a:lnTo>
                <a:close/>
              </a:path>
              <a:path w="659129" h="1549400">
                <a:moveTo>
                  <a:pt x="438522" y="38100"/>
                </a:moveTo>
                <a:lnTo>
                  <a:pt x="411144" y="38100"/>
                </a:lnTo>
                <a:lnTo>
                  <a:pt x="418696" y="50800"/>
                </a:lnTo>
                <a:lnTo>
                  <a:pt x="446194" y="50800"/>
                </a:lnTo>
                <a:lnTo>
                  <a:pt x="438522" y="38100"/>
                </a:lnTo>
                <a:close/>
              </a:path>
              <a:path w="659129" h="1549400">
                <a:moveTo>
                  <a:pt x="269783" y="25400"/>
                </a:moveTo>
                <a:lnTo>
                  <a:pt x="236543" y="25400"/>
                </a:lnTo>
                <a:lnTo>
                  <a:pt x="228631" y="38100"/>
                </a:lnTo>
                <a:lnTo>
                  <a:pt x="262021" y="38100"/>
                </a:lnTo>
                <a:lnTo>
                  <a:pt x="269783" y="25400"/>
                </a:lnTo>
                <a:close/>
              </a:path>
              <a:path w="659129" h="1549400">
                <a:moveTo>
                  <a:pt x="422857" y="25400"/>
                </a:moveTo>
                <a:lnTo>
                  <a:pt x="389247" y="25400"/>
                </a:lnTo>
                <a:lnTo>
                  <a:pt x="397018" y="38100"/>
                </a:lnTo>
                <a:lnTo>
                  <a:pt x="430740" y="38100"/>
                </a:lnTo>
                <a:lnTo>
                  <a:pt x="422857" y="25400"/>
                </a:lnTo>
                <a:close/>
              </a:path>
              <a:path w="659129" h="1549400">
                <a:moveTo>
                  <a:pt x="303123" y="12700"/>
                </a:moveTo>
                <a:lnTo>
                  <a:pt x="252681" y="12700"/>
                </a:lnTo>
                <a:lnTo>
                  <a:pt x="244557" y="25400"/>
                </a:lnTo>
                <a:lnTo>
                  <a:pt x="299091" y="25400"/>
                </a:lnTo>
                <a:lnTo>
                  <a:pt x="303123" y="12700"/>
                </a:lnTo>
                <a:close/>
              </a:path>
              <a:path w="659129" h="1549400">
                <a:moveTo>
                  <a:pt x="406359" y="12700"/>
                </a:moveTo>
                <a:lnTo>
                  <a:pt x="355907" y="12700"/>
                </a:lnTo>
                <a:lnTo>
                  <a:pt x="359949" y="25400"/>
                </a:lnTo>
                <a:lnTo>
                  <a:pt x="414874" y="25400"/>
                </a:lnTo>
                <a:lnTo>
                  <a:pt x="406359" y="12700"/>
                </a:lnTo>
                <a:close/>
              </a:path>
              <a:path w="659129" h="1549400">
                <a:moveTo>
                  <a:pt x="381918" y="0"/>
                </a:moveTo>
                <a:lnTo>
                  <a:pt x="277635" y="0"/>
                </a:lnTo>
                <a:lnTo>
                  <a:pt x="269220" y="12700"/>
                </a:lnTo>
                <a:lnTo>
                  <a:pt x="389820" y="12700"/>
                </a:lnTo>
                <a:lnTo>
                  <a:pt x="381918" y="0"/>
                </a:lnTo>
                <a:close/>
              </a:path>
            </a:pathLst>
          </a:custGeom>
          <a:solidFill>
            <a:srgbClr val="8064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854594" y="1089140"/>
            <a:ext cx="206375" cy="92583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 sz="1400" spc="-40">
                <a:latin typeface="Segoe UI Symbol"/>
                <a:cs typeface="Segoe UI Symbol"/>
              </a:rPr>
              <a:t>Impactverse</a:t>
            </a:r>
            <a:endParaRPr sz="1400">
              <a:latin typeface="Segoe UI Symbol"/>
              <a:cs typeface="Segoe UI Symbo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630963" y="6869854"/>
            <a:ext cx="1861185" cy="3174365"/>
            <a:chOff x="4630963" y="6869854"/>
            <a:chExt cx="1861185" cy="317436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50737" y="8262810"/>
              <a:ext cx="840930" cy="178079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31015" y="6958583"/>
              <a:ext cx="347471" cy="271945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23665" y="6955719"/>
              <a:ext cx="362585" cy="2730500"/>
            </a:xfrm>
            <a:custGeom>
              <a:avLst/>
              <a:gdLst/>
              <a:ahLst/>
              <a:cxnLst/>
              <a:rect l="l" t="t" r="r" b="b"/>
              <a:pathLst>
                <a:path w="362585" h="2730500">
                  <a:moveTo>
                    <a:pt x="326730" y="2717799"/>
                  </a:moveTo>
                  <a:lnTo>
                    <a:pt x="35350" y="2717799"/>
                  </a:lnTo>
                  <a:lnTo>
                    <a:pt x="38628" y="2730499"/>
                  </a:lnTo>
                  <a:lnTo>
                    <a:pt x="323442" y="2730499"/>
                  </a:lnTo>
                  <a:lnTo>
                    <a:pt x="326730" y="2717799"/>
                  </a:lnTo>
                  <a:close/>
                </a:path>
                <a:path w="362585" h="2730500">
                  <a:moveTo>
                    <a:pt x="44358" y="2705099"/>
                  </a:moveTo>
                  <a:lnTo>
                    <a:pt x="20751" y="2705099"/>
                  </a:lnTo>
                  <a:lnTo>
                    <a:pt x="23426" y="2717799"/>
                  </a:lnTo>
                  <a:lnTo>
                    <a:pt x="47304" y="2717799"/>
                  </a:lnTo>
                  <a:lnTo>
                    <a:pt x="44358" y="2705099"/>
                  </a:lnTo>
                  <a:close/>
                </a:path>
                <a:path w="362585" h="2730500">
                  <a:moveTo>
                    <a:pt x="46973" y="2705099"/>
                  </a:moveTo>
                  <a:lnTo>
                    <a:pt x="47304" y="2717799"/>
                  </a:lnTo>
                  <a:lnTo>
                    <a:pt x="50029" y="2717799"/>
                  </a:lnTo>
                  <a:lnTo>
                    <a:pt x="46973" y="2705099"/>
                  </a:lnTo>
                  <a:close/>
                </a:path>
                <a:path w="362585" h="2730500">
                  <a:moveTo>
                    <a:pt x="315428" y="2705099"/>
                  </a:moveTo>
                  <a:lnTo>
                    <a:pt x="312383" y="2717799"/>
                  </a:lnTo>
                  <a:lnTo>
                    <a:pt x="315097" y="2717799"/>
                  </a:lnTo>
                  <a:lnTo>
                    <a:pt x="315428" y="2705099"/>
                  </a:lnTo>
                  <a:close/>
                </a:path>
                <a:path w="362585" h="2730500">
                  <a:moveTo>
                    <a:pt x="341650" y="2705099"/>
                  </a:moveTo>
                  <a:lnTo>
                    <a:pt x="318053" y="2705099"/>
                  </a:lnTo>
                  <a:lnTo>
                    <a:pt x="315097" y="2717799"/>
                  </a:lnTo>
                  <a:lnTo>
                    <a:pt x="338714" y="2717799"/>
                  </a:lnTo>
                  <a:lnTo>
                    <a:pt x="341650" y="2705099"/>
                  </a:lnTo>
                  <a:close/>
                </a:path>
                <a:path w="362585" h="2730500">
                  <a:moveTo>
                    <a:pt x="30624" y="2692399"/>
                  </a:moveTo>
                  <a:lnTo>
                    <a:pt x="11492" y="2692399"/>
                  </a:lnTo>
                  <a:lnTo>
                    <a:pt x="13582" y="2705099"/>
                  </a:lnTo>
                  <a:lnTo>
                    <a:pt x="32917" y="2705099"/>
                  </a:lnTo>
                  <a:lnTo>
                    <a:pt x="30624" y="2692399"/>
                  </a:lnTo>
                  <a:close/>
                </a:path>
                <a:path w="362585" h="2730500">
                  <a:moveTo>
                    <a:pt x="350709" y="2692399"/>
                  </a:moveTo>
                  <a:lnTo>
                    <a:pt x="331777" y="2692399"/>
                  </a:lnTo>
                  <a:lnTo>
                    <a:pt x="329495" y="2705099"/>
                  </a:lnTo>
                  <a:lnTo>
                    <a:pt x="348598" y="2705099"/>
                  </a:lnTo>
                  <a:lnTo>
                    <a:pt x="350709" y="2692399"/>
                  </a:lnTo>
                  <a:close/>
                </a:path>
                <a:path w="362585" h="2730500">
                  <a:moveTo>
                    <a:pt x="22259" y="2679699"/>
                  </a:moveTo>
                  <a:lnTo>
                    <a:pt x="4725" y="2679699"/>
                  </a:lnTo>
                  <a:lnTo>
                    <a:pt x="6163" y="2692399"/>
                  </a:lnTo>
                  <a:lnTo>
                    <a:pt x="23868" y="2692399"/>
                  </a:lnTo>
                  <a:lnTo>
                    <a:pt x="22259" y="2679699"/>
                  </a:lnTo>
                  <a:close/>
                </a:path>
                <a:path w="362585" h="2730500">
                  <a:moveTo>
                    <a:pt x="357545" y="2679699"/>
                  </a:moveTo>
                  <a:lnTo>
                    <a:pt x="340142" y="2679699"/>
                  </a:lnTo>
                  <a:lnTo>
                    <a:pt x="338533" y="2692399"/>
                  </a:lnTo>
                  <a:lnTo>
                    <a:pt x="356087" y="2692399"/>
                  </a:lnTo>
                  <a:lnTo>
                    <a:pt x="357545" y="2679699"/>
                  </a:lnTo>
                  <a:close/>
                </a:path>
                <a:path w="362585" h="2730500">
                  <a:moveTo>
                    <a:pt x="17956" y="2666999"/>
                  </a:moveTo>
                  <a:lnTo>
                    <a:pt x="1568" y="2666999"/>
                  </a:lnTo>
                  <a:lnTo>
                    <a:pt x="2482" y="2679699"/>
                  </a:lnTo>
                  <a:lnTo>
                    <a:pt x="18821" y="2679699"/>
                  </a:lnTo>
                  <a:lnTo>
                    <a:pt x="17956" y="2666999"/>
                  </a:lnTo>
                  <a:close/>
                </a:path>
                <a:path w="362585" h="2730500">
                  <a:moveTo>
                    <a:pt x="360913" y="2666999"/>
                  </a:moveTo>
                  <a:lnTo>
                    <a:pt x="344345" y="2666999"/>
                  </a:lnTo>
                  <a:lnTo>
                    <a:pt x="343470" y="2679699"/>
                  </a:lnTo>
                  <a:lnTo>
                    <a:pt x="360019" y="2679699"/>
                  </a:lnTo>
                  <a:lnTo>
                    <a:pt x="360913" y="2666999"/>
                  </a:lnTo>
                  <a:close/>
                </a:path>
                <a:path w="362585" h="2730500">
                  <a:moveTo>
                    <a:pt x="15976" y="76199"/>
                  </a:moveTo>
                  <a:lnTo>
                    <a:pt x="0" y="76199"/>
                  </a:lnTo>
                  <a:lnTo>
                    <a:pt x="0" y="2654299"/>
                  </a:lnTo>
                  <a:lnTo>
                    <a:pt x="321" y="2666999"/>
                  </a:lnTo>
                  <a:lnTo>
                    <a:pt x="16287" y="2666999"/>
                  </a:lnTo>
                  <a:lnTo>
                    <a:pt x="16046" y="2654299"/>
                  </a:lnTo>
                  <a:lnTo>
                    <a:pt x="15976" y="76199"/>
                  </a:lnTo>
                  <a:close/>
                </a:path>
                <a:path w="362585" h="2730500">
                  <a:moveTo>
                    <a:pt x="362402" y="76199"/>
                  </a:moveTo>
                  <a:lnTo>
                    <a:pt x="346435" y="76199"/>
                  </a:lnTo>
                  <a:lnTo>
                    <a:pt x="346435" y="2654299"/>
                  </a:lnTo>
                  <a:lnTo>
                    <a:pt x="346083" y="2666999"/>
                  </a:lnTo>
                  <a:lnTo>
                    <a:pt x="362120" y="2666999"/>
                  </a:lnTo>
                  <a:lnTo>
                    <a:pt x="362402" y="2654299"/>
                  </a:lnTo>
                  <a:lnTo>
                    <a:pt x="362402" y="76199"/>
                  </a:lnTo>
                  <a:close/>
                </a:path>
                <a:path w="362585" h="2730500">
                  <a:moveTo>
                    <a:pt x="17322" y="63499"/>
                  </a:moveTo>
                  <a:lnTo>
                    <a:pt x="1488" y="63499"/>
                  </a:lnTo>
                  <a:lnTo>
                    <a:pt x="783" y="76199"/>
                  </a:lnTo>
                  <a:lnTo>
                    <a:pt x="16750" y="76199"/>
                  </a:lnTo>
                  <a:lnTo>
                    <a:pt x="17322" y="63499"/>
                  </a:lnTo>
                  <a:close/>
                </a:path>
                <a:path w="362585" h="2730500">
                  <a:moveTo>
                    <a:pt x="360833" y="63499"/>
                  </a:moveTo>
                  <a:lnTo>
                    <a:pt x="345159" y="63499"/>
                  </a:lnTo>
                  <a:lnTo>
                    <a:pt x="345721" y="76199"/>
                  </a:lnTo>
                  <a:lnTo>
                    <a:pt x="361557" y="76199"/>
                  </a:lnTo>
                  <a:lnTo>
                    <a:pt x="360833" y="63499"/>
                  </a:lnTo>
                  <a:close/>
                </a:path>
                <a:path w="362585" h="2730500">
                  <a:moveTo>
                    <a:pt x="21134" y="50799"/>
                  </a:moveTo>
                  <a:lnTo>
                    <a:pt x="4725" y="50799"/>
                  </a:lnTo>
                  <a:lnTo>
                    <a:pt x="3458" y="63499"/>
                  </a:lnTo>
                  <a:lnTo>
                    <a:pt x="19827" y="63499"/>
                  </a:lnTo>
                  <a:lnTo>
                    <a:pt x="21134" y="50799"/>
                  </a:lnTo>
                  <a:close/>
                </a:path>
                <a:path w="362585" h="2730500">
                  <a:moveTo>
                    <a:pt x="22430" y="50799"/>
                  </a:moveTo>
                  <a:lnTo>
                    <a:pt x="21134" y="50799"/>
                  </a:lnTo>
                  <a:lnTo>
                    <a:pt x="20972" y="63499"/>
                  </a:lnTo>
                  <a:lnTo>
                    <a:pt x="22430" y="50799"/>
                  </a:lnTo>
                  <a:close/>
                </a:path>
                <a:path w="362585" h="2730500">
                  <a:moveTo>
                    <a:pt x="341278" y="50799"/>
                  </a:moveTo>
                  <a:lnTo>
                    <a:pt x="339971" y="50799"/>
                  </a:lnTo>
                  <a:lnTo>
                    <a:pt x="341429" y="63499"/>
                  </a:lnTo>
                  <a:lnTo>
                    <a:pt x="341278" y="50799"/>
                  </a:lnTo>
                  <a:close/>
                </a:path>
                <a:path w="362585" h="2730500">
                  <a:moveTo>
                    <a:pt x="357545" y="50799"/>
                  </a:moveTo>
                  <a:lnTo>
                    <a:pt x="341278" y="50799"/>
                  </a:lnTo>
                  <a:lnTo>
                    <a:pt x="342576" y="63499"/>
                  </a:lnTo>
                  <a:lnTo>
                    <a:pt x="358823" y="63499"/>
                  </a:lnTo>
                  <a:lnTo>
                    <a:pt x="357545" y="50799"/>
                  </a:lnTo>
                  <a:close/>
                </a:path>
                <a:path w="362585" h="2730500">
                  <a:moveTo>
                    <a:pt x="28945" y="38099"/>
                  </a:moveTo>
                  <a:lnTo>
                    <a:pt x="9742" y="38099"/>
                  </a:lnTo>
                  <a:lnTo>
                    <a:pt x="7942" y="50799"/>
                  </a:lnTo>
                  <a:lnTo>
                    <a:pt x="26915" y="50799"/>
                  </a:lnTo>
                  <a:lnTo>
                    <a:pt x="28945" y="38099"/>
                  </a:lnTo>
                  <a:close/>
                </a:path>
                <a:path w="362585" h="2730500">
                  <a:moveTo>
                    <a:pt x="352670" y="38099"/>
                  </a:moveTo>
                  <a:lnTo>
                    <a:pt x="333466" y="38099"/>
                  </a:lnTo>
                  <a:lnTo>
                    <a:pt x="335497" y="50799"/>
                  </a:lnTo>
                  <a:lnTo>
                    <a:pt x="354630" y="50799"/>
                  </a:lnTo>
                  <a:lnTo>
                    <a:pt x="352670" y="38099"/>
                  </a:lnTo>
                  <a:close/>
                </a:path>
                <a:path w="362585" h="2730500">
                  <a:moveTo>
                    <a:pt x="42127" y="25399"/>
                  </a:moveTo>
                  <a:lnTo>
                    <a:pt x="18469" y="25399"/>
                  </a:lnTo>
                  <a:lnTo>
                    <a:pt x="16066" y="38099"/>
                  </a:lnTo>
                  <a:lnTo>
                    <a:pt x="39381" y="38099"/>
                  </a:lnTo>
                  <a:lnTo>
                    <a:pt x="42127" y="25399"/>
                  </a:lnTo>
                  <a:close/>
                </a:path>
                <a:path w="362585" h="2730500">
                  <a:moveTo>
                    <a:pt x="344183" y="25399"/>
                  </a:moveTo>
                  <a:lnTo>
                    <a:pt x="320274" y="25399"/>
                  </a:lnTo>
                  <a:lnTo>
                    <a:pt x="323020" y="38099"/>
                  </a:lnTo>
                  <a:lnTo>
                    <a:pt x="346576" y="38099"/>
                  </a:lnTo>
                  <a:lnTo>
                    <a:pt x="344183" y="25399"/>
                  </a:lnTo>
                  <a:close/>
                </a:path>
                <a:path w="362585" h="2730500">
                  <a:moveTo>
                    <a:pt x="67845" y="12699"/>
                  </a:moveTo>
                  <a:lnTo>
                    <a:pt x="32504" y="12699"/>
                  </a:lnTo>
                  <a:lnTo>
                    <a:pt x="29438" y="25399"/>
                  </a:lnTo>
                  <a:lnTo>
                    <a:pt x="64326" y="25399"/>
                  </a:lnTo>
                  <a:lnTo>
                    <a:pt x="67845" y="12699"/>
                  </a:lnTo>
                  <a:close/>
                </a:path>
                <a:path w="362585" h="2730500">
                  <a:moveTo>
                    <a:pt x="330208" y="12699"/>
                  </a:moveTo>
                  <a:lnTo>
                    <a:pt x="294556" y="12699"/>
                  </a:lnTo>
                  <a:lnTo>
                    <a:pt x="298075" y="25399"/>
                  </a:lnTo>
                  <a:lnTo>
                    <a:pt x="333255" y="25399"/>
                  </a:lnTo>
                  <a:lnTo>
                    <a:pt x="330208" y="12699"/>
                  </a:lnTo>
                  <a:close/>
                </a:path>
                <a:path w="362585" h="2730500">
                  <a:moveTo>
                    <a:pt x="305917" y="0"/>
                  </a:moveTo>
                  <a:lnTo>
                    <a:pt x="56484" y="0"/>
                  </a:lnTo>
                  <a:lnTo>
                    <a:pt x="53106" y="12699"/>
                  </a:lnTo>
                  <a:lnTo>
                    <a:pt x="309305" y="12699"/>
                  </a:lnTo>
                  <a:lnTo>
                    <a:pt x="305917" y="0"/>
                  </a:lnTo>
                  <a:close/>
                </a:path>
              </a:pathLst>
            </a:custGeom>
            <a:solidFill>
              <a:srgbClr val="ED7D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638484" y="6875335"/>
              <a:ext cx="643255" cy="2895600"/>
            </a:xfrm>
            <a:custGeom>
              <a:avLst/>
              <a:gdLst/>
              <a:ahLst/>
              <a:cxnLst/>
              <a:rect l="l" t="t" r="r" b="b"/>
              <a:pathLst>
                <a:path w="643254" h="2895600">
                  <a:moveTo>
                    <a:pt x="501903" y="0"/>
                  </a:moveTo>
                  <a:lnTo>
                    <a:pt x="141160" y="0"/>
                  </a:lnTo>
                  <a:lnTo>
                    <a:pt x="96625" y="7094"/>
                  </a:lnTo>
                  <a:lnTo>
                    <a:pt x="57887" y="27110"/>
                  </a:lnTo>
                  <a:lnTo>
                    <a:pt x="27301" y="57694"/>
                  </a:lnTo>
                  <a:lnTo>
                    <a:pt x="7220" y="96496"/>
                  </a:lnTo>
                  <a:lnTo>
                    <a:pt x="0" y="141160"/>
                  </a:lnTo>
                  <a:lnTo>
                    <a:pt x="0" y="2753233"/>
                  </a:lnTo>
                  <a:lnTo>
                    <a:pt x="7220" y="2798211"/>
                  </a:lnTo>
                  <a:lnTo>
                    <a:pt x="27301" y="2837231"/>
                  </a:lnTo>
                  <a:lnTo>
                    <a:pt x="57887" y="2868000"/>
                  </a:lnTo>
                  <a:lnTo>
                    <a:pt x="96625" y="2888221"/>
                  </a:lnTo>
                  <a:lnTo>
                    <a:pt x="141160" y="2895600"/>
                  </a:lnTo>
                  <a:lnTo>
                    <a:pt x="501903" y="2895600"/>
                  </a:lnTo>
                  <a:lnTo>
                    <a:pt x="546708" y="2888221"/>
                  </a:lnTo>
                  <a:lnTo>
                    <a:pt x="585579" y="2868000"/>
                  </a:lnTo>
                  <a:lnTo>
                    <a:pt x="616164" y="2837231"/>
                  </a:lnTo>
                  <a:lnTo>
                    <a:pt x="636110" y="2798211"/>
                  </a:lnTo>
                  <a:lnTo>
                    <a:pt x="643064" y="2753233"/>
                  </a:lnTo>
                  <a:lnTo>
                    <a:pt x="643064" y="141160"/>
                  </a:lnTo>
                  <a:lnTo>
                    <a:pt x="636110" y="96496"/>
                  </a:lnTo>
                  <a:lnTo>
                    <a:pt x="616164" y="57694"/>
                  </a:lnTo>
                  <a:lnTo>
                    <a:pt x="585579" y="27110"/>
                  </a:lnTo>
                  <a:lnTo>
                    <a:pt x="546708" y="7094"/>
                  </a:lnTo>
                  <a:lnTo>
                    <a:pt x="501903" y="0"/>
                  </a:lnTo>
                  <a:close/>
                </a:path>
              </a:pathLst>
            </a:custGeom>
            <a:solidFill>
              <a:srgbClr val="DAF2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630963" y="6869854"/>
              <a:ext cx="659130" cy="2908300"/>
            </a:xfrm>
            <a:custGeom>
              <a:avLst/>
              <a:gdLst/>
              <a:ahLst/>
              <a:cxnLst/>
              <a:rect l="l" t="t" r="r" b="b"/>
              <a:pathLst>
                <a:path w="659129" h="2908300">
                  <a:moveTo>
                    <a:pt x="574023" y="2895599"/>
                  </a:moveTo>
                  <a:lnTo>
                    <a:pt x="84305" y="2895599"/>
                  </a:lnTo>
                  <a:lnTo>
                    <a:pt x="90910" y="2908299"/>
                  </a:lnTo>
                  <a:lnTo>
                    <a:pt x="567416" y="2908299"/>
                  </a:lnTo>
                  <a:lnTo>
                    <a:pt x="574023" y="2895599"/>
                  </a:lnTo>
                  <a:close/>
                </a:path>
                <a:path w="659129" h="2908300">
                  <a:moveTo>
                    <a:pt x="96781" y="2882899"/>
                  </a:moveTo>
                  <a:lnTo>
                    <a:pt x="65594" y="2882899"/>
                  </a:lnTo>
                  <a:lnTo>
                    <a:pt x="71636" y="2895599"/>
                  </a:lnTo>
                  <a:lnTo>
                    <a:pt x="103206" y="2895599"/>
                  </a:lnTo>
                  <a:lnTo>
                    <a:pt x="96781" y="2882899"/>
                  </a:lnTo>
                  <a:close/>
                </a:path>
                <a:path w="659129" h="2908300">
                  <a:moveTo>
                    <a:pt x="598906" y="2882899"/>
                  </a:moveTo>
                  <a:lnTo>
                    <a:pt x="561877" y="2882899"/>
                  </a:lnTo>
                  <a:lnTo>
                    <a:pt x="555452" y="2895599"/>
                  </a:lnTo>
                  <a:lnTo>
                    <a:pt x="592763" y="2895599"/>
                  </a:lnTo>
                  <a:lnTo>
                    <a:pt x="598906" y="2882899"/>
                  </a:lnTo>
                  <a:close/>
                </a:path>
                <a:path w="659129" h="2908300">
                  <a:moveTo>
                    <a:pt x="68780" y="2870199"/>
                  </a:moveTo>
                  <a:lnTo>
                    <a:pt x="48722" y="2870199"/>
                  </a:lnTo>
                  <a:lnTo>
                    <a:pt x="54122" y="2882899"/>
                  </a:lnTo>
                  <a:lnTo>
                    <a:pt x="74330" y="2882899"/>
                  </a:lnTo>
                  <a:lnTo>
                    <a:pt x="68780" y="2870199"/>
                  </a:lnTo>
                  <a:close/>
                </a:path>
                <a:path w="659129" h="2908300">
                  <a:moveTo>
                    <a:pt x="609674" y="2870199"/>
                  </a:moveTo>
                  <a:lnTo>
                    <a:pt x="589878" y="2870199"/>
                  </a:lnTo>
                  <a:lnTo>
                    <a:pt x="584328" y="2882899"/>
                  </a:lnTo>
                  <a:lnTo>
                    <a:pt x="604255" y="2882899"/>
                  </a:lnTo>
                  <a:lnTo>
                    <a:pt x="609674" y="2870199"/>
                  </a:lnTo>
                  <a:close/>
                </a:path>
                <a:path w="659129" h="2908300">
                  <a:moveTo>
                    <a:pt x="54212" y="2857499"/>
                  </a:moveTo>
                  <a:lnTo>
                    <a:pt x="33943" y="2857499"/>
                  </a:lnTo>
                  <a:lnTo>
                    <a:pt x="38618" y="2870199"/>
                  </a:lnTo>
                  <a:lnTo>
                    <a:pt x="59128" y="2870199"/>
                  </a:lnTo>
                  <a:lnTo>
                    <a:pt x="54212" y="2857499"/>
                  </a:lnTo>
                  <a:close/>
                </a:path>
                <a:path w="659129" h="2908300">
                  <a:moveTo>
                    <a:pt x="624725" y="2857499"/>
                  </a:moveTo>
                  <a:lnTo>
                    <a:pt x="604446" y="2857499"/>
                  </a:lnTo>
                  <a:lnTo>
                    <a:pt x="599530" y="2870199"/>
                  </a:lnTo>
                  <a:lnTo>
                    <a:pt x="619799" y="2870199"/>
                  </a:lnTo>
                  <a:lnTo>
                    <a:pt x="624725" y="2857499"/>
                  </a:lnTo>
                  <a:close/>
                </a:path>
                <a:path w="659129" h="2908300">
                  <a:moveTo>
                    <a:pt x="45566" y="2844799"/>
                  </a:moveTo>
                  <a:lnTo>
                    <a:pt x="25366" y="2844799"/>
                  </a:lnTo>
                  <a:lnTo>
                    <a:pt x="29519" y="2857499"/>
                  </a:lnTo>
                  <a:lnTo>
                    <a:pt x="50020" y="2857499"/>
                  </a:lnTo>
                  <a:lnTo>
                    <a:pt x="45566" y="2844799"/>
                  </a:lnTo>
                  <a:close/>
                </a:path>
                <a:path w="659129" h="2908300">
                  <a:moveTo>
                    <a:pt x="633091" y="2844799"/>
                  </a:moveTo>
                  <a:lnTo>
                    <a:pt x="613093" y="2844799"/>
                  </a:lnTo>
                  <a:lnTo>
                    <a:pt x="608639" y="2857499"/>
                  </a:lnTo>
                  <a:lnTo>
                    <a:pt x="628928" y="2857499"/>
                  </a:lnTo>
                  <a:lnTo>
                    <a:pt x="633091" y="2844799"/>
                  </a:lnTo>
                  <a:close/>
                </a:path>
                <a:path w="659129" h="2908300">
                  <a:moveTo>
                    <a:pt x="34385" y="2832099"/>
                  </a:moveTo>
                  <a:lnTo>
                    <a:pt x="17917" y="2832099"/>
                  </a:lnTo>
                  <a:lnTo>
                    <a:pt x="21496" y="2844799"/>
                  </a:lnTo>
                  <a:lnTo>
                    <a:pt x="38065" y="2844799"/>
                  </a:lnTo>
                  <a:lnTo>
                    <a:pt x="34385" y="2832099"/>
                  </a:lnTo>
                  <a:close/>
                </a:path>
                <a:path w="659129" h="2908300">
                  <a:moveTo>
                    <a:pt x="640571" y="2832099"/>
                  </a:moveTo>
                  <a:lnTo>
                    <a:pt x="624273" y="2832099"/>
                  </a:lnTo>
                  <a:lnTo>
                    <a:pt x="620594" y="2844799"/>
                  </a:lnTo>
                  <a:lnTo>
                    <a:pt x="636972" y="2844799"/>
                  </a:lnTo>
                  <a:lnTo>
                    <a:pt x="640571" y="2832099"/>
                  </a:lnTo>
                  <a:close/>
                </a:path>
                <a:path w="659129" h="2908300">
                  <a:moveTo>
                    <a:pt x="28211" y="2819399"/>
                  </a:moveTo>
                  <a:lnTo>
                    <a:pt x="11643" y="2819399"/>
                  </a:lnTo>
                  <a:lnTo>
                    <a:pt x="14629" y="2832099"/>
                  </a:lnTo>
                  <a:lnTo>
                    <a:pt x="31339" y="2832099"/>
                  </a:lnTo>
                  <a:lnTo>
                    <a:pt x="28211" y="2819399"/>
                  </a:lnTo>
                  <a:close/>
                </a:path>
                <a:path w="659129" h="2908300">
                  <a:moveTo>
                    <a:pt x="647016" y="2819399"/>
                  </a:moveTo>
                  <a:lnTo>
                    <a:pt x="630447" y="2819399"/>
                  </a:lnTo>
                  <a:lnTo>
                    <a:pt x="627320" y="2832099"/>
                  </a:lnTo>
                  <a:lnTo>
                    <a:pt x="643869" y="2832099"/>
                  </a:lnTo>
                  <a:lnTo>
                    <a:pt x="647016" y="2819399"/>
                  </a:lnTo>
                  <a:close/>
                </a:path>
                <a:path w="659129" h="2908300">
                  <a:moveTo>
                    <a:pt x="23144" y="2806699"/>
                  </a:moveTo>
                  <a:lnTo>
                    <a:pt x="6756" y="2806699"/>
                  </a:lnTo>
                  <a:lnTo>
                    <a:pt x="9109" y="2819399"/>
                  </a:lnTo>
                  <a:lnTo>
                    <a:pt x="25679" y="2819399"/>
                  </a:lnTo>
                  <a:lnTo>
                    <a:pt x="23144" y="2806699"/>
                  </a:lnTo>
                  <a:close/>
                </a:path>
                <a:path w="659129" h="2908300">
                  <a:moveTo>
                    <a:pt x="652012" y="2806699"/>
                  </a:moveTo>
                  <a:lnTo>
                    <a:pt x="635393" y="2806699"/>
                  </a:lnTo>
                  <a:lnTo>
                    <a:pt x="632980" y="2819399"/>
                  </a:lnTo>
                  <a:lnTo>
                    <a:pt x="649679" y="2819399"/>
                  </a:lnTo>
                  <a:lnTo>
                    <a:pt x="652012" y="2806699"/>
                  </a:lnTo>
                  <a:close/>
                </a:path>
                <a:path w="659129" h="2908300">
                  <a:moveTo>
                    <a:pt x="19244" y="2793999"/>
                  </a:moveTo>
                  <a:lnTo>
                    <a:pt x="3067" y="2793999"/>
                  </a:lnTo>
                  <a:lnTo>
                    <a:pt x="4735" y="2806699"/>
                  </a:lnTo>
                  <a:lnTo>
                    <a:pt x="21043" y="2806699"/>
                  </a:lnTo>
                  <a:lnTo>
                    <a:pt x="19244" y="2793999"/>
                  </a:lnTo>
                  <a:close/>
                </a:path>
                <a:path w="659129" h="2908300">
                  <a:moveTo>
                    <a:pt x="655673" y="2793999"/>
                  </a:moveTo>
                  <a:lnTo>
                    <a:pt x="639314" y="2793999"/>
                  </a:lnTo>
                  <a:lnTo>
                    <a:pt x="637504" y="2806699"/>
                  </a:lnTo>
                  <a:lnTo>
                    <a:pt x="653922" y="2806699"/>
                  </a:lnTo>
                  <a:lnTo>
                    <a:pt x="655673" y="2793999"/>
                  </a:lnTo>
                  <a:close/>
                </a:path>
                <a:path w="659129" h="2908300">
                  <a:moveTo>
                    <a:pt x="15242" y="2768599"/>
                  </a:moveTo>
                  <a:lnTo>
                    <a:pt x="201" y="2768599"/>
                  </a:lnTo>
                  <a:lnTo>
                    <a:pt x="784" y="2781299"/>
                  </a:lnTo>
                  <a:lnTo>
                    <a:pt x="1739" y="2793999"/>
                  </a:lnTo>
                  <a:lnTo>
                    <a:pt x="17755" y="2793999"/>
                  </a:lnTo>
                  <a:lnTo>
                    <a:pt x="16590" y="2781299"/>
                  </a:lnTo>
                  <a:lnTo>
                    <a:pt x="15745" y="2781299"/>
                  </a:lnTo>
                  <a:lnTo>
                    <a:pt x="15242" y="2768599"/>
                  </a:lnTo>
                  <a:close/>
                </a:path>
                <a:path w="659129" h="2908300">
                  <a:moveTo>
                    <a:pt x="658478" y="2768599"/>
                  </a:moveTo>
                  <a:lnTo>
                    <a:pt x="643407" y="2768599"/>
                  </a:lnTo>
                  <a:lnTo>
                    <a:pt x="642874" y="2781299"/>
                  </a:lnTo>
                  <a:lnTo>
                    <a:pt x="642009" y="2781299"/>
                  </a:lnTo>
                  <a:lnTo>
                    <a:pt x="640822" y="2793999"/>
                  </a:lnTo>
                  <a:lnTo>
                    <a:pt x="656918" y="2793999"/>
                  </a:lnTo>
                  <a:lnTo>
                    <a:pt x="657914" y="2781299"/>
                  </a:lnTo>
                  <a:lnTo>
                    <a:pt x="658478" y="2768599"/>
                  </a:lnTo>
                  <a:close/>
                </a:path>
                <a:path w="659129" h="2908300">
                  <a:moveTo>
                    <a:pt x="16649" y="126999"/>
                  </a:moveTo>
                  <a:lnTo>
                    <a:pt x="1739" y="126999"/>
                  </a:lnTo>
                  <a:lnTo>
                    <a:pt x="744" y="139699"/>
                  </a:lnTo>
                  <a:lnTo>
                    <a:pt x="181" y="139699"/>
                  </a:lnTo>
                  <a:lnTo>
                    <a:pt x="0" y="152399"/>
                  </a:lnTo>
                  <a:lnTo>
                    <a:pt x="0" y="2768599"/>
                  </a:lnTo>
                  <a:lnTo>
                    <a:pt x="15071" y="2768599"/>
                  </a:lnTo>
                  <a:lnTo>
                    <a:pt x="15071" y="152399"/>
                  </a:lnTo>
                  <a:lnTo>
                    <a:pt x="15262" y="152399"/>
                  </a:lnTo>
                  <a:lnTo>
                    <a:pt x="15784" y="139699"/>
                  </a:lnTo>
                  <a:lnTo>
                    <a:pt x="16649" y="126999"/>
                  </a:lnTo>
                  <a:close/>
                </a:path>
                <a:path w="659129" h="2908300">
                  <a:moveTo>
                    <a:pt x="656918" y="126999"/>
                  </a:moveTo>
                  <a:lnTo>
                    <a:pt x="642070" y="126999"/>
                  </a:lnTo>
                  <a:lnTo>
                    <a:pt x="642914" y="139699"/>
                  </a:lnTo>
                  <a:lnTo>
                    <a:pt x="643416" y="152399"/>
                  </a:lnTo>
                  <a:lnTo>
                    <a:pt x="643587" y="152399"/>
                  </a:lnTo>
                  <a:lnTo>
                    <a:pt x="643587" y="2768599"/>
                  </a:lnTo>
                  <a:lnTo>
                    <a:pt x="658658" y="2768599"/>
                  </a:lnTo>
                  <a:lnTo>
                    <a:pt x="658658" y="152399"/>
                  </a:lnTo>
                  <a:lnTo>
                    <a:pt x="658458" y="139699"/>
                  </a:lnTo>
                  <a:lnTo>
                    <a:pt x="657875" y="139699"/>
                  </a:lnTo>
                  <a:lnTo>
                    <a:pt x="656918" y="126999"/>
                  </a:lnTo>
                  <a:close/>
                </a:path>
                <a:path w="659129" h="2908300">
                  <a:moveTo>
                    <a:pt x="19344" y="114299"/>
                  </a:moveTo>
                  <a:lnTo>
                    <a:pt x="4645" y="114299"/>
                  </a:lnTo>
                  <a:lnTo>
                    <a:pt x="2987" y="126999"/>
                  </a:lnTo>
                  <a:lnTo>
                    <a:pt x="17835" y="126999"/>
                  </a:lnTo>
                  <a:lnTo>
                    <a:pt x="19344" y="114299"/>
                  </a:lnTo>
                  <a:close/>
                </a:path>
                <a:path w="659129" h="2908300">
                  <a:moveTo>
                    <a:pt x="653922" y="114299"/>
                  </a:moveTo>
                  <a:lnTo>
                    <a:pt x="639415" y="114299"/>
                  </a:lnTo>
                  <a:lnTo>
                    <a:pt x="640902" y="126999"/>
                  </a:lnTo>
                  <a:lnTo>
                    <a:pt x="655673" y="126999"/>
                  </a:lnTo>
                  <a:lnTo>
                    <a:pt x="653922" y="114299"/>
                  </a:lnTo>
                  <a:close/>
                </a:path>
                <a:path w="659129" h="2908300">
                  <a:moveTo>
                    <a:pt x="23265" y="101599"/>
                  </a:moveTo>
                  <a:lnTo>
                    <a:pt x="8989" y="101599"/>
                  </a:lnTo>
                  <a:lnTo>
                    <a:pt x="6645" y="114299"/>
                  </a:lnTo>
                  <a:lnTo>
                    <a:pt x="21154" y="114299"/>
                  </a:lnTo>
                  <a:lnTo>
                    <a:pt x="23265" y="101599"/>
                  </a:lnTo>
                  <a:close/>
                </a:path>
                <a:path w="659129" h="2908300">
                  <a:moveTo>
                    <a:pt x="649679" y="101599"/>
                  </a:moveTo>
                  <a:lnTo>
                    <a:pt x="635514" y="101599"/>
                  </a:lnTo>
                  <a:lnTo>
                    <a:pt x="637614" y="114299"/>
                  </a:lnTo>
                  <a:lnTo>
                    <a:pt x="651902" y="114299"/>
                  </a:lnTo>
                  <a:lnTo>
                    <a:pt x="649679" y="101599"/>
                  </a:lnTo>
                  <a:close/>
                </a:path>
                <a:path w="659129" h="2908300">
                  <a:moveTo>
                    <a:pt x="38065" y="76199"/>
                  </a:moveTo>
                  <a:lnTo>
                    <a:pt x="18087" y="76199"/>
                  </a:lnTo>
                  <a:lnTo>
                    <a:pt x="14629" y="88899"/>
                  </a:lnTo>
                  <a:lnTo>
                    <a:pt x="11643" y="101599"/>
                  </a:lnTo>
                  <a:lnTo>
                    <a:pt x="25538" y="101599"/>
                  </a:lnTo>
                  <a:lnTo>
                    <a:pt x="28373" y="88899"/>
                  </a:lnTo>
                  <a:lnTo>
                    <a:pt x="34385" y="88899"/>
                  </a:lnTo>
                  <a:lnTo>
                    <a:pt x="38065" y="76199"/>
                  </a:lnTo>
                  <a:close/>
                </a:path>
                <a:path w="659129" h="2908300">
                  <a:moveTo>
                    <a:pt x="640742" y="76199"/>
                  </a:moveTo>
                  <a:lnTo>
                    <a:pt x="620594" y="76199"/>
                  </a:lnTo>
                  <a:lnTo>
                    <a:pt x="624273" y="88899"/>
                  </a:lnTo>
                  <a:lnTo>
                    <a:pt x="630295" y="88899"/>
                  </a:lnTo>
                  <a:lnTo>
                    <a:pt x="633131" y="101599"/>
                  </a:lnTo>
                  <a:lnTo>
                    <a:pt x="647016" y="101599"/>
                  </a:lnTo>
                  <a:lnTo>
                    <a:pt x="644029" y="88899"/>
                  </a:lnTo>
                  <a:lnTo>
                    <a:pt x="640742" y="76199"/>
                  </a:lnTo>
                  <a:close/>
                </a:path>
                <a:path w="659129" h="2908300">
                  <a:moveTo>
                    <a:pt x="45797" y="63499"/>
                  </a:moveTo>
                  <a:lnTo>
                    <a:pt x="25567" y="63499"/>
                  </a:lnTo>
                  <a:lnTo>
                    <a:pt x="21687" y="76199"/>
                  </a:lnTo>
                  <a:lnTo>
                    <a:pt x="41595" y="76199"/>
                  </a:lnTo>
                  <a:lnTo>
                    <a:pt x="45797" y="63499"/>
                  </a:lnTo>
                  <a:close/>
                </a:path>
                <a:path w="659129" h="2908300">
                  <a:moveTo>
                    <a:pt x="629140" y="63499"/>
                  </a:moveTo>
                  <a:lnTo>
                    <a:pt x="612862" y="63499"/>
                  </a:lnTo>
                  <a:lnTo>
                    <a:pt x="617065" y="76199"/>
                  </a:lnTo>
                  <a:lnTo>
                    <a:pt x="633291" y="76199"/>
                  </a:lnTo>
                  <a:lnTo>
                    <a:pt x="629140" y="63499"/>
                  </a:lnTo>
                  <a:close/>
                </a:path>
                <a:path w="659129" h="2908300">
                  <a:moveTo>
                    <a:pt x="59128" y="50799"/>
                  </a:moveTo>
                  <a:lnTo>
                    <a:pt x="38859" y="50799"/>
                  </a:lnTo>
                  <a:lnTo>
                    <a:pt x="34164" y="63499"/>
                  </a:lnTo>
                  <a:lnTo>
                    <a:pt x="54212" y="63499"/>
                  </a:lnTo>
                  <a:lnTo>
                    <a:pt x="59128" y="50799"/>
                  </a:lnTo>
                  <a:close/>
                </a:path>
                <a:path w="659129" h="2908300">
                  <a:moveTo>
                    <a:pt x="620040" y="50799"/>
                  </a:moveTo>
                  <a:lnTo>
                    <a:pt x="599530" y="50799"/>
                  </a:lnTo>
                  <a:lnTo>
                    <a:pt x="604446" y="63499"/>
                  </a:lnTo>
                  <a:lnTo>
                    <a:pt x="624725" y="63499"/>
                  </a:lnTo>
                  <a:lnTo>
                    <a:pt x="620040" y="50799"/>
                  </a:lnTo>
                  <a:close/>
                </a:path>
                <a:path w="659129" h="2908300">
                  <a:moveTo>
                    <a:pt x="74330" y="38099"/>
                  </a:moveTo>
                  <a:lnTo>
                    <a:pt x="48983" y="38099"/>
                  </a:lnTo>
                  <a:lnTo>
                    <a:pt x="43544" y="50799"/>
                  </a:lnTo>
                  <a:lnTo>
                    <a:pt x="68780" y="50799"/>
                  </a:lnTo>
                  <a:lnTo>
                    <a:pt x="74330" y="38099"/>
                  </a:lnTo>
                  <a:close/>
                </a:path>
                <a:path w="659129" h="2908300">
                  <a:moveTo>
                    <a:pt x="609936" y="38099"/>
                  </a:moveTo>
                  <a:lnTo>
                    <a:pt x="584328" y="38099"/>
                  </a:lnTo>
                  <a:lnTo>
                    <a:pt x="589878" y="50799"/>
                  </a:lnTo>
                  <a:lnTo>
                    <a:pt x="615114" y="50799"/>
                  </a:lnTo>
                  <a:lnTo>
                    <a:pt x="609936" y="38099"/>
                  </a:lnTo>
                  <a:close/>
                </a:path>
                <a:path w="659129" h="2908300">
                  <a:moveTo>
                    <a:pt x="97123" y="25399"/>
                  </a:moveTo>
                  <a:lnTo>
                    <a:pt x="65895" y="25399"/>
                  </a:lnTo>
                  <a:lnTo>
                    <a:pt x="59752" y="38099"/>
                  </a:lnTo>
                  <a:lnTo>
                    <a:pt x="90849" y="38099"/>
                  </a:lnTo>
                  <a:lnTo>
                    <a:pt x="97123" y="25399"/>
                  </a:lnTo>
                  <a:close/>
                </a:path>
                <a:path w="659129" h="2908300">
                  <a:moveTo>
                    <a:pt x="593065" y="25399"/>
                  </a:moveTo>
                  <a:lnTo>
                    <a:pt x="561545" y="25399"/>
                  </a:lnTo>
                  <a:lnTo>
                    <a:pt x="567809" y="38099"/>
                  </a:lnTo>
                  <a:lnTo>
                    <a:pt x="598906" y="38099"/>
                  </a:lnTo>
                  <a:lnTo>
                    <a:pt x="593065" y="25399"/>
                  </a:lnTo>
                  <a:close/>
                </a:path>
                <a:path w="659129" h="2908300">
                  <a:moveTo>
                    <a:pt x="574354" y="12699"/>
                  </a:moveTo>
                  <a:lnTo>
                    <a:pt x="84305" y="12699"/>
                  </a:lnTo>
                  <a:lnTo>
                    <a:pt x="78201" y="25399"/>
                  </a:lnTo>
                  <a:lnTo>
                    <a:pt x="580457" y="25399"/>
                  </a:lnTo>
                  <a:lnTo>
                    <a:pt x="574354" y="12699"/>
                  </a:lnTo>
                  <a:close/>
                </a:path>
                <a:path w="659129" h="2908300">
                  <a:moveTo>
                    <a:pt x="532046" y="0"/>
                  </a:moveTo>
                  <a:lnTo>
                    <a:pt x="126240" y="0"/>
                  </a:lnTo>
                  <a:lnTo>
                    <a:pt x="118891" y="12699"/>
                  </a:lnTo>
                  <a:lnTo>
                    <a:pt x="539396" y="12699"/>
                  </a:lnTo>
                  <a:lnTo>
                    <a:pt x="532046" y="0"/>
                  </a:lnTo>
                  <a:close/>
                </a:path>
              </a:pathLst>
            </a:custGeom>
            <a:solidFill>
              <a:srgbClr val="5FB4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20526" y="6900671"/>
              <a:ext cx="478980" cy="570674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5268418" y="865758"/>
            <a:ext cx="291465" cy="2875915"/>
            <a:chOff x="5268418" y="865758"/>
            <a:chExt cx="291465" cy="2875915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74310" y="865758"/>
              <a:ext cx="279907" cy="287026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268418" y="871382"/>
              <a:ext cx="291465" cy="2870200"/>
            </a:xfrm>
            <a:custGeom>
              <a:avLst/>
              <a:gdLst/>
              <a:ahLst/>
              <a:cxnLst/>
              <a:rect l="l" t="t" r="r" b="b"/>
              <a:pathLst>
                <a:path w="291464" h="2870200">
                  <a:moveTo>
                    <a:pt x="61370" y="2857500"/>
                  </a:moveTo>
                  <a:lnTo>
                    <a:pt x="34375" y="2857500"/>
                  </a:lnTo>
                  <a:lnTo>
                    <a:pt x="37552" y="2870200"/>
                  </a:lnTo>
                  <a:lnTo>
                    <a:pt x="64899" y="2870200"/>
                  </a:lnTo>
                  <a:lnTo>
                    <a:pt x="61370" y="2857500"/>
                  </a:lnTo>
                  <a:close/>
                </a:path>
                <a:path w="291464" h="2870200">
                  <a:moveTo>
                    <a:pt x="256782" y="2857500"/>
                  </a:moveTo>
                  <a:lnTo>
                    <a:pt x="229998" y="2857500"/>
                  </a:lnTo>
                  <a:lnTo>
                    <a:pt x="226470" y="2870200"/>
                  </a:lnTo>
                  <a:lnTo>
                    <a:pt x="253596" y="2870200"/>
                  </a:lnTo>
                  <a:lnTo>
                    <a:pt x="256782" y="2857500"/>
                  </a:lnTo>
                  <a:close/>
                </a:path>
                <a:path w="291464" h="2870200">
                  <a:moveTo>
                    <a:pt x="35380" y="2844800"/>
                  </a:moveTo>
                  <a:lnTo>
                    <a:pt x="20187" y="2844800"/>
                  </a:lnTo>
                  <a:lnTo>
                    <a:pt x="22782" y="2857500"/>
                  </a:lnTo>
                  <a:lnTo>
                    <a:pt x="38135" y="2857500"/>
                  </a:lnTo>
                  <a:lnTo>
                    <a:pt x="35380" y="2844800"/>
                  </a:lnTo>
                  <a:close/>
                </a:path>
                <a:path w="291464" h="2870200">
                  <a:moveTo>
                    <a:pt x="271010" y="2844800"/>
                  </a:moveTo>
                  <a:lnTo>
                    <a:pt x="255998" y="2844800"/>
                  </a:lnTo>
                  <a:lnTo>
                    <a:pt x="253244" y="2857500"/>
                  </a:lnTo>
                  <a:lnTo>
                    <a:pt x="268405" y="2857500"/>
                  </a:lnTo>
                  <a:lnTo>
                    <a:pt x="271010" y="2844800"/>
                  </a:lnTo>
                  <a:close/>
                </a:path>
                <a:path w="291464" h="2870200">
                  <a:moveTo>
                    <a:pt x="22379" y="2832100"/>
                  </a:moveTo>
                  <a:lnTo>
                    <a:pt x="9300" y="2832100"/>
                  </a:lnTo>
                  <a:lnTo>
                    <a:pt x="11179" y="2844800"/>
                  </a:lnTo>
                  <a:lnTo>
                    <a:pt x="24410" y="2844800"/>
                  </a:lnTo>
                  <a:lnTo>
                    <a:pt x="22379" y="2832100"/>
                  </a:lnTo>
                  <a:close/>
                </a:path>
                <a:path w="291464" h="2870200">
                  <a:moveTo>
                    <a:pt x="24260" y="2832100"/>
                  </a:moveTo>
                  <a:lnTo>
                    <a:pt x="24410" y="2844800"/>
                  </a:lnTo>
                  <a:lnTo>
                    <a:pt x="26422" y="2844800"/>
                  </a:lnTo>
                  <a:lnTo>
                    <a:pt x="24260" y="2832100"/>
                  </a:lnTo>
                  <a:close/>
                </a:path>
                <a:path w="291464" h="2870200">
                  <a:moveTo>
                    <a:pt x="267119" y="2832100"/>
                  </a:moveTo>
                  <a:lnTo>
                    <a:pt x="264957" y="2844800"/>
                  </a:lnTo>
                  <a:lnTo>
                    <a:pt x="266957" y="2844800"/>
                  </a:lnTo>
                  <a:lnTo>
                    <a:pt x="267119" y="2832100"/>
                  </a:lnTo>
                  <a:close/>
                </a:path>
                <a:path w="291464" h="2870200">
                  <a:moveTo>
                    <a:pt x="281948" y="2832100"/>
                  </a:moveTo>
                  <a:lnTo>
                    <a:pt x="268988" y="2832100"/>
                  </a:lnTo>
                  <a:lnTo>
                    <a:pt x="266957" y="2844800"/>
                  </a:lnTo>
                  <a:lnTo>
                    <a:pt x="280048" y="2844800"/>
                  </a:lnTo>
                  <a:lnTo>
                    <a:pt x="281948" y="2832100"/>
                  </a:lnTo>
                  <a:close/>
                </a:path>
                <a:path w="291464" h="2870200">
                  <a:moveTo>
                    <a:pt x="16187" y="2819400"/>
                  </a:moveTo>
                  <a:lnTo>
                    <a:pt x="4705" y="2819400"/>
                  </a:lnTo>
                  <a:lnTo>
                    <a:pt x="6112" y="2832100"/>
                  </a:lnTo>
                  <a:lnTo>
                    <a:pt x="17533" y="2832100"/>
                  </a:lnTo>
                  <a:lnTo>
                    <a:pt x="16187" y="2819400"/>
                  </a:lnTo>
                  <a:close/>
                </a:path>
                <a:path w="291464" h="2870200">
                  <a:moveTo>
                    <a:pt x="286764" y="2819400"/>
                  </a:moveTo>
                  <a:lnTo>
                    <a:pt x="275082" y="2819400"/>
                  </a:lnTo>
                  <a:lnTo>
                    <a:pt x="273724" y="2832100"/>
                  </a:lnTo>
                  <a:lnTo>
                    <a:pt x="285367" y="2832100"/>
                  </a:lnTo>
                  <a:lnTo>
                    <a:pt x="286764" y="2819400"/>
                  </a:lnTo>
                  <a:close/>
                </a:path>
                <a:path w="291464" h="2870200">
                  <a:moveTo>
                    <a:pt x="12285" y="2806700"/>
                  </a:moveTo>
                  <a:lnTo>
                    <a:pt x="814" y="2806700"/>
                  </a:lnTo>
                  <a:lnTo>
                    <a:pt x="1507" y="2819400"/>
                  </a:lnTo>
                  <a:lnTo>
                    <a:pt x="13030" y="2819400"/>
                  </a:lnTo>
                  <a:lnTo>
                    <a:pt x="12285" y="2806700"/>
                  </a:lnTo>
                  <a:close/>
                </a:path>
                <a:path w="291464" h="2870200">
                  <a:moveTo>
                    <a:pt x="290605" y="2806700"/>
                  </a:moveTo>
                  <a:lnTo>
                    <a:pt x="279032" y="2806700"/>
                  </a:lnTo>
                  <a:lnTo>
                    <a:pt x="278268" y="2819400"/>
                  </a:lnTo>
                  <a:lnTo>
                    <a:pt x="289921" y="2819400"/>
                  </a:lnTo>
                  <a:lnTo>
                    <a:pt x="290605" y="2806700"/>
                  </a:lnTo>
                  <a:close/>
                </a:path>
                <a:path w="291464" h="2870200">
                  <a:moveTo>
                    <a:pt x="11310" y="63500"/>
                  </a:moveTo>
                  <a:lnTo>
                    <a:pt x="0" y="63500"/>
                  </a:lnTo>
                  <a:lnTo>
                    <a:pt x="0" y="2806700"/>
                  </a:lnTo>
                  <a:lnTo>
                    <a:pt x="11028" y="2806700"/>
                  </a:lnTo>
                  <a:lnTo>
                    <a:pt x="10948" y="76200"/>
                  </a:lnTo>
                  <a:lnTo>
                    <a:pt x="11310" y="63500"/>
                  </a:lnTo>
                  <a:close/>
                </a:path>
                <a:path w="291464" h="2870200">
                  <a:moveTo>
                    <a:pt x="291379" y="63500"/>
                  </a:moveTo>
                  <a:lnTo>
                    <a:pt x="280098" y="63500"/>
                  </a:lnTo>
                  <a:lnTo>
                    <a:pt x="280349" y="76200"/>
                  </a:lnTo>
                  <a:lnTo>
                    <a:pt x="280329" y="2806700"/>
                  </a:lnTo>
                  <a:lnTo>
                    <a:pt x="291379" y="2806700"/>
                  </a:lnTo>
                  <a:lnTo>
                    <a:pt x="291379" y="63500"/>
                  </a:lnTo>
                  <a:close/>
                </a:path>
                <a:path w="291464" h="2870200">
                  <a:moveTo>
                    <a:pt x="13100" y="50800"/>
                  </a:moveTo>
                  <a:lnTo>
                    <a:pt x="2322" y="50800"/>
                  </a:lnTo>
                  <a:lnTo>
                    <a:pt x="1457" y="63500"/>
                  </a:lnTo>
                  <a:lnTo>
                    <a:pt x="12345" y="63500"/>
                  </a:lnTo>
                  <a:lnTo>
                    <a:pt x="13100" y="50800"/>
                  </a:lnTo>
                  <a:close/>
                </a:path>
                <a:path w="291464" h="2870200">
                  <a:moveTo>
                    <a:pt x="288977" y="50800"/>
                  </a:moveTo>
                  <a:lnTo>
                    <a:pt x="278339" y="50800"/>
                  </a:lnTo>
                  <a:lnTo>
                    <a:pt x="279083" y="63500"/>
                  </a:lnTo>
                  <a:lnTo>
                    <a:pt x="289860" y="63500"/>
                  </a:lnTo>
                  <a:lnTo>
                    <a:pt x="288977" y="50800"/>
                  </a:lnTo>
                  <a:close/>
                </a:path>
                <a:path w="291464" h="2870200">
                  <a:moveTo>
                    <a:pt x="17654" y="38100"/>
                  </a:moveTo>
                  <a:lnTo>
                    <a:pt x="6002" y="38100"/>
                  </a:lnTo>
                  <a:lnTo>
                    <a:pt x="4605" y="50800"/>
                  </a:lnTo>
                  <a:lnTo>
                    <a:pt x="16297" y="50800"/>
                  </a:lnTo>
                  <a:lnTo>
                    <a:pt x="17654" y="38100"/>
                  </a:lnTo>
                  <a:close/>
                </a:path>
                <a:path w="291464" h="2870200">
                  <a:moveTo>
                    <a:pt x="19142" y="38100"/>
                  </a:moveTo>
                  <a:lnTo>
                    <a:pt x="17654" y="38100"/>
                  </a:lnTo>
                  <a:lnTo>
                    <a:pt x="17533" y="50800"/>
                  </a:lnTo>
                  <a:lnTo>
                    <a:pt x="19142" y="38100"/>
                  </a:lnTo>
                  <a:close/>
                </a:path>
                <a:path w="291464" h="2870200">
                  <a:moveTo>
                    <a:pt x="273724" y="38100"/>
                  </a:moveTo>
                  <a:lnTo>
                    <a:pt x="272356" y="38100"/>
                  </a:lnTo>
                  <a:lnTo>
                    <a:pt x="273845" y="50800"/>
                  </a:lnTo>
                  <a:lnTo>
                    <a:pt x="273724" y="38100"/>
                  </a:lnTo>
                  <a:close/>
                </a:path>
                <a:path w="291464" h="2870200">
                  <a:moveTo>
                    <a:pt x="285266" y="38100"/>
                  </a:moveTo>
                  <a:lnTo>
                    <a:pt x="273724" y="38100"/>
                  </a:lnTo>
                  <a:lnTo>
                    <a:pt x="275182" y="50800"/>
                  </a:lnTo>
                  <a:lnTo>
                    <a:pt x="286674" y="50800"/>
                  </a:lnTo>
                  <a:lnTo>
                    <a:pt x="285266" y="38100"/>
                  </a:lnTo>
                  <a:close/>
                </a:path>
                <a:path w="291464" h="2870200">
                  <a:moveTo>
                    <a:pt x="26422" y="25400"/>
                  </a:moveTo>
                  <a:lnTo>
                    <a:pt x="13371" y="25400"/>
                  </a:lnTo>
                  <a:lnTo>
                    <a:pt x="11320" y="38100"/>
                  </a:lnTo>
                  <a:lnTo>
                    <a:pt x="24260" y="38100"/>
                  </a:lnTo>
                  <a:lnTo>
                    <a:pt x="26422" y="25400"/>
                  </a:lnTo>
                  <a:close/>
                </a:path>
                <a:path w="291464" h="2870200">
                  <a:moveTo>
                    <a:pt x="278157" y="25400"/>
                  </a:moveTo>
                  <a:lnTo>
                    <a:pt x="264957" y="25400"/>
                  </a:lnTo>
                  <a:lnTo>
                    <a:pt x="267119" y="38100"/>
                  </a:lnTo>
                  <a:lnTo>
                    <a:pt x="280188" y="38100"/>
                  </a:lnTo>
                  <a:lnTo>
                    <a:pt x="278157" y="25400"/>
                  </a:lnTo>
                  <a:close/>
                </a:path>
                <a:path w="291464" h="2870200">
                  <a:moveTo>
                    <a:pt x="40779" y="12700"/>
                  </a:moveTo>
                  <a:lnTo>
                    <a:pt x="22962" y="12700"/>
                  </a:lnTo>
                  <a:lnTo>
                    <a:pt x="20369" y="25400"/>
                  </a:lnTo>
                  <a:lnTo>
                    <a:pt x="37923" y="25400"/>
                  </a:lnTo>
                  <a:lnTo>
                    <a:pt x="40779" y="12700"/>
                  </a:lnTo>
                  <a:close/>
                </a:path>
                <a:path w="291464" h="2870200">
                  <a:moveTo>
                    <a:pt x="268597" y="12700"/>
                  </a:moveTo>
                  <a:lnTo>
                    <a:pt x="250590" y="12700"/>
                  </a:lnTo>
                  <a:lnTo>
                    <a:pt x="253455" y="25400"/>
                  </a:lnTo>
                  <a:lnTo>
                    <a:pt x="271190" y="25400"/>
                  </a:lnTo>
                  <a:lnTo>
                    <a:pt x="268597" y="12700"/>
                  </a:lnTo>
                  <a:close/>
                </a:path>
                <a:path w="291464" h="2870200">
                  <a:moveTo>
                    <a:pt x="78502" y="0"/>
                  </a:moveTo>
                  <a:lnTo>
                    <a:pt x="41070" y="0"/>
                  </a:lnTo>
                  <a:lnTo>
                    <a:pt x="37783" y="12700"/>
                  </a:lnTo>
                  <a:lnTo>
                    <a:pt x="74742" y="12700"/>
                  </a:lnTo>
                  <a:lnTo>
                    <a:pt x="78502" y="0"/>
                  </a:lnTo>
                  <a:close/>
                </a:path>
                <a:path w="291464" h="2870200">
                  <a:moveTo>
                    <a:pt x="250539" y="0"/>
                  </a:moveTo>
                  <a:lnTo>
                    <a:pt x="212876" y="0"/>
                  </a:lnTo>
                  <a:lnTo>
                    <a:pt x="216626" y="12700"/>
                  </a:lnTo>
                  <a:lnTo>
                    <a:pt x="253827" y="12700"/>
                  </a:lnTo>
                  <a:lnTo>
                    <a:pt x="250539" y="0"/>
                  </a:lnTo>
                  <a:close/>
                </a:path>
              </a:pathLst>
            </a:custGeom>
            <a:solidFill>
              <a:srgbClr val="2E7BD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4995506" y="1022029"/>
            <a:ext cx="536575" cy="256349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algn="ctr">
              <a:lnSpc>
                <a:spcPts val="1714"/>
              </a:lnSpc>
            </a:pPr>
            <a:r>
              <a:rPr dirty="0" sz="1450" spc="-175">
                <a:solidFill>
                  <a:srgbClr val="00004A"/>
                </a:solidFill>
                <a:latin typeface="Segoe UI Symbol"/>
                <a:cs typeface="Segoe UI Symbol"/>
              </a:rPr>
              <a:t>SECURITY</a:t>
            </a:r>
            <a:r>
              <a:rPr dirty="0" sz="1450" spc="-160">
                <a:solidFill>
                  <a:srgbClr val="00004A"/>
                </a:solidFill>
                <a:latin typeface="Segoe UI Symbol"/>
                <a:cs typeface="Segoe UI Symbol"/>
              </a:rPr>
              <a:t> </a:t>
            </a:r>
            <a:r>
              <a:rPr dirty="0" sz="1450" spc="-185">
                <a:solidFill>
                  <a:srgbClr val="00004A"/>
                </a:solidFill>
                <a:latin typeface="Segoe UI Symbol"/>
                <a:cs typeface="Segoe UI Symbol"/>
              </a:rPr>
              <a:t>ASSESSMENT</a:t>
            </a:r>
            <a:r>
              <a:rPr dirty="0" sz="1450" spc="-155">
                <a:solidFill>
                  <a:srgbClr val="00004A"/>
                </a:solidFill>
                <a:latin typeface="Segoe UI Symbol"/>
                <a:cs typeface="Segoe UI Symbol"/>
              </a:rPr>
              <a:t> </a:t>
            </a:r>
            <a:r>
              <a:rPr dirty="0" sz="1450" spc="-275">
                <a:solidFill>
                  <a:srgbClr val="00004A"/>
                </a:solidFill>
                <a:latin typeface="Segoe UI Symbol"/>
                <a:cs typeface="Segoe UI Symbol"/>
              </a:rPr>
              <a:t>METHODOLOGY</a:t>
            </a:r>
            <a:endParaRPr sz="1450">
              <a:latin typeface="Segoe UI Symbol"/>
              <a:cs typeface="Segoe UI Symbol"/>
            </a:endParaRPr>
          </a:p>
          <a:p>
            <a:pPr algn="ctr" marL="960755" marR="958850" indent="-635">
              <a:lnSpc>
                <a:spcPts val="810"/>
              </a:lnSpc>
              <a:spcBef>
                <a:spcPts val="760"/>
              </a:spcBef>
            </a:pPr>
            <a:r>
              <a:rPr dirty="0" sz="750" spc="-10">
                <a:solidFill>
                  <a:srgbClr val="00004A"/>
                </a:solidFill>
                <a:latin typeface="Segoe UI Symbol"/>
                <a:cs typeface="Segoe UI Symbol"/>
              </a:rPr>
              <a:t>Understand</a:t>
            </a:r>
            <a:r>
              <a:rPr dirty="0" sz="750" spc="500">
                <a:solidFill>
                  <a:srgbClr val="00004A"/>
                </a:solidFill>
                <a:latin typeface="Segoe UI Symbol"/>
                <a:cs typeface="Segoe UI Symbol"/>
              </a:rPr>
              <a:t> </a:t>
            </a:r>
            <a:r>
              <a:rPr dirty="0" sz="750" spc="-20">
                <a:solidFill>
                  <a:srgbClr val="00004A"/>
                </a:solidFill>
                <a:latin typeface="Segoe UI Symbol"/>
                <a:cs typeface="Segoe UI Symbol"/>
              </a:rPr>
              <a:t>system</a:t>
            </a:r>
            <a:r>
              <a:rPr dirty="0" sz="750" spc="-10">
                <a:solidFill>
                  <a:srgbClr val="00004A"/>
                </a:solidFill>
                <a:latin typeface="Segoe UI Symbol"/>
                <a:cs typeface="Segoe UI Symbol"/>
              </a:rPr>
              <a:t> </a:t>
            </a:r>
            <a:r>
              <a:rPr dirty="0" sz="750" spc="-80">
                <a:solidFill>
                  <a:srgbClr val="00004A"/>
                </a:solidFill>
                <a:latin typeface="Segoe UI Symbol"/>
                <a:cs typeface="Segoe UI Symbol"/>
              </a:rPr>
              <a:t>&amp;</a:t>
            </a:r>
            <a:r>
              <a:rPr dirty="0" sz="750" spc="-5">
                <a:solidFill>
                  <a:srgbClr val="00004A"/>
                </a:solidFill>
                <a:latin typeface="Segoe UI Symbol"/>
                <a:cs typeface="Segoe UI Symbol"/>
              </a:rPr>
              <a:t> </a:t>
            </a:r>
            <a:r>
              <a:rPr dirty="0" sz="750" spc="-10">
                <a:solidFill>
                  <a:srgbClr val="00004A"/>
                </a:solidFill>
                <a:latin typeface="Segoe UI Symbol"/>
                <a:cs typeface="Segoe UI Symbol"/>
              </a:rPr>
              <a:t>assets</a:t>
            </a:r>
            <a:endParaRPr sz="750">
              <a:latin typeface="Segoe UI Symbol"/>
              <a:cs typeface="Segoe UI Symbo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338435" y="4377437"/>
            <a:ext cx="307975" cy="1778000"/>
            <a:chOff x="5338435" y="4377437"/>
            <a:chExt cx="307975" cy="1778000"/>
          </a:xfrm>
        </p:grpSpPr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44287" y="4379086"/>
              <a:ext cx="296798" cy="177114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338435" y="4377437"/>
              <a:ext cx="307975" cy="1778000"/>
            </a:xfrm>
            <a:custGeom>
              <a:avLst/>
              <a:gdLst/>
              <a:ahLst/>
              <a:cxnLst/>
              <a:rect l="l" t="t" r="r" b="b"/>
              <a:pathLst>
                <a:path w="307975" h="1778000">
                  <a:moveTo>
                    <a:pt x="57912" y="1765300"/>
                  </a:moveTo>
                  <a:lnTo>
                    <a:pt x="29448" y="1765300"/>
                  </a:lnTo>
                  <a:lnTo>
                    <a:pt x="32344" y="1778000"/>
                  </a:lnTo>
                  <a:lnTo>
                    <a:pt x="61220" y="1778000"/>
                  </a:lnTo>
                  <a:lnTo>
                    <a:pt x="57912" y="1765300"/>
                  </a:lnTo>
                  <a:close/>
                </a:path>
                <a:path w="307975" h="1778000">
                  <a:moveTo>
                    <a:pt x="278229" y="1765300"/>
                  </a:moveTo>
                  <a:lnTo>
                    <a:pt x="249977" y="1765300"/>
                  </a:lnTo>
                  <a:lnTo>
                    <a:pt x="246669" y="1778000"/>
                  </a:lnTo>
                  <a:lnTo>
                    <a:pt x="275323" y="1778000"/>
                  </a:lnTo>
                  <a:lnTo>
                    <a:pt x="278229" y="1765300"/>
                  </a:lnTo>
                  <a:close/>
                </a:path>
                <a:path w="307975" h="1778000">
                  <a:moveTo>
                    <a:pt x="31429" y="1752600"/>
                  </a:moveTo>
                  <a:lnTo>
                    <a:pt x="16680" y="1752600"/>
                  </a:lnTo>
                  <a:lnTo>
                    <a:pt x="18992" y="1765300"/>
                  </a:lnTo>
                  <a:lnTo>
                    <a:pt x="33902" y="1765300"/>
                  </a:lnTo>
                  <a:lnTo>
                    <a:pt x="31429" y="1752600"/>
                  </a:lnTo>
                  <a:close/>
                </a:path>
                <a:path w="307975" h="1778000">
                  <a:moveTo>
                    <a:pt x="291048" y="1752600"/>
                  </a:moveTo>
                  <a:lnTo>
                    <a:pt x="276459" y="1752600"/>
                  </a:lnTo>
                  <a:lnTo>
                    <a:pt x="273987" y="1765300"/>
                  </a:lnTo>
                  <a:lnTo>
                    <a:pt x="288715" y="1765300"/>
                  </a:lnTo>
                  <a:lnTo>
                    <a:pt x="291048" y="1752600"/>
                  </a:lnTo>
                  <a:close/>
                </a:path>
                <a:path w="307975" h="1778000">
                  <a:moveTo>
                    <a:pt x="21596" y="1739900"/>
                  </a:moveTo>
                  <a:lnTo>
                    <a:pt x="8747" y="1739900"/>
                  </a:lnTo>
                  <a:lnTo>
                    <a:pt x="10516" y="1752600"/>
                  </a:lnTo>
                  <a:lnTo>
                    <a:pt x="23507" y="1752600"/>
                  </a:lnTo>
                  <a:lnTo>
                    <a:pt x="21596" y="1739900"/>
                  </a:lnTo>
                  <a:close/>
                </a:path>
                <a:path w="307975" h="1778000">
                  <a:moveTo>
                    <a:pt x="299011" y="1739900"/>
                  </a:moveTo>
                  <a:lnTo>
                    <a:pt x="286293" y="1739900"/>
                  </a:lnTo>
                  <a:lnTo>
                    <a:pt x="284382" y="1752600"/>
                  </a:lnTo>
                  <a:lnTo>
                    <a:pt x="297232" y="1752600"/>
                  </a:lnTo>
                  <a:lnTo>
                    <a:pt x="299011" y="1739900"/>
                  </a:lnTo>
                  <a:close/>
                </a:path>
                <a:path w="307975" h="1778000">
                  <a:moveTo>
                    <a:pt x="14710" y="1727200"/>
                  </a:moveTo>
                  <a:lnTo>
                    <a:pt x="3257" y="1727200"/>
                  </a:lnTo>
                  <a:lnTo>
                    <a:pt x="4424" y="1739900"/>
                  </a:lnTo>
                  <a:lnTo>
                    <a:pt x="15835" y="1739900"/>
                  </a:lnTo>
                  <a:lnTo>
                    <a:pt x="14710" y="1727200"/>
                  </a:lnTo>
                  <a:close/>
                </a:path>
                <a:path w="307975" h="1778000">
                  <a:moveTo>
                    <a:pt x="304712" y="1727200"/>
                  </a:moveTo>
                  <a:lnTo>
                    <a:pt x="293079" y="1727200"/>
                  </a:lnTo>
                  <a:lnTo>
                    <a:pt x="291953" y="1739900"/>
                  </a:lnTo>
                  <a:lnTo>
                    <a:pt x="303555" y="1739900"/>
                  </a:lnTo>
                  <a:lnTo>
                    <a:pt x="304712" y="1727200"/>
                  </a:lnTo>
                  <a:close/>
                </a:path>
                <a:path w="307975" h="1778000">
                  <a:moveTo>
                    <a:pt x="11653" y="1714500"/>
                  </a:moveTo>
                  <a:lnTo>
                    <a:pt x="292" y="1714500"/>
                  </a:lnTo>
                  <a:lnTo>
                    <a:pt x="764" y="1727200"/>
                  </a:lnTo>
                  <a:lnTo>
                    <a:pt x="12195" y="1727200"/>
                  </a:lnTo>
                  <a:lnTo>
                    <a:pt x="11653" y="1714500"/>
                  </a:lnTo>
                  <a:close/>
                </a:path>
                <a:path w="307975" h="1778000">
                  <a:moveTo>
                    <a:pt x="307628" y="1714500"/>
                  </a:moveTo>
                  <a:lnTo>
                    <a:pt x="296195" y="1714500"/>
                  </a:lnTo>
                  <a:lnTo>
                    <a:pt x="295633" y="1727200"/>
                  </a:lnTo>
                  <a:lnTo>
                    <a:pt x="307166" y="1727200"/>
                  </a:lnTo>
                  <a:lnTo>
                    <a:pt x="307628" y="1714500"/>
                  </a:lnTo>
                  <a:close/>
                </a:path>
                <a:path w="307975" h="1778000">
                  <a:moveTo>
                    <a:pt x="11291" y="63500"/>
                  </a:moveTo>
                  <a:lnTo>
                    <a:pt x="261" y="63500"/>
                  </a:lnTo>
                  <a:lnTo>
                    <a:pt x="0" y="76200"/>
                  </a:lnTo>
                  <a:lnTo>
                    <a:pt x="0" y="1714500"/>
                  </a:lnTo>
                  <a:lnTo>
                    <a:pt x="11029" y="1714500"/>
                  </a:lnTo>
                  <a:lnTo>
                    <a:pt x="10949" y="76200"/>
                  </a:lnTo>
                  <a:lnTo>
                    <a:pt x="11291" y="63500"/>
                  </a:lnTo>
                  <a:close/>
                </a:path>
                <a:path w="307975" h="1778000">
                  <a:moveTo>
                    <a:pt x="307597" y="63500"/>
                  </a:moveTo>
                  <a:lnTo>
                    <a:pt x="296598" y="63500"/>
                  </a:lnTo>
                  <a:lnTo>
                    <a:pt x="296859" y="76200"/>
                  </a:lnTo>
                  <a:lnTo>
                    <a:pt x="296929" y="1714500"/>
                  </a:lnTo>
                  <a:lnTo>
                    <a:pt x="307889" y="1714500"/>
                  </a:lnTo>
                  <a:lnTo>
                    <a:pt x="307889" y="76200"/>
                  </a:lnTo>
                  <a:lnTo>
                    <a:pt x="307597" y="63500"/>
                  </a:lnTo>
                  <a:close/>
                </a:path>
                <a:path w="307975" h="1778000">
                  <a:moveTo>
                    <a:pt x="11694" y="63500"/>
                  </a:moveTo>
                  <a:lnTo>
                    <a:pt x="11291" y="63500"/>
                  </a:lnTo>
                  <a:lnTo>
                    <a:pt x="11261" y="76200"/>
                  </a:lnTo>
                  <a:lnTo>
                    <a:pt x="11694" y="63500"/>
                  </a:lnTo>
                  <a:close/>
                </a:path>
                <a:path w="307975" h="1778000">
                  <a:moveTo>
                    <a:pt x="296598" y="63500"/>
                  </a:moveTo>
                  <a:lnTo>
                    <a:pt x="296236" y="63500"/>
                  </a:lnTo>
                  <a:lnTo>
                    <a:pt x="296628" y="76200"/>
                  </a:lnTo>
                  <a:lnTo>
                    <a:pt x="296598" y="63500"/>
                  </a:lnTo>
                  <a:close/>
                </a:path>
                <a:path w="307975" h="1778000">
                  <a:moveTo>
                    <a:pt x="14810" y="50800"/>
                  </a:moveTo>
                  <a:lnTo>
                    <a:pt x="3177" y="50800"/>
                  </a:lnTo>
                  <a:lnTo>
                    <a:pt x="2192" y="63500"/>
                  </a:lnTo>
                  <a:lnTo>
                    <a:pt x="13815" y="63500"/>
                  </a:lnTo>
                  <a:lnTo>
                    <a:pt x="14810" y="50800"/>
                  </a:lnTo>
                  <a:close/>
                </a:path>
                <a:path w="307975" h="1778000">
                  <a:moveTo>
                    <a:pt x="304632" y="50800"/>
                  </a:moveTo>
                  <a:lnTo>
                    <a:pt x="293179" y="50800"/>
                  </a:lnTo>
                  <a:lnTo>
                    <a:pt x="294154" y="63500"/>
                  </a:lnTo>
                  <a:lnTo>
                    <a:pt x="305636" y="63500"/>
                  </a:lnTo>
                  <a:lnTo>
                    <a:pt x="304632" y="50800"/>
                  </a:lnTo>
                  <a:close/>
                </a:path>
                <a:path w="307975" h="1778000">
                  <a:moveTo>
                    <a:pt x="20109" y="38100"/>
                  </a:moveTo>
                  <a:lnTo>
                    <a:pt x="8878" y="38100"/>
                  </a:lnTo>
                  <a:lnTo>
                    <a:pt x="7118" y="50800"/>
                  </a:lnTo>
                  <a:lnTo>
                    <a:pt x="18459" y="50800"/>
                  </a:lnTo>
                  <a:lnTo>
                    <a:pt x="20109" y="38100"/>
                  </a:lnTo>
                  <a:close/>
                </a:path>
                <a:path w="307975" h="1778000">
                  <a:moveTo>
                    <a:pt x="300650" y="38100"/>
                  </a:moveTo>
                  <a:lnTo>
                    <a:pt x="287780" y="38100"/>
                  </a:lnTo>
                  <a:lnTo>
                    <a:pt x="289430" y="50800"/>
                  </a:lnTo>
                  <a:lnTo>
                    <a:pt x="302138" y="50800"/>
                  </a:lnTo>
                  <a:lnTo>
                    <a:pt x="300650" y="38100"/>
                  </a:lnTo>
                  <a:close/>
                </a:path>
                <a:path w="307975" h="1778000">
                  <a:moveTo>
                    <a:pt x="31620" y="25400"/>
                  </a:moveTo>
                  <a:lnTo>
                    <a:pt x="16841" y="25400"/>
                  </a:lnTo>
                  <a:lnTo>
                    <a:pt x="14649" y="38100"/>
                  </a:lnTo>
                  <a:lnTo>
                    <a:pt x="29248" y="38100"/>
                  </a:lnTo>
                  <a:lnTo>
                    <a:pt x="31620" y="25400"/>
                  </a:lnTo>
                  <a:close/>
                </a:path>
                <a:path w="307975" h="1778000">
                  <a:moveTo>
                    <a:pt x="291209" y="25400"/>
                  </a:moveTo>
                  <a:lnTo>
                    <a:pt x="276269" y="25400"/>
                  </a:lnTo>
                  <a:lnTo>
                    <a:pt x="278641" y="38100"/>
                  </a:lnTo>
                  <a:lnTo>
                    <a:pt x="293401" y="38100"/>
                  </a:lnTo>
                  <a:lnTo>
                    <a:pt x="291209" y="25400"/>
                  </a:lnTo>
                  <a:close/>
                </a:path>
                <a:path w="307975" h="1778000">
                  <a:moveTo>
                    <a:pt x="49427" y="12700"/>
                  </a:moveTo>
                  <a:lnTo>
                    <a:pt x="29660" y="12700"/>
                  </a:lnTo>
                  <a:lnTo>
                    <a:pt x="26865" y="25400"/>
                  </a:lnTo>
                  <a:lnTo>
                    <a:pt x="46400" y="25400"/>
                  </a:lnTo>
                  <a:lnTo>
                    <a:pt x="49427" y="12700"/>
                  </a:lnTo>
                  <a:close/>
                </a:path>
                <a:path w="307975" h="1778000">
                  <a:moveTo>
                    <a:pt x="278441" y="12700"/>
                  </a:moveTo>
                  <a:lnTo>
                    <a:pt x="258462" y="12700"/>
                  </a:lnTo>
                  <a:lnTo>
                    <a:pt x="261489" y="25400"/>
                  </a:lnTo>
                  <a:lnTo>
                    <a:pt x="281226" y="25400"/>
                  </a:lnTo>
                  <a:lnTo>
                    <a:pt x="278441" y="12700"/>
                  </a:lnTo>
                  <a:close/>
                </a:path>
                <a:path w="307975" h="1778000">
                  <a:moveTo>
                    <a:pt x="255969" y="0"/>
                  </a:moveTo>
                  <a:lnTo>
                    <a:pt x="51658" y="0"/>
                  </a:lnTo>
                  <a:lnTo>
                    <a:pt x="48220" y="12700"/>
                  </a:lnTo>
                  <a:lnTo>
                    <a:pt x="259407" y="12700"/>
                  </a:lnTo>
                  <a:lnTo>
                    <a:pt x="255969" y="0"/>
                  </a:lnTo>
                  <a:close/>
                </a:path>
              </a:pathLst>
            </a:custGeom>
            <a:solidFill>
              <a:srgbClr val="2E7BD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5340487" y="4527294"/>
            <a:ext cx="292100" cy="147383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algn="ctr">
              <a:lnSpc>
                <a:spcPts val="1180"/>
              </a:lnSpc>
            </a:pPr>
            <a:r>
              <a:rPr dirty="0" sz="1100" spc="-10" b="1">
                <a:solidFill>
                  <a:srgbClr val="00004A"/>
                </a:solidFill>
                <a:latin typeface="Segoe UI Symbol"/>
                <a:cs typeface="Segoe UI Symbol"/>
              </a:rPr>
              <a:t>SYSTEM</a:t>
            </a:r>
            <a:r>
              <a:rPr dirty="0" sz="1100" spc="-65" b="1">
                <a:solidFill>
                  <a:srgbClr val="00004A"/>
                </a:solidFill>
                <a:latin typeface="Segoe UI Symbol"/>
                <a:cs typeface="Segoe UI Symbol"/>
              </a:rPr>
              <a:t> </a:t>
            </a:r>
            <a:r>
              <a:rPr dirty="0" sz="1100" spc="-10" b="1">
                <a:solidFill>
                  <a:srgbClr val="00004A"/>
                </a:solidFill>
                <a:latin typeface="Segoe UI Symbol"/>
                <a:cs typeface="Segoe UI Symbol"/>
              </a:rPr>
              <a:t>ARCHITECTURE</a:t>
            </a:r>
            <a:endParaRPr sz="1100">
              <a:latin typeface="Segoe UI Symbol"/>
              <a:cs typeface="Segoe UI Symbol"/>
            </a:endParaRPr>
          </a:p>
          <a:p>
            <a:pPr algn="ctr">
              <a:lnSpc>
                <a:spcPts val="1000"/>
              </a:lnSpc>
            </a:pPr>
            <a:r>
              <a:rPr dirty="0" sz="950" b="1">
                <a:solidFill>
                  <a:srgbClr val="00004A"/>
                </a:solidFill>
                <a:latin typeface="Segoe UI Symbol"/>
                <a:cs typeface="Segoe UI Symbol"/>
              </a:rPr>
              <a:t>(SECURITY</a:t>
            </a:r>
            <a:r>
              <a:rPr dirty="0" sz="950" spc="105" b="1">
                <a:solidFill>
                  <a:srgbClr val="00004A"/>
                </a:solidFill>
                <a:latin typeface="Segoe UI Symbol"/>
                <a:cs typeface="Segoe UI Symbol"/>
              </a:rPr>
              <a:t> </a:t>
            </a:r>
            <a:r>
              <a:rPr dirty="0" sz="950" spc="-10" b="1">
                <a:solidFill>
                  <a:srgbClr val="00004A"/>
                </a:solidFill>
                <a:latin typeface="Segoe UI Symbol"/>
                <a:cs typeface="Segoe UI Symbol"/>
              </a:rPr>
              <a:t>VIEW)</a:t>
            </a:r>
            <a:endParaRPr sz="950">
              <a:latin typeface="Segoe UI Symbol"/>
              <a:cs typeface="Segoe UI Symbo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363146" y="1015847"/>
            <a:ext cx="2613660" cy="2459355"/>
            <a:chOff x="2363146" y="1015847"/>
            <a:chExt cx="2613660" cy="2459355"/>
          </a:xfrm>
        </p:grpSpPr>
        <p:sp>
          <p:nvSpPr>
            <p:cNvPr id="23" name="object 23"/>
            <p:cNvSpPr/>
            <p:nvPr/>
          </p:nvSpPr>
          <p:spPr>
            <a:xfrm>
              <a:off x="4348452" y="2003670"/>
              <a:ext cx="362585" cy="1023619"/>
            </a:xfrm>
            <a:custGeom>
              <a:avLst/>
              <a:gdLst/>
              <a:ahLst/>
              <a:cxnLst/>
              <a:rect l="l" t="t" r="r" b="b"/>
              <a:pathLst>
                <a:path w="362585" h="1023619">
                  <a:moveTo>
                    <a:pt x="329303" y="0"/>
                  </a:moveTo>
                  <a:lnTo>
                    <a:pt x="201203" y="32484"/>
                  </a:lnTo>
                  <a:lnTo>
                    <a:pt x="209468" y="69112"/>
                  </a:lnTo>
                  <a:lnTo>
                    <a:pt x="216395" y="106031"/>
                  </a:lnTo>
                  <a:lnTo>
                    <a:pt x="226147" y="180521"/>
                  </a:lnTo>
                  <a:lnTo>
                    <a:pt x="230431" y="255545"/>
                  </a:lnTo>
                  <a:lnTo>
                    <a:pt x="230501" y="293128"/>
                  </a:lnTo>
                  <a:lnTo>
                    <a:pt x="229194" y="330691"/>
                  </a:lnTo>
                  <a:lnTo>
                    <a:pt x="222468" y="405523"/>
                  </a:lnTo>
                  <a:lnTo>
                    <a:pt x="210272" y="479653"/>
                  </a:lnTo>
                  <a:lnTo>
                    <a:pt x="192678" y="552636"/>
                  </a:lnTo>
                  <a:lnTo>
                    <a:pt x="169795" y="624091"/>
                  </a:lnTo>
                  <a:lnTo>
                    <a:pt x="141743" y="693616"/>
                  </a:lnTo>
                  <a:lnTo>
                    <a:pt x="108665" y="760817"/>
                  </a:lnTo>
                  <a:lnTo>
                    <a:pt x="70770" y="825326"/>
                  </a:lnTo>
                  <a:lnTo>
                    <a:pt x="18870" y="791041"/>
                  </a:lnTo>
                  <a:lnTo>
                    <a:pt x="0" y="1023181"/>
                  </a:lnTo>
                  <a:lnTo>
                    <a:pt x="233386" y="932745"/>
                  </a:lnTo>
                  <a:lnTo>
                    <a:pt x="181488" y="898460"/>
                  </a:lnTo>
                  <a:lnTo>
                    <a:pt x="203636" y="862314"/>
                  </a:lnTo>
                  <a:lnTo>
                    <a:pt x="224439" y="825356"/>
                  </a:lnTo>
                  <a:lnTo>
                    <a:pt x="243874" y="787632"/>
                  </a:lnTo>
                  <a:lnTo>
                    <a:pt x="261910" y="749206"/>
                  </a:lnTo>
                  <a:lnTo>
                    <a:pt x="278530" y="710115"/>
                  </a:lnTo>
                  <a:lnTo>
                    <a:pt x="293711" y="670421"/>
                  </a:lnTo>
                  <a:lnTo>
                    <a:pt x="307416" y="630184"/>
                  </a:lnTo>
                  <a:lnTo>
                    <a:pt x="319642" y="589445"/>
                  </a:lnTo>
                  <a:lnTo>
                    <a:pt x="330370" y="548283"/>
                  </a:lnTo>
                  <a:lnTo>
                    <a:pt x="339578" y="506729"/>
                  </a:lnTo>
                  <a:lnTo>
                    <a:pt x="347251" y="464863"/>
                  </a:lnTo>
                  <a:lnTo>
                    <a:pt x="353394" y="422737"/>
                  </a:lnTo>
                  <a:lnTo>
                    <a:pt x="357988" y="380409"/>
                  </a:lnTo>
                  <a:lnTo>
                    <a:pt x="361025" y="337930"/>
                  </a:lnTo>
                  <a:lnTo>
                    <a:pt x="362502" y="295370"/>
                  </a:lnTo>
                  <a:lnTo>
                    <a:pt x="362422" y="252780"/>
                  </a:lnTo>
                  <a:lnTo>
                    <a:pt x="360773" y="210221"/>
                  </a:lnTo>
                  <a:lnTo>
                    <a:pt x="357576" y="167763"/>
                  </a:lnTo>
                  <a:lnTo>
                    <a:pt x="352811" y="125445"/>
                  </a:lnTo>
                  <a:lnTo>
                    <a:pt x="346506" y="83348"/>
                  </a:lnTo>
                  <a:lnTo>
                    <a:pt x="338664" y="41512"/>
                  </a:lnTo>
                  <a:lnTo>
                    <a:pt x="329303" y="0"/>
                  </a:lnTo>
                  <a:close/>
                </a:path>
              </a:pathLst>
            </a:custGeom>
            <a:solidFill>
              <a:srgbClr val="0571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330427" y="3023201"/>
              <a:ext cx="1032510" cy="452120"/>
            </a:xfrm>
            <a:custGeom>
              <a:avLst/>
              <a:gdLst/>
              <a:ahLst/>
              <a:cxnLst/>
              <a:rect l="l" t="t" r="r" b="b"/>
              <a:pathLst>
                <a:path w="1032510" h="452120">
                  <a:moveTo>
                    <a:pt x="963279" y="0"/>
                  </a:moveTo>
                  <a:lnTo>
                    <a:pt x="935549" y="26242"/>
                  </a:lnTo>
                  <a:lnTo>
                    <a:pt x="906875" y="51407"/>
                  </a:lnTo>
                  <a:lnTo>
                    <a:pt x="877305" y="75467"/>
                  </a:lnTo>
                  <a:lnTo>
                    <a:pt x="846871" y="98390"/>
                  </a:lnTo>
                  <a:lnTo>
                    <a:pt x="783591" y="140708"/>
                  </a:lnTo>
                  <a:lnTo>
                    <a:pt x="717395" y="178099"/>
                  </a:lnTo>
                  <a:lnTo>
                    <a:pt x="648634" y="210374"/>
                  </a:lnTo>
                  <a:lnTo>
                    <a:pt x="577701" y="237349"/>
                  </a:lnTo>
                  <a:lnTo>
                    <a:pt x="504990" y="258875"/>
                  </a:lnTo>
                  <a:lnTo>
                    <a:pt x="430900" y="274830"/>
                  </a:lnTo>
                  <a:lnTo>
                    <a:pt x="355856" y="285126"/>
                  </a:lnTo>
                  <a:lnTo>
                    <a:pt x="280259" y="289711"/>
                  </a:lnTo>
                  <a:lnTo>
                    <a:pt x="242396" y="289852"/>
                  </a:lnTo>
                  <a:lnTo>
                    <a:pt x="204541" y="288555"/>
                  </a:lnTo>
                  <a:lnTo>
                    <a:pt x="207779" y="225686"/>
                  </a:lnTo>
                  <a:lnTo>
                    <a:pt x="0" y="308140"/>
                  </a:lnTo>
                  <a:lnTo>
                    <a:pt x="196126" y="451985"/>
                  </a:lnTo>
                  <a:lnTo>
                    <a:pt x="199363" y="389126"/>
                  </a:lnTo>
                  <a:lnTo>
                    <a:pt x="240897" y="390554"/>
                  </a:lnTo>
                  <a:lnTo>
                    <a:pt x="282461" y="390403"/>
                  </a:lnTo>
                  <a:lnTo>
                    <a:pt x="323984" y="388674"/>
                  </a:lnTo>
                  <a:lnTo>
                    <a:pt x="365428" y="385376"/>
                  </a:lnTo>
                  <a:lnTo>
                    <a:pt x="406711" y="380499"/>
                  </a:lnTo>
                  <a:lnTo>
                    <a:pt x="447781" y="374075"/>
                  </a:lnTo>
                  <a:lnTo>
                    <a:pt x="488602" y="366092"/>
                  </a:lnTo>
                  <a:lnTo>
                    <a:pt x="529089" y="356561"/>
                  </a:lnTo>
                  <a:lnTo>
                    <a:pt x="569206" y="345511"/>
                  </a:lnTo>
                  <a:lnTo>
                    <a:pt x="608890" y="332934"/>
                  </a:lnTo>
                  <a:lnTo>
                    <a:pt x="648091" y="318877"/>
                  </a:lnTo>
                  <a:lnTo>
                    <a:pt x="686739" y="303334"/>
                  </a:lnTo>
                  <a:lnTo>
                    <a:pt x="724794" y="286343"/>
                  </a:lnTo>
                  <a:lnTo>
                    <a:pt x="762195" y="267914"/>
                  </a:lnTo>
                  <a:lnTo>
                    <a:pt x="798903" y="248076"/>
                  </a:lnTo>
                  <a:lnTo>
                    <a:pt x="834857" y="226872"/>
                  </a:lnTo>
                  <a:lnTo>
                    <a:pt x="870007" y="204311"/>
                  </a:lnTo>
                  <a:lnTo>
                    <a:pt x="904311" y="180432"/>
                  </a:lnTo>
                  <a:lnTo>
                    <a:pt x="937712" y="155276"/>
                  </a:lnTo>
                  <a:lnTo>
                    <a:pt x="970166" y="128864"/>
                  </a:lnTo>
                  <a:lnTo>
                    <a:pt x="1001626" y="101245"/>
                  </a:lnTo>
                  <a:lnTo>
                    <a:pt x="1032060" y="72450"/>
                  </a:lnTo>
                  <a:lnTo>
                    <a:pt x="963279" y="0"/>
                  </a:lnTo>
                  <a:close/>
                </a:path>
              </a:pathLst>
            </a:custGeom>
            <a:solidFill>
              <a:srgbClr val="8613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388161" y="2605531"/>
              <a:ext cx="721995" cy="732790"/>
            </a:xfrm>
            <a:custGeom>
              <a:avLst/>
              <a:gdLst/>
              <a:ahLst/>
              <a:cxnLst/>
              <a:rect l="l" t="t" r="r" b="b"/>
              <a:pathLst>
                <a:path w="721994" h="732789">
                  <a:moveTo>
                    <a:pt x="46661" y="0"/>
                  </a:moveTo>
                  <a:lnTo>
                    <a:pt x="0" y="232854"/>
                  </a:lnTo>
                  <a:lnTo>
                    <a:pt x="55147" y="204280"/>
                  </a:lnTo>
                  <a:lnTo>
                    <a:pt x="73103" y="238545"/>
                  </a:lnTo>
                  <a:lnTo>
                    <a:pt x="92316" y="272106"/>
                  </a:lnTo>
                  <a:lnTo>
                    <a:pt x="112736" y="304913"/>
                  </a:lnTo>
                  <a:lnTo>
                    <a:pt x="134353" y="336924"/>
                  </a:lnTo>
                  <a:lnTo>
                    <a:pt x="157115" y="368092"/>
                  </a:lnTo>
                  <a:lnTo>
                    <a:pt x="181014" y="398386"/>
                  </a:lnTo>
                  <a:lnTo>
                    <a:pt x="206009" y="427744"/>
                  </a:lnTo>
                  <a:lnTo>
                    <a:pt x="232049" y="456126"/>
                  </a:lnTo>
                  <a:lnTo>
                    <a:pt x="259125" y="483514"/>
                  </a:lnTo>
                  <a:lnTo>
                    <a:pt x="287176" y="509856"/>
                  </a:lnTo>
                  <a:lnTo>
                    <a:pt x="316183" y="535103"/>
                  </a:lnTo>
                  <a:lnTo>
                    <a:pt x="346083" y="559243"/>
                  </a:lnTo>
                  <a:lnTo>
                    <a:pt x="376859" y="582236"/>
                  </a:lnTo>
                  <a:lnTo>
                    <a:pt x="408449" y="604033"/>
                  </a:lnTo>
                  <a:lnTo>
                    <a:pt x="440814" y="624635"/>
                  </a:lnTo>
                  <a:lnTo>
                    <a:pt x="473923" y="643978"/>
                  </a:lnTo>
                  <a:lnTo>
                    <a:pt x="507705" y="662066"/>
                  </a:lnTo>
                  <a:lnTo>
                    <a:pt x="542129" y="678846"/>
                  </a:lnTo>
                  <a:lnTo>
                    <a:pt x="577148" y="694320"/>
                  </a:lnTo>
                  <a:lnTo>
                    <a:pt x="612710" y="708456"/>
                  </a:lnTo>
                  <a:lnTo>
                    <a:pt x="648764" y="721225"/>
                  </a:lnTo>
                  <a:lnTo>
                    <a:pt x="685261" y="732627"/>
                  </a:lnTo>
                  <a:lnTo>
                    <a:pt x="721647" y="603542"/>
                  </a:lnTo>
                  <a:lnTo>
                    <a:pt x="689856" y="593608"/>
                  </a:lnTo>
                  <a:lnTo>
                    <a:pt x="658456" y="582488"/>
                  </a:lnTo>
                  <a:lnTo>
                    <a:pt x="596976" y="556699"/>
                  </a:lnTo>
                  <a:lnTo>
                    <a:pt x="537555" y="526326"/>
                  </a:lnTo>
                  <a:lnTo>
                    <a:pt x="480528" y="491538"/>
                  </a:lnTo>
                  <a:lnTo>
                    <a:pt x="426205" y="452517"/>
                  </a:lnTo>
                  <a:lnTo>
                    <a:pt x="374888" y="409486"/>
                  </a:lnTo>
                  <a:lnTo>
                    <a:pt x="326870" y="362694"/>
                  </a:lnTo>
                  <a:lnTo>
                    <a:pt x="282411" y="312393"/>
                  </a:lnTo>
                  <a:lnTo>
                    <a:pt x="241762" y="258853"/>
                  </a:lnTo>
                  <a:lnTo>
                    <a:pt x="205154" y="202391"/>
                  </a:lnTo>
                  <a:lnTo>
                    <a:pt x="172770" y="143311"/>
                  </a:lnTo>
                  <a:lnTo>
                    <a:pt x="227907" y="114738"/>
                  </a:lnTo>
                  <a:lnTo>
                    <a:pt x="46661" y="0"/>
                  </a:lnTo>
                  <a:close/>
                </a:path>
              </a:pathLst>
            </a:custGeom>
            <a:solidFill>
              <a:srgbClr val="FD1A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363146" y="1574064"/>
              <a:ext cx="318135" cy="885190"/>
            </a:xfrm>
            <a:custGeom>
              <a:avLst/>
              <a:gdLst/>
              <a:ahLst/>
              <a:cxnLst/>
              <a:rect l="l" t="t" r="r" b="b"/>
              <a:pathLst>
                <a:path w="318135" h="885189">
                  <a:moveTo>
                    <a:pt x="317872" y="0"/>
                  </a:moveTo>
                  <a:lnTo>
                    <a:pt x="105176" y="70690"/>
                  </a:lnTo>
                  <a:lnTo>
                    <a:pt x="157076" y="104975"/>
                  </a:lnTo>
                  <a:lnTo>
                    <a:pt x="137862" y="136334"/>
                  </a:lnTo>
                  <a:lnTo>
                    <a:pt x="102934" y="201143"/>
                  </a:lnTo>
                  <a:lnTo>
                    <a:pt x="72862" y="268417"/>
                  </a:lnTo>
                  <a:lnTo>
                    <a:pt x="47797" y="337770"/>
                  </a:lnTo>
                  <a:lnTo>
                    <a:pt x="27880" y="408843"/>
                  </a:lnTo>
                  <a:lnTo>
                    <a:pt x="13230" y="481223"/>
                  </a:lnTo>
                  <a:lnTo>
                    <a:pt x="3920" y="554517"/>
                  </a:lnTo>
                  <a:lnTo>
                    <a:pt x="0" y="628305"/>
                  </a:lnTo>
                  <a:lnTo>
                    <a:pt x="69" y="665264"/>
                  </a:lnTo>
                  <a:lnTo>
                    <a:pt x="4273" y="739032"/>
                  </a:lnTo>
                  <a:lnTo>
                    <a:pt x="13874" y="812286"/>
                  </a:lnTo>
                  <a:lnTo>
                    <a:pt x="28815" y="884605"/>
                  </a:lnTo>
                  <a:lnTo>
                    <a:pt x="148902" y="854152"/>
                  </a:lnTo>
                  <a:lnTo>
                    <a:pt x="141804" y="822712"/>
                  </a:lnTo>
                  <a:lnTo>
                    <a:pt x="135862" y="791022"/>
                  </a:lnTo>
                  <a:lnTo>
                    <a:pt x="127486" y="727067"/>
                  </a:lnTo>
                  <a:lnTo>
                    <a:pt x="123817" y="662660"/>
                  </a:lnTo>
                  <a:lnTo>
                    <a:pt x="123746" y="630406"/>
                  </a:lnTo>
                  <a:lnTo>
                    <a:pt x="124872" y="598162"/>
                  </a:lnTo>
                  <a:lnTo>
                    <a:pt x="130643" y="533916"/>
                  </a:lnTo>
                  <a:lnTo>
                    <a:pt x="141119" y="470283"/>
                  </a:lnTo>
                  <a:lnTo>
                    <a:pt x="156211" y="407626"/>
                  </a:lnTo>
                  <a:lnTo>
                    <a:pt x="175867" y="346285"/>
                  </a:lnTo>
                  <a:lnTo>
                    <a:pt x="199947" y="286604"/>
                  </a:lnTo>
                  <a:lnTo>
                    <a:pt x="228339" y="228913"/>
                  </a:lnTo>
                  <a:lnTo>
                    <a:pt x="260875" y="173545"/>
                  </a:lnTo>
                  <a:lnTo>
                    <a:pt x="312775" y="207820"/>
                  </a:lnTo>
                  <a:lnTo>
                    <a:pt x="317872" y="0"/>
                  </a:lnTo>
                  <a:close/>
                </a:path>
              </a:pathLst>
            </a:custGeom>
            <a:solidFill>
              <a:srgbClr val="FF750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733833" y="1015847"/>
              <a:ext cx="1016000" cy="453390"/>
            </a:xfrm>
            <a:custGeom>
              <a:avLst/>
              <a:gdLst/>
              <a:ahLst/>
              <a:cxnLst/>
              <a:rect l="l" t="t" r="r" b="b"/>
              <a:pathLst>
                <a:path w="1016000" h="453390">
                  <a:moveTo>
                    <a:pt x="823606" y="0"/>
                  </a:moveTo>
                  <a:lnTo>
                    <a:pt x="820369" y="62858"/>
                  </a:lnTo>
                  <a:lnTo>
                    <a:pt x="779448" y="61451"/>
                  </a:lnTo>
                  <a:lnTo>
                    <a:pt x="738498" y="61601"/>
                  </a:lnTo>
                  <a:lnTo>
                    <a:pt x="697588" y="63300"/>
                  </a:lnTo>
                  <a:lnTo>
                    <a:pt x="656767" y="66558"/>
                  </a:lnTo>
                  <a:lnTo>
                    <a:pt x="616098" y="71354"/>
                  </a:lnTo>
                  <a:lnTo>
                    <a:pt x="575621" y="77688"/>
                  </a:lnTo>
                  <a:lnTo>
                    <a:pt x="535414" y="85561"/>
                  </a:lnTo>
                  <a:lnTo>
                    <a:pt x="495518" y="94941"/>
                  </a:lnTo>
                  <a:lnTo>
                    <a:pt x="455996" y="105830"/>
                  </a:lnTo>
                  <a:lnTo>
                    <a:pt x="416905" y="118216"/>
                  </a:lnTo>
                  <a:lnTo>
                    <a:pt x="378287" y="132071"/>
                  </a:lnTo>
                  <a:lnTo>
                    <a:pt x="340212" y="147383"/>
                  </a:lnTo>
                  <a:lnTo>
                    <a:pt x="302719" y="164124"/>
                  </a:lnTo>
                  <a:lnTo>
                    <a:pt x="265861" y="182281"/>
                  </a:lnTo>
                  <a:lnTo>
                    <a:pt x="229707" y="201816"/>
                  </a:lnTo>
                  <a:lnTo>
                    <a:pt x="194285" y="222719"/>
                  </a:lnTo>
                  <a:lnTo>
                    <a:pt x="159649" y="244939"/>
                  </a:lnTo>
                  <a:lnTo>
                    <a:pt x="125857" y="268466"/>
                  </a:lnTo>
                  <a:lnTo>
                    <a:pt x="92960" y="293249"/>
                  </a:lnTo>
                  <a:lnTo>
                    <a:pt x="60977" y="319270"/>
                  </a:lnTo>
                  <a:lnTo>
                    <a:pt x="29980" y="346486"/>
                  </a:lnTo>
                  <a:lnTo>
                    <a:pt x="0" y="374849"/>
                  </a:lnTo>
                  <a:lnTo>
                    <a:pt x="74510" y="453332"/>
                  </a:lnTo>
                  <a:lnTo>
                    <a:pt x="101566" y="427734"/>
                  </a:lnTo>
                  <a:lnTo>
                    <a:pt x="129537" y="403181"/>
                  </a:lnTo>
                  <a:lnTo>
                    <a:pt x="188083" y="357334"/>
                  </a:lnTo>
                  <a:lnTo>
                    <a:pt x="249815" y="316062"/>
                  </a:lnTo>
                  <a:lnTo>
                    <a:pt x="314413" y="279576"/>
                  </a:lnTo>
                  <a:lnTo>
                    <a:pt x="381495" y="248086"/>
                  </a:lnTo>
                  <a:lnTo>
                    <a:pt x="450697" y="221764"/>
                  </a:lnTo>
                  <a:lnTo>
                    <a:pt x="521629" y="200761"/>
                  </a:lnTo>
                  <a:lnTo>
                    <a:pt x="593919" y="185197"/>
                  </a:lnTo>
                  <a:lnTo>
                    <a:pt x="667133" y="175153"/>
                  </a:lnTo>
                  <a:lnTo>
                    <a:pt x="740881" y="170679"/>
                  </a:lnTo>
                  <a:lnTo>
                    <a:pt x="777830" y="170548"/>
                  </a:lnTo>
                  <a:lnTo>
                    <a:pt x="814758" y="171815"/>
                  </a:lnTo>
                  <a:lnTo>
                    <a:pt x="811521" y="234674"/>
                  </a:lnTo>
                  <a:lnTo>
                    <a:pt x="1015601" y="147444"/>
                  </a:lnTo>
                  <a:lnTo>
                    <a:pt x="823606" y="0"/>
                  </a:lnTo>
                  <a:close/>
                </a:path>
              </a:pathLst>
            </a:custGeom>
            <a:solidFill>
              <a:srgbClr val="F8B40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868093" y="1190066"/>
              <a:ext cx="768985" cy="791845"/>
            </a:xfrm>
            <a:custGeom>
              <a:avLst/>
              <a:gdLst/>
              <a:ahLst/>
              <a:cxnLst/>
              <a:rect l="l" t="t" r="r" b="b"/>
              <a:pathLst>
                <a:path w="768985" h="791844">
                  <a:moveTo>
                    <a:pt x="27297" y="0"/>
                  </a:moveTo>
                  <a:lnTo>
                    <a:pt x="0" y="96812"/>
                  </a:lnTo>
                  <a:lnTo>
                    <a:pt x="36205" y="108112"/>
                  </a:lnTo>
                  <a:lnTo>
                    <a:pt x="71968" y="120790"/>
                  </a:lnTo>
                  <a:lnTo>
                    <a:pt x="141975" y="150149"/>
                  </a:lnTo>
                  <a:lnTo>
                    <a:pt x="209640" y="184735"/>
                  </a:lnTo>
                  <a:lnTo>
                    <a:pt x="274579" y="224358"/>
                  </a:lnTo>
                  <a:lnTo>
                    <a:pt x="336443" y="268787"/>
                  </a:lnTo>
                  <a:lnTo>
                    <a:pt x="366113" y="292737"/>
                  </a:lnTo>
                  <a:lnTo>
                    <a:pt x="394877" y="317781"/>
                  </a:lnTo>
                  <a:lnTo>
                    <a:pt x="422708" y="343913"/>
                  </a:lnTo>
                  <a:lnTo>
                    <a:pt x="449562" y="371068"/>
                  </a:lnTo>
                  <a:lnTo>
                    <a:pt x="475401" y="399230"/>
                  </a:lnTo>
                  <a:lnTo>
                    <a:pt x="500185" y="428358"/>
                  </a:lnTo>
                  <a:lnTo>
                    <a:pt x="523892" y="458400"/>
                  </a:lnTo>
                  <a:lnTo>
                    <a:pt x="546474" y="489315"/>
                  </a:lnTo>
                  <a:lnTo>
                    <a:pt x="567909" y="521077"/>
                  </a:lnTo>
                  <a:lnTo>
                    <a:pt x="588168" y="553622"/>
                  </a:lnTo>
                  <a:lnTo>
                    <a:pt x="607221" y="586911"/>
                  </a:lnTo>
                  <a:lnTo>
                    <a:pt x="625048" y="620895"/>
                  </a:lnTo>
                  <a:lnTo>
                    <a:pt x="569901" y="649479"/>
                  </a:lnTo>
                  <a:lnTo>
                    <a:pt x="743988" y="791283"/>
                  </a:lnTo>
                  <a:lnTo>
                    <a:pt x="768399" y="546595"/>
                  </a:lnTo>
                  <a:lnTo>
                    <a:pt x="713262" y="575179"/>
                  </a:lnTo>
                  <a:lnTo>
                    <a:pt x="693708" y="537878"/>
                  </a:lnTo>
                  <a:lnTo>
                    <a:pt x="672805" y="501341"/>
                  </a:lnTo>
                  <a:lnTo>
                    <a:pt x="650565" y="465618"/>
                  </a:lnTo>
                  <a:lnTo>
                    <a:pt x="627038" y="430771"/>
                  </a:lnTo>
                  <a:lnTo>
                    <a:pt x="602255" y="396838"/>
                  </a:lnTo>
                  <a:lnTo>
                    <a:pt x="576234" y="363860"/>
                  </a:lnTo>
                  <a:lnTo>
                    <a:pt x="549028" y="331908"/>
                  </a:lnTo>
                  <a:lnTo>
                    <a:pt x="520675" y="301001"/>
                  </a:lnTo>
                  <a:lnTo>
                    <a:pt x="491206" y="271190"/>
                  </a:lnTo>
                  <a:lnTo>
                    <a:pt x="460662" y="242516"/>
                  </a:lnTo>
                  <a:lnTo>
                    <a:pt x="429092" y="215018"/>
                  </a:lnTo>
                  <a:lnTo>
                    <a:pt x="396537" y="188747"/>
                  </a:lnTo>
                  <a:lnTo>
                    <a:pt x="363035" y="163722"/>
                  </a:lnTo>
                  <a:lnTo>
                    <a:pt x="328640" y="139984"/>
                  </a:lnTo>
                  <a:lnTo>
                    <a:pt x="293400" y="117563"/>
                  </a:lnTo>
                  <a:lnTo>
                    <a:pt x="257366" y="96499"/>
                  </a:lnTo>
                  <a:lnTo>
                    <a:pt x="220588" y="76813"/>
                  </a:lnTo>
                  <a:lnTo>
                    <a:pt x="183107" y="58535"/>
                  </a:lnTo>
                  <a:lnTo>
                    <a:pt x="144992" y="41694"/>
                  </a:lnTo>
                  <a:lnTo>
                    <a:pt x="106272" y="26311"/>
                  </a:lnTo>
                  <a:lnTo>
                    <a:pt x="67031" y="12406"/>
                  </a:lnTo>
                  <a:lnTo>
                    <a:pt x="27297" y="0"/>
                  </a:lnTo>
                  <a:close/>
                </a:path>
              </a:pathLst>
            </a:custGeom>
            <a:solidFill>
              <a:srgbClr val="05972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04898" y="1919033"/>
              <a:ext cx="743012" cy="780404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37096" y="2157920"/>
              <a:ext cx="239288" cy="243782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4767231" y="2233958"/>
            <a:ext cx="156210" cy="9144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070"/>
              </a:lnSpc>
            </a:pPr>
            <a:r>
              <a:rPr dirty="0" sz="1000" spc="-50">
                <a:solidFill>
                  <a:srgbClr val="FFFFFF"/>
                </a:solidFill>
                <a:latin typeface="Segoe UI Symbol"/>
                <a:cs typeface="Segoe UI Symbol"/>
              </a:rPr>
              <a:t>1</a:t>
            </a:r>
            <a:endParaRPr sz="1000">
              <a:latin typeface="Segoe UI Symbol"/>
              <a:cs typeface="Segoe UI Symbol"/>
            </a:endParaRPr>
          </a:p>
        </p:txBody>
      </p:sp>
      <p:pic>
        <p:nvPicPr>
          <p:cNvPr id="32" name="object 3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537107" y="2171192"/>
            <a:ext cx="220619" cy="240414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4287295" y="2075706"/>
            <a:ext cx="249554" cy="474345"/>
          </a:xfrm>
          <a:prstGeom prst="rect">
            <a:avLst/>
          </a:prstGeom>
        </p:spPr>
        <p:txBody>
          <a:bodyPr wrap="square" lIns="0" tIns="18415" rIns="0" bIns="0" rtlCol="0" vert="vert">
            <a:spAutoFit/>
          </a:bodyPr>
          <a:lstStyle/>
          <a:p>
            <a:pPr marL="12700" marR="5080" indent="66040">
              <a:lnSpc>
                <a:spcPts val="860"/>
              </a:lnSpc>
              <a:spcBef>
                <a:spcPts val="145"/>
              </a:spcBef>
            </a:pPr>
            <a:r>
              <a:rPr dirty="0" sz="750" spc="-10" b="1">
                <a:solidFill>
                  <a:srgbClr val="FFFFFF"/>
                </a:solidFill>
                <a:latin typeface="Segoe UI Symbol"/>
                <a:cs typeface="Segoe UI Symbol"/>
              </a:rPr>
              <a:t>SYSTEM</a:t>
            </a:r>
            <a:r>
              <a:rPr dirty="0" sz="750" spc="500" b="1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750" spc="-45" b="1">
                <a:solidFill>
                  <a:srgbClr val="FFFFFF"/>
                </a:solidFill>
                <a:latin typeface="Segoe UI Symbol"/>
                <a:cs typeface="Segoe UI Symbol"/>
              </a:rPr>
              <a:t>DISCOVERY</a:t>
            </a:r>
            <a:endParaRPr sz="750">
              <a:latin typeface="Segoe UI Symbol"/>
              <a:cs typeface="Segoe UI Symbo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660737" y="2741865"/>
            <a:ext cx="829944" cy="872490"/>
            <a:chOff x="3660737" y="2741865"/>
            <a:chExt cx="829944" cy="872490"/>
          </a:xfrm>
        </p:grpSpPr>
        <p:pic>
          <p:nvPicPr>
            <p:cNvPr id="35" name="object 3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60737" y="2741865"/>
              <a:ext cx="661564" cy="87238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251318" y="3014534"/>
              <a:ext cx="239279" cy="243019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4281444" y="3089809"/>
            <a:ext cx="156210" cy="9144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070"/>
              </a:lnSpc>
            </a:pPr>
            <a:r>
              <a:rPr dirty="0" sz="1000" spc="-50">
                <a:solidFill>
                  <a:srgbClr val="FFFFFF"/>
                </a:solidFill>
                <a:latin typeface="Segoe UI Symbol"/>
                <a:cs typeface="Segoe UI Symbol"/>
              </a:rPr>
              <a:t>2</a:t>
            </a:r>
            <a:endParaRPr sz="1000">
              <a:latin typeface="Segoe UI Symbol"/>
              <a:cs typeface="Segoe UI Symbol"/>
            </a:endParaRPr>
          </a:p>
        </p:txBody>
      </p:sp>
      <p:pic>
        <p:nvPicPr>
          <p:cNvPr id="38" name="object 3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058168" y="3013329"/>
            <a:ext cx="231929" cy="245181"/>
          </a:xfrm>
          <a:prstGeom prst="rect">
            <a:avLst/>
          </a:prstGeom>
        </p:spPr>
      </p:pic>
      <p:sp>
        <p:nvSpPr>
          <p:cNvPr id="39" name="object 39"/>
          <p:cNvSpPr txBox="1"/>
          <p:nvPr/>
        </p:nvSpPr>
        <p:spPr>
          <a:xfrm>
            <a:off x="3739614" y="2817683"/>
            <a:ext cx="249554" cy="725170"/>
          </a:xfrm>
          <a:prstGeom prst="rect">
            <a:avLst/>
          </a:prstGeom>
        </p:spPr>
        <p:txBody>
          <a:bodyPr wrap="square" lIns="0" tIns="18415" rIns="0" bIns="0" rtlCol="0" vert="vert">
            <a:spAutoFit/>
          </a:bodyPr>
          <a:lstStyle/>
          <a:p>
            <a:pPr marL="183515" marR="5080" indent="-171450">
              <a:lnSpc>
                <a:spcPts val="860"/>
              </a:lnSpc>
              <a:spcBef>
                <a:spcPts val="145"/>
              </a:spcBef>
            </a:pPr>
            <a:r>
              <a:rPr dirty="0" sz="750" spc="-40" b="1">
                <a:solidFill>
                  <a:srgbClr val="FFFFFF"/>
                </a:solidFill>
                <a:latin typeface="Segoe UI Symbol"/>
                <a:cs typeface="Segoe UI Symbol"/>
              </a:rPr>
              <a:t>ATTACK</a:t>
            </a:r>
            <a:r>
              <a:rPr dirty="0" sz="750" spc="-45" b="1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750" spc="-30" b="1">
                <a:solidFill>
                  <a:srgbClr val="FFFFFF"/>
                </a:solidFill>
                <a:latin typeface="Segoe UI Symbol"/>
                <a:cs typeface="Segoe UI Symbol"/>
              </a:rPr>
              <a:t>SURFACE</a:t>
            </a:r>
            <a:r>
              <a:rPr dirty="0" sz="750" spc="500" b="1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750" spc="-10" b="1">
                <a:solidFill>
                  <a:srgbClr val="FFFFFF"/>
                </a:solidFill>
                <a:latin typeface="Segoe UI Symbol"/>
                <a:cs typeface="Segoe UI Symbol"/>
              </a:rPr>
              <a:t>MAPPING</a:t>
            </a:r>
            <a:endParaRPr sz="750">
              <a:latin typeface="Segoe UI Symbol"/>
              <a:cs typeface="Segoe UI Symbo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2674724" y="2774441"/>
            <a:ext cx="844550" cy="722630"/>
            <a:chOff x="2674724" y="2774441"/>
            <a:chExt cx="844550" cy="722630"/>
          </a:xfrm>
        </p:grpSpPr>
        <p:pic>
          <p:nvPicPr>
            <p:cNvPr id="41" name="object 4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674724" y="2774441"/>
              <a:ext cx="782415" cy="722311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279744" y="3014534"/>
              <a:ext cx="239279" cy="243019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3309880" y="3089809"/>
            <a:ext cx="156210" cy="9144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070"/>
              </a:lnSpc>
            </a:pPr>
            <a:r>
              <a:rPr dirty="0" sz="1000" spc="-50">
                <a:solidFill>
                  <a:srgbClr val="FFFFFF"/>
                </a:solidFill>
                <a:latin typeface="Segoe UI Symbol"/>
                <a:cs typeface="Segoe UI Symbol"/>
              </a:rPr>
              <a:t>3</a:t>
            </a:r>
            <a:endParaRPr sz="1000">
              <a:latin typeface="Segoe UI Symbol"/>
              <a:cs typeface="Segoe UI Symbo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2202953" y="1919033"/>
            <a:ext cx="1097915" cy="1341120"/>
            <a:chOff x="2202953" y="1919033"/>
            <a:chExt cx="1097915" cy="1341120"/>
          </a:xfrm>
        </p:grpSpPr>
        <p:pic>
          <p:nvPicPr>
            <p:cNvPr id="45" name="object 4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077594" y="3011991"/>
              <a:ext cx="222780" cy="247745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202953" y="1919033"/>
              <a:ext cx="768399" cy="732707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793957" y="2157920"/>
              <a:ext cx="239279" cy="243782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2745961" y="2933065"/>
            <a:ext cx="249554" cy="409575"/>
          </a:xfrm>
          <a:prstGeom prst="rect">
            <a:avLst/>
          </a:prstGeom>
        </p:spPr>
        <p:txBody>
          <a:bodyPr wrap="square" lIns="0" tIns="18415" rIns="0" bIns="0" rtlCol="0" vert="vert">
            <a:spAutoFit/>
          </a:bodyPr>
          <a:lstStyle/>
          <a:p>
            <a:pPr marL="39370" marR="5080" indent="-27305">
              <a:lnSpc>
                <a:spcPts val="860"/>
              </a:lnSpc>
              <a:spcBef>
                <a:spcPts val="145"/>
              </a:spcBef>
            </a:pPr>
            <a:r>
              <a:rPr dirty="0" sz="750" spc="-35" b="1">
                <a:solidFill>
                  <a:srgbClr val="FFFFFF"/>
                </a:solidFill>
                <a:latin typeface="Segoe UI Symbol"/>
                <a:cs typeface="Segoe UI Symbol"/>
              </a:rPr>
              <a:t>SECURITY</a:t>
            </a:r>
            <a:r>
              <a:rPr dirty="0" sz="750" spc="500" b="1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750" spc="-10" b="1">
                <a:solidFill>
                  <a:srgbClr val="FFFFFF"/>
                </a:solidFill>
                <a:latin typeface="Segoe UI Symbol"/>
                <a:cs typeface="Segoe UI Symbol"/>
              </a:rPr>
              <a:t>TESTING</a:t>
            </a:r>
            <a:endParaRPr sz="750">
              <a:latin typeface="Segoe UI Symbol"/>
              <a:cs typeface="Segoe UI Symbo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824092" y="2233958"/>
            <a:ext cx="156210" cy="9144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070"/>
              </a:lnSpc>
            </a:pPr>
            <a:r>
              <a:rPr dirty="0" sz="1000" spc="-50">
                <a:solidFill>
                  <a:srgbClr val="FFFFFF"/>
                </a:solidFill>
                <a:latin typeface="Segoe UI Symbol"/>
                <a:cs typeface="Segoe UI Symbol"/>
              </a:rPr>
              <a:t>4</a:t>
            </a:r>
            <a:endParaRPr sz="1000">
              <a:latin typeface="Segoe UI Symbol"/>
              <a:cs typeface="Segoe UI Symbol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2613806" y="1010538"/>
            <a:ext cx="905510" cy="1383030"/>
            <a:chOff x="2613806" y="1010538"/>
            <a:chExt cx="905510" cy="1383030"/>
          </a:xfrm>
        </p:grpSpPr>
        <p:pic>
          <p:nvPicPr>
            <p:cNvPr id="51" name="object 5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621216" y="2166365"/>
              <a:ext cx="177355" cy="22694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613806" y="1010538"/>
              <a:ext cx="703681" cy="778493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279744" y="1302511"/>
              <a:ext cx="239279" cy="243340"/>
            </a:xfrm>
            <a:prstGeom prst="rect">
              <a:avLst/>
            </a:prstGeom>
          </p:spPr>
        </p:pic>
      </p:grpSp>
      <p:sp>
        <p:nvSpPr>
          <p:cNvPr id="54" name="object 54"/>
          <p:cNvSpPr txBox="1"/>
          <p:nvPr/>
        </p:nvSpPr>
        <p:spPr>
          <a:xfrm>
            <a:off x="2260174" y="2001305"/>
            <a:ext cx="249554" cy="561340"/>
          </a:xfrm>
          <a:prstGeom prst="rect">
            <a:avLst/>
          </a:prstGeom>
        </p:spPr>
        <p:txBody>
          <a:bodyPr wrap="square" lIns="0" tIns="18415" rIns="0" bIns="0" rtlCol="0" vert="vert">
            <a:spAutoFit/>
          </a:bodyPr>
          <a:lstStyle/>
          <a:p>
            <a:pPr marL="92710" marR="5080" indent="-80645">
              <a:lnSpc>
                <a:spcPts val="860"/>
              </a:lnSpc>
              <a:spcBef>
                <a:spcPts val="145"/>
              </a:spcBef>
            </a:pPr>
            <a:r>
              <a:rPr dirty="0" sz="750" spc="-70" b="1">
                <a:solidFill>
                  <a:srgbClr val="FFFFFF"/>
                </a:solidFill>
                <a:latin typeface="Segoe UI Symbol"/>
                <a:cs typeface="Segoe UI Symbol"/>
              </a:rPr>
              <a:t>VALIDATION</a:t>
            </a:r>
            <a:r>
              <a:rPr dirty="0" sz="750" spc="-20" b="1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750" spc="-130" b="1">
                <a:solidFill>
                  <a:srgbClr val="FFFFFF"/>
                </a:solidFill>
                <a:latin typeface="Segoe UI Symbol"/>
                <a:cs typeface="Segoe UI Symbol"/>
              </a:rPr>
              <a:t>&amp;</a:t>
            </a:r>
            <a:r>
              <a:rPr dirty="0" sz="750" spc="500" b="1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750" spc="-10" b="1">
                <a:solidFill>
                  <a:srgbClr val="FFFFFF"/>
                </a:solidFill>
                <a:latin typeface="Segoe UI Symbol"/>
                <a:cs typeface="Segoe UI Symbol"/>
              </a:rPr>
              <a:t>SAFE</a:t>
            </a:r>
            <a:r>
              <a:rPr dirty="0" sz="750" spc="-75" b="1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750" spc="-25" b="1">
                <a:solidFill>
                  <a:srgbClr val="FFFFFF"/>
                </a:solidFill>
                <a:latin typeface="Segoe UI Symbol"/>
                <a:cs typeface="Segoe UI Symbol"/>
              </a:rPr>
              <a:t>PoC</a:t>
            </a:r>
            <a:endParaRPr sz="750">
              <a:latin typeface="Segoe UI Symbol"/>
              <a:cs typeface="Segoe UI Symbo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309880" y="1378107"/>
            <a:ext cx="156210" cy="9144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070"/>
              </a:lnSpc>
            </a:pPr>
            <a:r>
              <a:rPr dirty="0" sz="1000" spc="-50">
                <a:solidFill>
                  <a:srgbClr val="FFFFFF"/>
                </a:solidFill>
                <a:latin typeface="Segoe UI Symbol"/>
                <a:cs typeface="Segoe UI Symbol"/>
              </a:rPr>
              <a:t>5</a:t>
            </a:r>
            <a:endParaRPr sz="1000">
              <a:latin typeface="Segoe UI Symbol"/>
              <a:cs typeface="Segoe UI Symbol"/>
            </a:endParaRPr>
          </a:p>
        </p:txBody>
      </p:sp>
      <p:pic>
        <p:nvPicPr>
          <p:cNvPr id="56" name="object 56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3094094" y="1323022"/>
            <a:ext cx="156914" cy="189420"/>
          </a:xfrm>
          <a:prstGeom prst="rect">
            <a:avLst/>
          </a:prstGeom>
        </p:spPr>
      </p:pic>
      <p:sp>
        <p:nvSpPr>
          <p:cNvPr id="57" name="object 57"/>
          <p:cNvSpPr txBox="1"/>
          <p:nvPr/>
        </p:nvSpPr>
        <p:spPr>
          <a:xfrm>
            <a:off x="2798152" y="1085712"/>
            <a:ext cx="249554" cy="589280"/>
          </a:xfrm>
          <a:prstGeom prst="rect">
            <a:avLst/>
          </a:prstGeom>
        </p:spPr>
        <p:txBody>
          <a:bodyPr wrap="square" lIns="0" tIns="18415" rIns="0" bIns="0" rtlCol="0" vert="vert">
            <a:spAutoFit/>
          </a:bodyPr>
          <a:lstStyle/>
          <a:p>
            <a:pPr marL="31115" marR="5080" indent="-19050">
              <a:lnSpc>
                <a:spcPts val="860"/>
              </a:lnSpc>
              <a:spcBef>
                <a:spcPts val="145"/>
              </a:spcBef>
            </a:pPr>
            <a:r>
              <a:rPr dirty="0" sz="750" spc="-20" b="1">
                <a:solidFill>
                  <a:srgbClr val="FFFFFF"/>
                </a:solidFill>
                <a:latin typeface="Segoe UI Symbol"/>
                <a:cs typeface="Segoe UI Symbol"/>
              </a:rPr>
              <a:t>RISK</a:t>
            </a:r>
            <a:r>
              <a:rPr dirty="0" sz="750" spc="-85" b="1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750" spc="-145" b="1">
                <a:solidFill>
                  <a:srgbClr val="FFFFFF"/>
                </a:solidFill>
                <a:latin typeface="Segoe UI Symbol"/>
                <a:cs typeface="Segoe UI Symbol"/>
              </a:rPr>
              <a:t>&amp;</a:t>
            </a:r>
            <a:r>
              <a:rPr dirty="0" sz="750" spc="-80" b="1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750" spc="-65" b="1">
                <a:solidFill>
                  <a:srgbClr val="FFFFFF"/>
                </a:solidFill>
                <a:latin typeface="Segoe UI Symbol"/>
                <a:cs typeface="Segoe UI Symbol"/>
              </a:rPr>
              <a:t>IMPACT</a:t>
            </a:r>
            <a:r>
              <a:rPr dirty="0" sz="750" spc="500" b="1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750" spc="-30" b="1">
                <a:solidFill>
                  <a:srgbClr val="FFFFFF"/>
                </a:solidFill>
                <a:latin typeface="Segoe UI Symbol"/>
                <a:cs typeface="Segoe UI Symbol"/>
              </a:rPr>
              <a:t>ASSESSMENT</a:t>
            </a:r>
            <a:endParaRPr sz="750">
              <a:latin typeface="Segoe UI Symbol"/>
              <a:cs typeface="Segoe UI Symbol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3640106" y="987615"/>
            <a:ext cx="850900" cy="814069"/>
            <a:chOff x="3640106" y="987615"/>
            <a:chExt cx="850900" cy="814069"/>
          </a:xfrm>
        </p:grpSpPr>
        <p:pic>
          <p:nvPicPr>
            <p:cNvPr id="59" name="object 5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640106" y="987615"/>
              <a:ext cx="792118" cy="814005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251318" y="1302511"/>
              <a:ext cx="239279" cy="243340"/>
            </a:xfrm>
            <a:prstGeom prst="rect">
              <a:avLst/>
            </a:prstGeom>
          </p:spPr>
        </p:pic>
      </p:grpSp>
      <p:sp>
        <p:nvSpPr>
          <p:cNvPr id="61" name="object 61"/>
          <p:cNvSpPr txBox="1"/>
          <p:nvPr/>
        </p:nvSpPr>
        <p:spPr>
          <a:xfrm>
            <a:off x="4281444" y="1378107"/>
            <a:ext cx="156210" cy="9144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070"/>
              </a:lnSpc>
            </a:pPr>
            <a:r>
              <a:rPr dirty="0" sz="1000" spc="-50">
                <a:solidFill>
                  <a:srgbClr val="FFFFFF"/>
                </a:solidFill>
                <a:latin typeface="Segoe UI Symbol"/>
                <a:cs typeface="Segoe UI Symbol"/>
              </a:rPr>
              <a:t>6</a:t>
            </a:r>
            <a:endParaRPr sz="1000">
              <a:latin typeface="Segoe UI Symbol"/>
              <a:cs typeface="Segoe UI Symbol"/>
            </a:endParaRPr>
          </a:p>
        </p:txBody>
      </p:sp>
      <p:pic>
        <p:nvPicPr>
          <p:cNvPr id="62" name="object 62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4013708" y="1306252"/>
            <a:ext cx="258231" cy="248227"/>
          </a:xfrm>
          <a:prstGeom prst="rect">
            <a:avLst/>
          </a:prstGeom>
        </p:spPr>
      </p:pic>
      <p:sp>
        <p:nvSpPr>
          <p:cNvPr id="63" name="object 63"/>
          <p:cNvSpPr txBox="1"/>
          <p:nvPr/>
        </p:nvSpPr>
        <p:spPr>
          <a:xfrm>
            <a:off x="3761211" y="1052292"/>
            <a:ext cx="249554" cy="630555"/>
          </a:xfrm>
          <a:prstGeom prst="rect">
            <a:avLst/>
          </a:prstGeom>
        </p:spPr>
        <p:txBody>
          <a:bodyPr wrap="square" lIns="0" tIns="18415" rIns="0" bIns="0" rtlCol="0" vert="vert">
            <a:spAutoFit/>
          </a:bodyPr>
          <a:lstStyle/>
          <a:p>
            <a:pPr marL="97155" marR="5080" indent="-85090">
              <a:lnSpc>
                <a:spcPts val="860"/>
              </a:lnSpc>
              <a:spcBef>
                <a:spcPts val="145"/>
              </a:spcBef>
            </a:pPr>
            <a:r>
              <a:rPr dirty="0" sz="750" spc="-70" b="1">
                <a:solidFill>
                  <a:srgbClr val="FFFFFF"/>
                </a:solidFill>
                <a:latin typeface="Segoe UI Symbol"/>
                <a:cs typeface="Segoe UI Symbol"/>
              </a:rPr>
              <a:t>REMEDIATION</a:t>
            </a:r>
            <a:r>
              <a:rPr dirty="0" sz="750" spc="10" b="1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750" spc="-120" b="1">
                <a:solidFill>
                  <a:srgbClr val="FFFFFF"/>
                </a:solidFill>
                <a:latin typeface="Segoe UI Symbol"/>
                <a:cs typeface="Segoe UI Symbol"/>
              </a:rPr>
              <a:t>&amp;</a:t>
            </a:r>
            <a:r>
              <a:rPr dirty="0" sz="750" spc="500" b="1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750" spc="-10" b="1">
                <a:solidFill>
                  <a:srgbClr val="FFFFFF"/>
                </a:solidFill>
                <a:latin typeface="Segoe UI Symbol"/>
                <a:cs typeface="Segoe UI Symbol"/>
              </a:rPr>
              <a:t>RETESTING</a:t>
            </a:r>
            <a:endParaRPr sz="750">
              <a:latin typeface="Segoe UI Symbol"/>
              <a:cs typeface="Segoe UI Symbol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3055315" y="1701772"/>
            <a:ext cx="1030605" cy="1122680"/>
            <a:chOff x="3055315" y="1701772"/>
            <a:chExt cx="1030605" cy="1122680"/>
          </a:xfrm>
        </p:grpSpPr>
        <p:pic>
          <p:nvPicPr>
            <p:cNvPr id="65" name="object 6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055315" y="1701772"/>
              <a:ext cx="1030150" cy="1122679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392582" y="2036615"/>
              <a:ext cx="618832" cy="520353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3417324" y="2065995"/>
              <a:ext cx="569595" cy="461645"/>
            </a:xfrm>
            <a:custGeom>
              <a:avLst/>
              <a:gdLst/>
              <a:ahLst/>
              <a:cxnLst/>
              <a:rect l="l" t="t" r="r" b="b"/>
              <a:pathLst>
                <a:path w="569595" h="461644">
                  <a:moveTo>
                    <a:pt x="419027" y="0"/>
                  </a:moveTo>
                  <a:lnTo>
                    <a:pt x="380883" y="7379"/>
                  </a:lnTo>
                  <a:lnTo>
                    <a:pt x="334774" y="15001"/>
                  </a:lnTo>
                  <a:lnTo>
                    <a:pt x="273282" y="37160"/>
                  </a:lnTo>
                  <a:lnTo>
                    <a:pt x="196418" y="52161"/>
                  </a:lnTo>
                  <a:lnTo>
                    <a:pt x="134364" y="85620"/>
                  </a:lnTo>
                  <a:lnTo>
                    <a:pt x="88256" y="115401"/>
                  </a:lnTo>
                  <a:lnTo>
                    <a:pt x="42137" y="167562"/>
                  </a:lnTo>
                  <a:lnTo>
                    <a:pt x="0" y="230803"/>
                  </a:lnTo>
                  <a:lnTo>
                    <a:pt x="42137" y="294044"/>
                  </a:lnTo>
                  <a:lnTo>
                    <a:pt x="88256" y="346204"/>
                  </a:lnTo>
                  <a:lnTo>
                    <a:pt x="134364" y="375975"/>
                  </a:lnTo>
                  <a:lnTo>
                    <a:pt x="196418" y="409445"/>
                  </a:lnTo>
                  <a:lnTo>
                    <a:pt x="273282" y="424446"/>
                  </a:lnTo>
                  <a:lnTo>
                    <a:pt x="334774" y="446605"/>
                  </a:lnTo>
                  <a:lnTo>
                    <a:pt x="380883" y="454216"/>
                  </a:lnTo>
                  <a:lnTo>
                    <a:pt x="419027" y="461606"/>
                  </a:lnTo>
                  <a:lnTo>
                    <a:pt x="442374" y="450527"/>
                  </a:lnTo>
                  <a:lnTo>
                    <a:pt x="473119" y="439216"/>
                  </a:lnTo>
                  <a:lnTo>
                    <a:pt x="503864" y="361205"/>
                  </a:lnTo>
                  <a:lnTo>
                    <a:pt x="534600" y="312734"/>
                  </a:lnTo>
                  <a:lnTo>
                    <a:pt x="569338" y="230803"/>
                  </a:lnTo>
                  <a:lnTo>
                    <a:pt x="534600" y="148861"/>
                  </a:lnTo>
                  <a:lnTo>
                    <a:pt x="503864" y="100401"/>
                  </a:lnTo>
                  <a:lnTo>
                    <a:pt x="473119" y="22379"/>
                  </a:lnTo>
                  <a:lnTo>
                    <a:pt x="442374" y="11079"/>
                  </a:lnTo>
                  <a:lnTo>
                    <a:pt x="419027" y="0"/>
                  </a:lnTo>
                  <a:close/>
                </a:path>
              </a:pathLst>
            </a:custGeom>
            <a:solidFill>
              <a:srgbClr val="03224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8" name="object 6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503961" y="2141531"/>
              <a:ext cx="396064" cy="310532"/>
            </a:xfrm>
            <a:prstGeom prst="rect">
              <a:avLst/>
            </a:prstGeom>
          </p:spPr>
        </p:pic>
      </p:grpSp>
      <p:sp>
        <p:nvSpPr>
          <p:cNvPr id="69" name="object 69"/>
          <p:cNvSpPr txBox="1"/>
          <p:nvPr/>
        </p:nvSpPr>
        <p:spPr>
          <a:xfrm>
            <a:off x="3208468" y="1881087"/>
            <a:ext cx="193040" cy="83121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869"/>
              </a:lnSpc>
            </a:pPr>
            <a:r>
              <a:rPr dirty="0" sz="800" spc="-30">
                <a:solidFill>
                  <a:srgbClr val="04123C"/>
                </a:solidFill>
                <a:latin typeface="Segoe UI Symbol"/>
                <a:cs typeface="Segoe UI Symbol"/>
              </a:rPr>
              <a:t>WORLD</a:t>
            </a:r>
            <a:r>
              <a:rPr dirty="0" sz="800" spc="-20">
                <a:solidFill>
                  <a:srgbClr val="04123C"/>
                </a:solidFill>
                <a:latin typeface="Segoe UI Symbol"/>
                <a:cs typeface="Segoe UI Symbol"/>
              </a:rPr>
              <a:t> </a:t>
            </a:r>
            <a:r>
              <a:rPr dirty="0" sz="800" spc="-10">
                <a:solidFill>
                  <a:srgbClr val="04123C"/>
                </a:solidFill>
                <a:latin typeface="Segoe UI Symbol"/>
                <a:cs typeface="Segoe UI Symbol"/>
              </a:rPr>
              <a:t>MONITOR</a:t>
            </a:r>
            <a:endParaRPr sz="800">
              <a:latin typeface="Segoe UI Symbol"/>
              <a:cs typeface="Segoe UI Symbol"/>
            </a:endParaRPr>
          </a:p>
          <a:p>
            <a:pPr marL="19050">
              <a:lnSpc>
                <a:spcPts val="520"/>
              </a:lnSpc>
            </a:pPr>
            <a:r>
              <a:rPr dirty="0" sz="450" spc="-10">
                <a:solidFill>
                  <a:srgbClr val="2BB4F2"/>
                </a:solidFill>
                <a:latin typeface="Segoe UI Symbol"/>
                <a:cs typeface="Segoe UI Symbol"/>
              </a:rPr>
              <a:t>SECURE</a:t>
            </a:r>
            <a:r>
              <a:rPr dirty="0" sz="450" spc="10">
                <a:solidFill>
                  <a:srgbClr val="2BB4F2"/>
                </a:solidFill>
                <a:latin typeface="Segoe UI Symbol"/>
                <a:cs typeface="Segoe UI Symbol"/>
              </a:rPr>
              <a:t> </a:t>
            </a:r>
            <a:r>
              <a:rPr dirty="0" sz="450">
                <a:solidFill>
                  <a:srgbClr val="2BB4F2"/>
                </a:solidFill>
                <a:latin typeface="Segoe UI Symbol"/>
                <a:cs typeface="Segoe UI Symbol"/>
              </a:rPr>
              <a:t>·</a:t>
            </a:r>
            <a:r>
              <a:rPr dirty="0" sz="450" spc="5">
                <a:solidFill>
                  <a:srgbClr val="2BB4F2"/>
                </a:solidFill>
                <a:latin typeface="Segoe UI Symbol"/>
                <a:cs typeface="Segoe UI Symbol"/>
              </a:rPr>
              <a:t> </a:t>
            </a:r>
            <a:r>
              <a:rPr dirty="0" sz="450" spc="-10">
                <a:solidFill>
                  <a:srgbClr val="2BB4F2"/>
                </a:solidFill>
                <a:latin typeface="Segoe UI Symbol"/>
                <a:cs typeface="Segoe UI Symbol"/>
              </a:rPr>
              <a:t>RESILIENT</a:t>
            </a:r>
            <a:r>
              <a:rPr dirty="0" sz="450">
                <a:solidFill>
                  <a:srgbClr val="2BB4F2"/>
                </a:solidFill>
                <a:latin typeface="Segoe UI Symbol"/>
                <a:cs typeface="Segoe UI Symbol"/>
              </a:rPr>
              <a:t> ·</a:t>
            </a:r>
            <a:r>
              <a:rPr dirty="0" sz="450" spc="5">
                <a:solidFill>
                  <a:srgbClr val="2BB4F2"/>
                </a:solidFill>
                <a:latin typeface="Segoe UI Symbol"/>
                <a:cs typeface="Segoe UI Symbol"/>
              </a:rPr>
              <a:t> </a:t>
            </a:r>
            <a:r>
              <a:rPr dirty="0" sz="450" spc="-10">
                <a:solidFill>
                  <a:srgbClr val="2BB4F2"/>
                </a:solidFill>
                <a:latin typeface="Segoe UI Symbol"/>
                <a:cs typeface="Segoe UI Symbol"/>
              </a:rPr>
              <a:t>TRUSTED</a:t>
            </a:r>
            <a:endParaRPr sz="450">
              <a:latin typeface="Segoe UI Symbol"/>
              <a:cs typeface="Segoe UI Symbo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4083322" y="3622750"/>
            <a:ext cx="224154" cy="508000"/>
          </a:xfrm>
          <a:prstGeom prst="rect">
            <a:avLst/>
          </a:prstGeom>
        </p:spPr>
        <p:txBody>
          <a:bodyPr wrap="square" lIns="0" tIns="1905" rIns="0" bIns="0" rtlCol="0" vert="vert">
            <a:spAutoFit/>
          </a:bodyPr>
          <a:lstStyle/>
          <a:p>
            <a:pPr marL="12700" marR="5080">
              <a:lnSpc>
                <a:spcPts val="810"/>
              </a:lnSpc>
              <a:spcBef>
                <a:spcPts val="15"/>
              </a:spcBef>
            </a:pPr>
            <a:r>
              <a:rPr dirty="0" sz="750" spc="-10">
                <a:solidFill>
                  <a:srgbClr val="00004A"/>
                </a:solidFill>
                <a:latin typeface="Segoe UI Symbol"/>
                <a:cs typeface="Segoe UI Symbol"/>
              </a:rPr>
              <a:t>Identify</a:t>
            </a:r>
            <a:r>
              <a:rPr dirty="0" sz="750" spc="500">
                <a:solidFill>
                  <a:srgbClr val="00004A"/>
                </a:solidFill>
                <a:latin typeface="Segoe UI Symbol"/>
                <a:cs typeface="Segoe UI Symbol"/>
              </a:rPr>
              <a:t> </a:t>
            </a:r>
            <a:r>
              <a:rPr dirty="0" sz="750" spc="-10">
                <a:solidFill>
                  <a:srgbClr val="00004A"/>
                </a:solidFill>
                <a:latin typeface="Segoe UI Symbol"/>
                <a:cs typeface="Segoe UI Symbol"/>
              </a:rPr>
              <a:t>entry</a:t>
            </a:r>
            <a:r>
              <a:rPr dirty="0" sz="750" spc="-25">
                <a:solidFill>
                  <a:srgbClr val="00004A"/>
                </a:solidFill>
                <a:latin typeface="Segoe UI Symbol"/>
                <a:cs typeface="Segoe UI Symbol"/>
              </a:rPr>
              <a:t> points</a:t>
            </a:r>
            <a:endParaRPr sz="750">
              <a:latin typeface="Segoe UI Symbol"/>
              <a:cs typeface="Segoe UI Symbo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2672893" y="3522038"/>
            <a:ext cx="327025" cy="592455"/>
          </a:xfrm>
          <a:prstGeom prst="rect">
            <a:avLst/>
          </a:prstGeom>
        </p:spPr>
        <p:txBody>
          <a:bodyPr wrap="square" lIns="0" tIns="1905" rIns="0" bIns="0" rtlCol="0" vert="vert">
            <a:spAutoFit/>
          </a:bodyPr>
          <a:lstStyle/>
          <a:p>
            <a:pPr marL="12700" marR="5080">
              <a:lnSpc>
                <a:spcPts val="810"/>
              </a:lnSpc>
              <a:spcBef>
                <a:spcPts val="15"/>
              </a:spcBef>
            </a:pPr>
            <a:r>
              <a:rPr dirty="0" sz="750" spc="-25">
                <a:solidFill>
                  <a:srgbClr val="00004A"/>
                </a:solidFill>
                <a:latin typeface="Segoe UI Symbol"/>
                <a:cs typeface="Segoe UI Symbol"/>
              </a:rPr>
              <a:t>Find</a:t>
            </a:r>
            <a:r>
              <a:rPr dirty="0" sz="750" spc="-30">
                <a:solidFill>
                  <a:srgbClr val="00004A"/>
                </a:solidFill>
                <a:latin typeface="Segoe UI Symbol"/>
                <a:cs typeface="Segoe UI Symbol"/>
              </a:rPr>
              <a:t> </a:t>
            </a:r>
            <a:r>
              <a:rPr dirty="0" sz="750" spc="-25">
                <a:solidFill>
                  <a:srgbClr val="00004A"/>
                </a:solidFill>
                <a:latin typeface="Segoe UI Symbol"/>
                <a:cs typeface="Segoe UI Symbol"/>
              </a:rPr>
              <a:t>and</a:t>
            </a:r>
            <a:r>
              <a:rPr dirty="0" sz="750" spc="500">
                <a:solidFill>
                  <a:srgbClr val="00004A"/>
                </a:solidFill>
                <a:latin typeface="Segoe UI Symbol"/>
                <a:cs typeface="Segoe UI Symbol"/>
              </a:rPr>
              <a:t> </a:t>
            </a:r>
            <a:r>
              <a:rPr dirty="0" sz="750" spc="-10">
                <a:solidFill>
                  <a:srgbClr val="00004A"/>
                </a:solidFill>
                <a:latin typeface="Segoe UI Symbol"/>
                <a:cs typeface="Segoe UI Symbol"/>
              </a:rPr>
              <a:t>exploit</a:t>
            </a:r>
            <a:r>
              <a:rPr dirty="0" sz="750" spc="500">
                <a:solidFill>
                  <a:srgbClr val="00004A"/>
                </a:solidFill>
                <a:latin typeface="Segoe UI Symbol"/>
                <a:cs typeface="Segoe UI Symbol"/>
              </a:rPr>
              <a:t> </a:t>
            </a:r>
            <a:r>
              <a:rPr dirty="0" sz="750" spc="-10">
                <a:solidFill>
                  <a:srgbClr val="00004A"/>
                </a:solidFill>
                <a:latin typeface="Segoe UI Symbol"/>
                <a:cs typeface="Segoe UI Symbol"/>
              </a:rPr>
              <a:t>vulnerabilities</a:t>
            </a:r>
            <a:endParaRPr sz="750">
              <a:latin typeface="Segoe UI Symbol"/>
              <a:cs typeface="Segoe UI Symbo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992095" y="1853247"/>
            <a:ext cx="224154" cy="971550"/>
          </a:xfrm>
          <a:prstGeom prst="rect">
            <a:avLst/>
          </a:prstGeom>
        </p:spPr>
        <p:txBody>
          <a:bodyPr wrap="square" lIns="0" tIns="1905" rIns="0" bIns="0" rtlCol="0" vert="vert">
            <a:spAutoFit/>
          </a:bodyPr>
          <a:lstStyle/>
          <a:p>
            <a:pPr marL="12700" marR="5080" indent="102870">
              <a:lnSpc>
                <a:spcPts val="810"/>
              </a:lnSpc>
              <a:spcBef>
                <a:spcPts val="15"/>
              </a:spcBef>
            </a:pPr>
            <a:r>
              <a:rPr dirty="0" sz="750" spc="-10">
                <a:solidFill>
                  <a:srgbClr val="00004A"/>
                </a:solidFill>
                <a:latin typeface="Segoe UI Symbol"/>
                <a:cs typeface="Segoe UI Symbol"/>
              </a:rPr>
              <a:t>Verify</a:t>
            </a:r>
            <a:r>
              <a:rPr dirty="0" sz="750" spc="-20">
                <a:solidFill>
                  <a:srgbClr val="00004A"/>
                </a:solidFill>
                <a:latin typeface="Segoe UI Symbol"/>
                <a:cs typeface="Segoe UI Symbol"/>
              </a:rPr>
              <a:t> </a:t>
            </a:r>
            <a:r>
              <a:rPr dirty="0" sz="750" spc="-30">
                <a:solidFill>
                  <a:srgbClr val="00004A"/>
                </a:solidFill>
                <a:latin typeface="Segoe UI Symbol"/>
                <a:cs typeface="Segoe UI Symbol"/>
              </a:rPr>
              <a:t>findings</a:t>
            </a:r>
            <a:r>
              <a:rPr dirty="0" sz="750" spc="-15">
                <a:solidFill>
                  <a:srgbClr val="00004A"/>
                </a:solidFill>
                <a:latin typeface="Segoe UI Symbol"/>
                <a:cs typeface="Segoe UI Symbol"/>
              </a:rPr>
              <a:t> </a:t>
            </a:r>
            <a:r>
              <a:rPr dirty="0" sz="750" spc="-20">
                <a:solidFill>
                  <a:srgbClr val="00004A"/>
                </a:solidFill>
                <a:latin typeface="Segoe UI Symbol"/>
                <a:cs typeface="Segoe UI Symbol"/>
              </a:rPr>
              <a:t>in </a:t>
            </a:r>
            <a:r>
              <a:rPr dirty="0" sz="750" spc="-60">
                <a:solidFill>
                  <a:srgbClr val="00004A"/>
                </a:solidFill>
                <a:latin typeface="Segoe UI Symbol"/>
                <a:cs typeface="Segoe UI Symbol"/>
              </a:rPr>
              <a:t>a</a:t>
            </a:r>
            <a:r>
              <a:rPr dirty="0" sz="750" spc="500">
                <a:solidFill>
                  <a:srgbClr val="00004A"/>
                </a:solidFill>
                <a:latin typeface="Segoe UI Symbol"/>
                <a:cs typeface="Segoe UI Symbol"/>
              </a:rPr>
              <a:t> </a:t>
            </a:r>
            <a:r>
              <a:rPr dirty="0" sz="750" spc="-25">
                <a:solidFill>
                  <a:srgbClr val="00004A"/>
                </a:solidFill>
                <a:latin typeface="Segoe UI Symbol"/>
                <a:cs typeface="Segoe UI Symbol"/>
              </a:rPr>
              <a:t>controlled</a:t>
            </a:r>
            <a:r>
              <a:rPr dirty="0" sz="750" spc="20">
                <a:solidFill>
                  <a:srgbClr val="00004A"/>
                </a:solidFill>
                <a:latin typeface="Segoe UI Symbol"/>
                <a:cs typeface="Segoe UI Symbol"/>
              </a:rPr>
              <a:t> </a:t>
            </a:r>
            <a:r>
              <a:rPr dirty="0" sz="750" spc="-20">
                <a:solidFill>
                  <a:srgbClr val="00004A"/>
                </a:solidFill>
                <a:latin typeface="Segoe UI Symbol"/>
                <a:cs typeface="Segoe UI Symbol"/>
              </a:rPr>
              <a:t>environment</a:t>
            </a:r>
            <a:endParaRPr sz="750">
              <a:latin typeface="Segoe UI Symbol"/>
              <a:cs typeface="Segoe UI Symbo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2813993" y="555385"/>
            <a:ext cx="327025" cy="470534"/>
          </a:xfrm>
          <a:prstGeom prst="rect">
            <a:avLst/>
          </a:prstGeom>
        </p:spPr>
        <p:txBody>
          <a:bodyPr wrap="square" lIns="0" tIns="1905" rIns="0" bIns="0" rtlCol="0" vert="vert">
            <a:spAutoFit/>
          </a:bodyPr>
          <a:lstStyle/>
          <a:p>
            <a:pPr marL="12700" marR="5080">
              <a:lnSpc>
                <a:spcPts val="810"/>
              </a:lnSpc>
              <a:spcBef>
                <a:spcPts val="15"/>
              </a:spcBef>
            </a:pPr>
            <a:r>
              <a:rPr dirty="0" sz="750" spc="-10">
                <a:solidFill>
                  <a:srgbClr val="00004A"/>
                </a:solidFill>
                <a:latin typeface="Segoe UI Symbol"/>
                <a:cs typeface="Segoe UI Symbol"/>
              </a:rPr>
              <a:t>Assess</a:t>
            </a:r>
            <a:r>
              <a:rPr dirty="0" sz="750" spc="500">
                <a:solidFill>
                  <a:srgbClr val="00004A"/>
                </a:solidFill>
                <a:latin typeface="Segoe UI Symbol"/>
                <a:cs typeface="Segoe UI Symbol"/>
              </a:rPr>
              <a:t> </a:t>
            </a:r>
            <a:r>
              <a:rPr dirty="0" sz="750" spc="-10">
                <a:solidFill>
                  <a:srgbClr val="00004A"/>
                </a:solidFill>
                <a:latin typeface="Segoe UI Symbol"/>
                <a:cs typeface="Segoe UI Symbol"/>
              </a:rPr>
              <a:t>severity</a:t>
            </a:r>
            <a:r>
              <a:rPr dirty="0" sz="750" spc="500">
                <a:solidFill>
                  <a:srgbClr val="00004A"/>
                </a:solidFill>
                <a:latin typeface="Segoe UI Symbol"/>
                <a:cs typeface="Segoe UI Symbol"/>
              </a:rPr>
              <a:t> </a:t>
            </a:r>
            <a:r>
              <a:rPr dirty="0" sz="750" spc="-30">
                <a:solidFill>
                  <a:srgbClr val="00004A"/>
                </a:solidFill>
                <a:latin typeface="Segoe UI Symbol"/>
                <a:cs typeface="Segoe UI Symbol"/>
              </a:rPr>
              <a:t>and impact</a:t>
            </a:r>
            <a:endParaRPr sz="750">
              <a:latin typeface="Segoe UI Symbol"/>
              <a:cs typeface="Segoe UI Symbo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4178293" y="702608"/>
            <a:ext cx="327025" cy="525780"/>
          </a:xfrm>
          <a:prstGeom prst="rect">
            <a:avLst/>
          </a:prstGeom>
        </p:spPr>
        <p:txBody>
          <a:bodyPr wrap="square" lIns="0" tIns="1905" rIns="0" bIns="0" rtlCol="0" vert="vert">
            <a:spAutoFit/>
          </a:bodyPr>
          <a:lstStyle/>
          <a:p>
            <a:pPr marL="12700" marR="5080">
              <a:lnSpc>
                <a:spcPts val="810"/>
              </a:lnSpc>
              <a:spcBef>
                <a:spcPts val="15"/>
              </a:spcBef>
            </a:pPr>
            <a:r>
              <a:rPr dirty="0" sz="750" spc="-40">
                <a:solidFill>
                  <a:srgbClr val="00004A"/>
                </a:solidFill>
                <a:latin typeface="Segoe UI Symbol"/>
                <a:cs typeface="Segoe UI Symbol"/>
              </a:rPr>
              <a:t>Recommend</a:t>
            </a:r>
            <a:r>
              <a:rPr dirty="0" sz="750" spc="500">
                <a:solidFill>
                  <a:srgbClr val="00004A"/>
                </a:solidFill>
                <a:latin typeface="Segoe UI Symbol"/>
                <a:cs typeface="Segoe UI Symbol"/>
              </a:rPr>
              <a:t> </a:t>
            </a:r>
            <a:r>
              <a:rPr dirty="0" sz="750" spc="-10">
                <a:solidFill>
                  <a:srgbClr val="00004A"/>
                </a:solidFill>
                <a:latin typeface="Segoe UI Symbol"/>
                <a:cs typeface="Segoe UI Symbol"/>
              </a:rPr>
              <a:t>fixes</a:t>
            </a:r>
            <a:r>
              <a:rPr dirty="0" sz="750" spc="-30">
                <a:solidFill>
                  <a:srgbClr val="00004A"/>
                </a:solidFill>
                <a:latin typeface="Segoe UI Symbol"/>
                <a:cs typeface="Segoe UI Symbol"/>
              </a:rPr>
              <a:t> </a:t>
            </a:r>
            <a:r>
              <a:rPr dirty="0" sz="750" spc="-25">
                <a:solidFill>
                  <a:srgbClr val="00004A"/>
                </a:solidFill>
                <a:latin typeface="Segoe UI Symbol"/>
                <a:cs typeface="Segoe UI Symbol"/>
              </a:rPr>
              <a:t>and</a:t>
            </a:r>
            <a:r>
              <a:rPr dirty="0" sz="750" spc="500">
                <a:solidFill>
                  <a:srgbClr val="00004A"/>
                </a:solidFill>
                <a:latin typeface="Segoe UI Symbol"/>
                <a:cs typeface="Segoe UI Symbol"/>
              </a:rPr>
              <a:t> </a:t>
            </a:r>
            <a:r>
              <a:rPr dirty="0" sz="750" spc="-10">
                <a:solidFill>
                  <a:srgbClr val="00004A"/>
                </a:solidFill>
                <a:latin typeface="Segoe UI Symbol"/>
                <a:cs typeface="Segoe UI Symbol"/>
              </a:rPr>
              <a:t>retest</a:t>
            </a:r>
            <a:endParaRPr sz="750">
              <a:latin typeface="Segoe UI Symbol"/>
              <a:cs typeface="Segoe UI Symbol"/>
            </a:endParaRPr>
          </a:p>
        </p:txBody>
      </p:sp>
      <p:pic>
        <p:nvPicPr>
          <p:cNvPr id="75" name="object 75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669459" y="581386"/>
            <a:ext cx="869553" cy="1182801"/>
          </a:xfrm>
          <a:prstGeom prst="rect">
            <a:avLst/>
          </a:prstGeom>
        </p:spPr>
      </p:pic>
      <p:sp>
        <p:nvSpPr>
          <p:cNvPr id="76" name="object 76"/>
          <p:cNvSpPr txBox="1"/>
          <p:nvPr/>
        </p:nvSpPr>
        <p:spPr>
          <a:xfrm>
            <a:off x="1758582" y="1579351"/>
            <a:ext cx="132080" cy="57658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885"/>
              </a:lnSpc>
            </a:pPr>
            <a:r>
              <a:rPr dirty="0" sz="800" spc="-10">
                <a:solidFill>
                  <a:srgbClr val="00004A"/>
                </a:solidFill>
                <a:latin typeface="Segoe UI Symbol"/>
                <a:cs typeface="Segoe UI Symbol"/>
              </a:rPr>
              <a:t>Github</a:t>
            </a:r>
            <a:r>
              <a:rPr dirty="0" sz="800" spc="-40">
                <a:solidFill>
                  <a:srgbClr val="00004A"/>
                </a:solidFill>
                <a:latin typeface="Segoe UI Symbol"/>
                <a:cs typeface="Segoe UI Symbol"/>
              </a:rPr>
              <a:t> </a:t>
            </a:r>
            <a:r>
              <a:rPr dirty="0" sz="800" spc="-20">
                <a:solidFill>
                  <a:srgbClr val="00004A"/>
                </a:solidFill>
                <a:latin typeface="Segoe UI Symbol"/>
                <a:cs typeface="Segoe UI Symbol"/>
              </a:rPr>
              <a:t>Repo</a:t>
            </a:r>
            <a:endParaRPr sz="800">
              <a:latin typeface="Segoe UI Symbol"/>
              <a:cs typeface="Segoe UI Symbol"/>
            </a:endParaRPr>
          </a:p>
        </p:txBody>
      </p:sp>
      <p:pic>
        <p:nvPicPr>
          <p:cNvPr id="77" name="object 77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4029754" y="4020595"/>
            <a:ext cx="1254127" cy="2504734"/>
          </a:xfrm>
          <a:prstGeom prst="rect">
            <a:avLst/>
          </a:prstGeom>
        </p:spPr>
      </p:pic>
      <p:sp>
        <p:nvSpPr>
          <p:cNvPr id="78" name="object 78"/>
          <p:cNvSpPr txBox="1"/>
          <p:nvPr/>
        </p:nvSpPr>
        <p:spPr>
          <a:xfrm>
            <a:off x="4786590" y="4222552"/>
            <a:ext cx="205104" cy="231140"/>
          </a:xfrm>
          <a:prstGeom prst="rect">
            <a:avLst/>
          </a:prstGeom>
        </p:spPr>
        <p:txBody>
          <a:bodyPr wrap="square" lIns="0" tIns="1270" rIns="0" bIns="0" rtlCol="0" vert="vert">
            <a:spAutoFit/>
          </a:bodyPr>
          <a:lstStyle/>
          <a:p>
            <a:pPr marL="12700" marR="5080" indent="3810">
              <a:lnSpc>
                <a:spcPts val="740"/>
              </a:lnSpc>
              <a:spcBef>
                <a:spcPts val="10"/>
              </a:spcBef>
            </a:pPr>
            <a:r>
              <a:rPr dirty="0" sz="650" spc="-20">
                <a:solidFill>
                  <a:srgbClr val="00004A"/>
                </a:solidFill>
                <a:latin typeface="Segoe UI Symbol"/>
                <a:cs typeface="Segoe UI Symbol"/>
              </a:rPr>
              <a:t>News</a:t>
            </a:r>
            <a:r>
              <a:rPr dirty="0" sz="650" spc="500">
                <a:solidFill>
                  <a:srgbClr val="00004A"/>
                </a:solidFill>
                <a:latin typeface="Segoe UI Symbol"/>
                <a:cs typeface="Segoe UI Symbol"/>
              </a:rPr>
              <a:t> </a:t>
            </a:r>
            <a:r>
              <a:rPr dirty="0" sz="650" spc="-20">
                <a:solidFill>
                  <a:srgbClr val="00004A"/>
                </a:solidFill>
                <a:latin typeface="Segoe UI Symbol"/>
                <a:cs typeface="Segoe UI Symbol"/>
              </a:rPr>
              <a:t>Feeds</a:t>
            </a:r>
            <a:endParaRPr sz="650">
              <a:latin typeface="Segoe UI Symbol"/>
              <a:cs typeface="Segoe UI Symbo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4786590" y="4817567"/>
            <a:ext cx="205104" cy="287020"/>
          </a:xfrm>
          <a:prstGeom prst="rect">
            <a:avLst/>
          </a:prstGeom>
        </p:spPr>
        <p:txBody>
          <a:bodyPr wrap="square" lIns="0" tIns="1270" rIns="0" bIns="0" rtlCol="0" vert="vert">
            <a:spAutoFit/>
          </a:bodyPr>
          <a:lstStyle/>
          <a:p>
            <a:pPr marL="59055" marR="5080" indent="-46990">
              <a:lnSpc>
                <a:spcPts val="740"/>
              </a:lnSpc>
              <a:spcBef>
                <a:spcPts val="10"/>
              </a:spcBef>
            </a:pPr>
            <a:r>
              <a:rPr dirty="0" sz="650" spc="-10">
                <a:solidFill>
                  <a:srgbClr val="00004A"/>
                </a:solidFill>
                <a:latin typeface="Segoe UI Symbol"/>
                <a:cs typeface="Segoe UI Symbol"/>
              </a:rPr>
              <a:t>Market</a:t>
            </a:r>
            <a:r>
              <a:rPr dirty="0" sz="650" spc="500">
                <a:solidFill>
                  <a:srgbClr val="00004A"/>
                </a:solidFill>
                <a:latin typeface="Segoe UI Symbol"/>
                <a:cs typeface="Segoe UI Symbol"/>
              </a:rPr>
              <a:t> </a:t>
            </a:r>
            <a:r>
              <a:rPr dirty="0" sz="650" spc="-20">
                <a:solidFill>
                  <a:srgbClr val="00004A"/>
                </a:solidFill>
                <a:latin typeface="Segoe UI Symbol"/>
                <a:cs typeface="Segoe UI Symbol"/>
              </a:rPr>
              <a:t>Data</a:t>
            </a:r>
            <a:endParaRPr sz="650">
              <a:latin typeface="Segoe UI Symbol"/>
              <a:cs typeface="Segoe UI Symbo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4880597" y="5397502"/>
            <a:ext cx="111125" cy="37338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735"/>
              </a:lnSpc>
            </a:pPr>
            <a:r>
              <a:rPr dirty="0" sz="650" spc="-10">
                <a:solidFill>
                  <a:srgbClr val="00004A"/>
                </a:solidFill>
                <a:latin typeface="Segoe UI Symbol"/>
                <a:cs typeface="Segoe UI Symbol"/>
              </a:rPr>
              <a:t>Webcams</a:t>
            </a:r>
            <a:endParaRPr sz="650">
              <a:latin typeface="Segoe UI Symbol"/>
              <a:cs typeface="Segoe UI Symbo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4786590" y="6005085"/>
            <a:ext cx="205104" cy="405130"/>
          </a:xfrm>
          <a:prstGeom prst="rect">
            <a:avLst/>
          </a:prstGeom>
        </p:spPr>
        <p:txBody>
          <a:bodyPr wrap="square" lIns="0" tIns="1270" rIns="0" bIns="0" rtlCol="0" vert="vert">
            <a:spAutoFit/>
          </a:bodyPr>
          <a:lstStyle/>
          <a:p>
            <a:pPr marL="118110" marR="5080" indent="-106045">
              <a:lnSpc>
                <a:spcPts val="740"/>
              </a:lnSpc>
              <a:spcBef>
                <a:spcPts val="10"/>
              </a:spcBef>
            </a:pPr>
            <a:r>
              <a:rPr dirty="0" sz="650" spc="-10">
                <a:solidFill>
                  <a:srgbClr val="00004A"/>
                </a:solidFill>
                <a:latin typeface="Segoe UI Symbol"/>
                <a:cs typeface="Segoe UI Symbol"/>
              </a:rPr>
              <a:t>Geospatial</a:t>
            </a:r>
            <a:r>
              <a:rPr dirty="0" sz="650" spc="500">
                <a:solidFill>
                  <a:srgbClr val="00004A"/>
                </a:solidFill>
                <a:latin typeface="Segoe UI Symbol"/>
                <a:cs typeface="Segoe UI Symbol"/>
              </a:rPr>
              <a:t> </a:t>
            </a:r>
            <a:r>
              <a:rPr dirty="0" sz="650" spc="-20">
                <a:solidFill>
                  <a:srgbClr val="00004A"/>
                </a:solidFill>
                <a:latin typeface="Segoe UI Symbol"/>
                <a:cs typeface="Segoe UI Symbol"/>
              </a:rPr>
              <a:t>Data</a:t>
            </a:r>
            <a:endParaRPr sz="650">
              <a:latin typeface="Segoe UI Symbol"/>
              <a:cs typeface="Segoe UI Symbol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4396088" y="4793871"/>
            <a:ext cx="6350" cy="891540"/>
          </a:xfrm>
          <a:custGeom>
            <a:avLst/>
            <a:gdLst/>
            <a:ahLst/>
            <a:cxnLst/>
            <a:rect l="l" t="t" r="r" b="b"/>
            <a:pathLst>
              <a:path w="6350" h="891539">
                <a:moveTo>
                  <a:pt x="6032" y="0"/>
                </a:moveTo>
                <a:lnTo>
                  <a:pt x="0" y="0"/>
                </a:lnTo>
                <a:lnTo>
                  <a:pt x="0" y="891040"/>
                </a:lnTo>
                <a:lnTo>
                  <a:pt x="6032" y="891040"/>
                </a:lnTo>
                <a:lnTo>
                  <a:pt x="6032" y="0"/>
                </a:lnTo>
                <a:close/>
              </a:path>
            </a:pathLst>
          </a:custGeom>
          <a:solidFill>
            <a:srgbClr val="5FC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4214560" y="4770575"/>
            <a:ext cx="6350" cy="937894"/>
          </a:xfrm>
          <a:custGeom>
            <a:avLst/>
            <a:gdLst/>
            <a:ahLst/>
            <a:cxnLst/>
            <a:rect l="l" t="t" r="r" b="b"/>
            <a:pathLst>
              <a:path w="6350" h="937895">
                <a:moveTo>
                  <a:pt x="6032" y="0"/>
                </a:moveTo>
                <a:lnTo>
                  <a:pt x="0" y="0"/>
                </a:lnTo>
                <a:lnTo>
                  <a:pt x="0" y="937642"/>
                </a:lnTo>
                <a:lnTo>
                  <a:pt x="6032" y="937642"/>
                </a:lnTo>
                <a:lnTo>
                  <a:pt x="6032" y="0"/>
                </a:lnTo>
                <a:close/>
              </a:path>
            </a:pathLst>
          </a:custGeom>
          <a:solidFill>
            <a:srgbClr val="5FC2F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4" name="object 84"/>
          <p:cNvGrpSpPr/>
          <p:nvPr/>
        </p:nvGrpSpPr>
        <p:grpSpPr>
          <a:xfrm>
            <a:off x="3780270" y="4471987"/>
            <a:ext cx="941069" cy="1494155"/>
            <a:chOff x="3780270" y="4471987"/>
            <a:chExt cx="941069" cy="1494155"/>
          </a:xfrm>
        </p:grpSpPr>
        <p:pic>
          <p:nvPicPr>
            <p:cNvPr id="85" name="object 8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780270" y="4761547"/>
              <a:ext cx="940628" cy="956231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3785489" y="4892992"/>
              <a:ext cx="930275" cy="693420"/>
            </a:xfrm>
            <a:custGeom>
              <a:avLst/>
              <a:gdLst/>
              <a:ahLst/>
              <a:cxnLst/>
              <a:rect l="l" t="t" r="r" b="b"/>
              <a:pathLst>
                <a:path w="930275" h="693420">
                  <a:moveTo>
                    <a:pt x="930160" y="346544"/>
                  </a:moveTo>
                  <a:lnTo>
                    <a:pt x="930021" y="337820"/>
                  </a:lnTo>
                  <a:lnTo>
                    <a:pt x="929614" y="330200"/>
                  </a:lnTo>
                  <a:lnTo>
                    <a:pt x="929551" y="328930"/>
                  </a:lnTo>
                  <a:lnTo>
                    <a:pt x="928903" y="321310"/>
                  </a:lnTo>
                  <a:lnTo>
                    <a:pt x="928801" y="320040"/>
                  </a:lnTo>
                  <a:lnTo>
                    <a:pt x="927747" y="311150"/>
                  </a:lnTo>
                  <a:lnTo>
                    <a:pt x="926401" y="302260"/>
                  </a:lnTo>
                  <a:lnTo>
                    <a:pt x="924775" y="293370"/>
                  </a:lnTo>
                  <a:lnTo>
                    <a:pt x="924115" y="290753"/>
                  </a:lnTo>
                  <a:lnTo>
                    <a:pt x="924115" y="346405"/>
                  </a:lnTo>
                  <a:lnTo>
                    <a:pt x="924115" y="346608"/>
                  </a:lnTo>
                  <a:lnTo>
                    <a:pt x="923988" y="351624"/>
                  </a:lnTo>
                  <a:lnTo>
                    <a:pt x="923544" y="355434"/>
                  </a:lnTo>
                  <a:lnTo>
                    <a:pt x="922820" y="360514"/>
                  </a:lnTo>
                  <a:lnTo>
                    <a:pt x="921931" y="363943"/>
                  </a:lnTo>
                  <a:lnTo>
                    <a:pt x="921931" y="380860"/>
                  </a:lnTo>
                  <a:lnTo>
                    <a:pt x="914869" y="415290"/>
                  </a:lnTo>
                  <a:lnTo>
                    <a:pt x="912444" y="424180"/>
                  </a:lnTo>
                  <a:lnTo>
                    <a:pt x="909764" y="431800"/>
                  </a:lnTo>
                  <a:lnTo>
                    <a:pt x="906818" y="440690"/>
                  </a:lnTo>
                  <a:lnTo>
                    <a:pt x="903617" y="448310"/>
                  </a:lnTo>
                  <a:lnTo>
                    <a:pt x="900137" y="455930"/>
                  </a:lnTo>
                  <a:lnTo>
                    <a:pt x="896429" y="463550"/>
                  </a:lnTo>
                  <a:lnTo>
                    <a:pt x="892467" y="471170"/>
                  </a:lnTo>
                  <a:lnTo>
                    <a:pt x="888238" y="480060"/>
                  </a:lnTo>
                  <a:lnTo>
                    <a:pt x="883780" y="487680"/>
                  </a:lnTo>
                  <a:lnTo>
                    <a:pt x="879081" y="494030"/>
                  </a:lnTo>
                  <a:lnTo>
                    <a:pt x="874141" y="501650"/>
                  </a:lnTo>
                  <a:lnTo>
                    <a:pt x="868972" y="509270"/>
                  </a:lnTo>
                  <a:lnTo>
                    <a:pt x="863574" y="516890"/>
                  </a:lnTo>
                  <a:lnTo>
                    <a:pt x="857948" y="523240"/>
                  </a:lnTo>
                  <a:lnTo>
                    <a:pt x="852093" y="530860"/>
                  </a:lnTo>
                  <a:lnTo>
                    <a:pt x="846035" y="537210"/>
                  </a:lnTo>
                  <a:lnTo>
                    <a:pt x="839749" y="543560"/>
                  </a:lnTo>
                  <a:lnTo>
                    <a:pt x="833259" y="551180"/>
                  </a:lnTo>
                  <a:lnTo>
                    <a:pt x="797737" y="581660"/>
                  </a:lnTo>
                  <a:lnTo>
                    <a:pt x="790041" y="588010"/>
                  </a:lnTo>
                  <a:lnTo>
                    <a:pt x="782167" y="593090"/>
                  </a:lnTo>
                  <a:lnTo>
                    <a:pt x="774103" y="599440"/>
                  </a:lnTo>
                  <a:lnTo>
                    <a:pt x="765873" y="604520"/>
                  </a:lnTo>
                  <a:lnTo>
                    <a:pt x="722109" y="629920"/>
                  </a:lnTo>
                  <a:lnTo>
                    <a:pt x="712863" y="633730"/>
                  </a:lnTo>
                  <a:lnTo>
                    <a:pt x="703478" y="638810"/>
                  </a:lnTo>
                  <a:lnTo>
                    <a:pt x="674395" y="650240"/>
                  </a:lnTo>
                  <a:lnTo>
                    <a:pt x="644067" y="661670"/>
                  </a:lnTo>
                  <a:lnTo>
                    <a:pt x="623189" y="666750"/>
                  </a:lnTo>
                  <a:lnTo>
                    <a:pt x="612571" y="670560"/>
                  </a:lnTo>
                  <a:lnTo>
                    <a:pt x="590994" y="675640"/>
                  </a:lnTo>
                  <a:lnTo>
                    <a:pt x="580034" y="676910"/>
                  </a:lnTo>
                  <a:lnTo>
                    <a:pt x="568960" y="679450"/>
                  </a:lnTo>
                  <a:lnTo>
                    <a:pt x="557784" y="680720"/>
                  </a:lnTo>
                  <a:lnTo>
                    <a:pt x="546506" y="683260"/>
                  </a:lnTo>
                  <a:lnTo>
                    <a:pt x="523684" y="685800"/>
                  </a:lnTo>
                  <a:lnTo>
                    <a:pt x="512127" y="685800"/>
                  </a:lnTo>
                  <a:lnTo>
                    <a:pt x="500507" y="687070"/>
                  </a:lnTo>
                  <a:lnTo>
                    <a:pt x="488772" y="687070"/>
                  </a:lnTo>
                  <a:lnTo>
                    <a:pt x="476986" y="688340"/>
                  </a:lnTo>
                  <a:lnTo>
                    <a:pt x="453250" y="688340"/>
                  </a:lnTo>
                  <a:lnTo>
                    <a:pt x="441452" y="687070"/>
                  </a:lnTo>
                  <a:lnTo>
                    <a:pt x="429742" y="687070"/>
                  </a:lnTo>
                  <a:lnTo>
                    <a:pt x="418096" y="685800"/>
                  </a:lnTo>
                  <a:lnTo>
                    <a:pt x="406552" y="685800"/>
                  </a:lnTo>
                  <a:lnTo>
                    <a:pt x="383717" y="683260"/>
                  </a:lnTo>
                  <a:lnTo>
                    <a:pt x="372452" y="680720"/>
                  </a:lnTo>
                  <a:lnTo>
                    <a:pt x="361276" y="679450"/>
                  </a:lnTo>
                  <a:lnTo>
                    <a:pt x="350215" y="676910"/>
                  </a:lnTo>
                  <a:lnTo>
                    <a:pt x="339242" y="675640"/>
                  </a:lnTo>
                  <a:lnTo>
                    <a:pt x="317652" y="670560"/>
                  </a:lnTo>
                  <a:lnTo>
                    <a:pt x="307035" y="666750"/>
                  </a:lnTo>
                  <a:lnTo>
                    <a:pt x="286169" y="661670"/>
                  </a:lnTo>
                  <a:lnTo>
                    <a:pt x="255828" y="650240"/>
                  </a:lnTo>
                  <a:lnTo>
                    <a:pt x="226771" y="638810"/>
                  </a:lnTo>
                  <a:lnTo>
                    <a:pt x="217360" y="633730"/>
                  </a:lnTo>
                  <a:lnTo>
                    <a:pt x="208127" y="629920"/>
                  </a:lnTo>
                  <a:lnTo>
                    <a:pt x="172783" y="609600"/>
                  </a:lnTo>
                  <a:lnTo>
                    <a:pt x="148056" y="593090"/>
                  </a:lnTo>
                  <a:lnTo>
                    <a:pt x="140195" y="588010"/>
                  </a:lnTo>
                  <a:lnTo>
                    <a:pt x="132499" y="581660"/>
                  </a:lnTo>
                  <a:lnTo>
                    <a:pt x="124993" y="576580"/>
                  </a:lnTo>
                  <a:lnTo>
                    <a:pt x="117703" y="570230"/>
                  </a:lnTo>
                  <a:lnTo>
                    <a:pt x="110591" y="563880"/>
                  </a:lnTo>
                  <a:lnTo>
                    <a:pt x="103682" y="557530"/>
                  </a:lnTo>
                  <a:lnTo>
                    <a:pt x="96977" y="551180"/>
                  </a:lnTo>
                  <a:lnTo>
                    <a:pt x="90487" y="543560"/>
                  </a:lnTo>
                  <a:lnTo>
                    <a:pt x="84201" y="537210"/>
                  </a:lnTo>
                  <a:lnTo>
                    <a:pt x="78130" y="530860"/>
                  </a:lnTo>
                  <a:lnTo>
                    <a:pt x="72288" y="523240"/>
                  </a:lnTo>
                  <a:lnTo>
                    <a:pt x="66649" y="516890"/>
                  </a:lnTo>
                  <a:lnTo>
                    <a:pt x="61252" y="509270"/>
                  </a:lnTo>
                  <a:lnTo>
                    <a:pt x="56083" y="501650"/>
                  </a:lnTo>
                  <a:lnTo>
                    <a:pt x="51142" y="494030"/>
                  </a:lnTo>
                  <a:lnTo>
                    <a:pt x="46443" y="487680"/>
                  </a:lnTo>
                  <a:lnTo>
                    <a:pt x="41986" y="480060"/>
                  </a:lnTo>
                  <a:lnTo>
                    <a:pt x="37757" y="472440"/>
                  </a:lnTo>
                  <a:lnTo>
                    <a:pt x="33782" y="463550"/>
                  </a:lnTo>
                  <a:lnTo>
                    <a:pt x="30060" y="455930"/>
                  </a:lnTo>
                  <a:lnTo>
                    <a:pt x="26593" y="448310"/>
                  </a:lnTo>
                  <a:lnTo>
                    <a:pt x="23393" y="440690"/>
                  </a:lnTo>
                  <a:lnTo>
                    <a:pt x="20434" y="431800"/>
                  </a:lnTo>
                  <a:lnTo>
                    <a:pt x="17754" y="424180"/>
                  </a:lnTo>
                  <a:lnTo>
                    <a:pt x="15341" y="415290"/>
                  </a:lnTo>
                  <a:lnTo>
                    <a:pt x="13182" y="407670"/>
                  </a:lnTo>
                  <a:lnTo>
                    <a:pt x="11315" y="398780"/>
                  </a:lnTo>
                  <a:lnTo>
                    <a:pt x="9715" y="389890"/>
                  </a:lnTo>
                  <a:lnTo>
                    <a:pt x="8407" y="382270"/>
                  </a:lnTo>
                  <a:lnTo>
                    <a:pt x="8280" y="381254"/>
                  </a:lnTo>
                  <a:lnTo>
                    <a:pt x="9791" y="384644"/>
                  </a:lnTo>
                  <a:lnTo>
                    <a:pt x="12319" y="388454"/>
                  </a:lnTo>
                  <a:lnTo>
                    <a:pt x="15113" y="392264"/>
                  </a:lnTo>
                  <a:lnTo>
                    <a:pt x="18173" y="397344"/>
                  </a:lnTo>
                  <a:lnTo>
                    <a:pt x="21501" y="401154"/>
                  </a:lnTo>
                  <a:lnTo>
                    <a:pt x="51803" y="429094"/>
                  </a:lnTo>
                  <a:lnTo>
                    <a:pt x="86868" y="451954"/>
                  </a:lnTo>
                  <a:lnTo>
                    <a:pt x="100279" y="458304"/>
                  </a:lnTo>
                  <a:lnTo>
                    <a:pt x="107302" y="462114"/>
                  </a:lnTo>
                  <a:lnTo>
                    <a:pt x="114515" y="464654"/>
                  </a:lnTo>
                  <a:lnTo>
                    <a:pt x="121920" y="468464"/>
                  </a:lnTo>
                  <a:lnTo>
                    <a:pt x="129527" y="471004"/>
                  </a:lnTo>
                  <a:lnTo>
                    <a:pt x="137299" y="474814"/>
                  </a:lnTo>
                  <a:lnTo>
                    <a:pt x="153441" y="479894"/>
                  </a:lnTo>
                  <a:lnTo>
                    <a:pt x="161772" y="483704"/>
                  </a:lnTo>
                  <a:lnTo>
                    <a:pt x="187820" y="491324"/>
                  </a:lnTo>
                  <a:lnTo>
                    <a:pt x="215341" y="498944"/>
                  </a:lnTo>
                  <a:lnTo>
                    <a:pt x="224828" y="500214"/>
                  </a:lnTo>
                  <a:lnTo>
                    <a:pt x="244246" y="505294"/>
                  </a:lnTo>
                  <a:lnTo>
                    <a:pt x="254177" y="506564"/>
                  </a:lnTo>
                  <a:lnTo>
                    <a:pt x="264236" y="509104"/>
                  </a:lnTo>
                  <a:lnTo>
                    <a:pt x="274434" y="510374"/>
                  </a:lnTo>
                  <a:lnTo>
                    <a:pt x="284772" y="512914"/>
                  </a:lnTo>
                  <a:lnTo>
                    <a:pt x="371741" y="523074"/>
                  </a:lnTo>
                  <a:lnTo>
                    <a:pt x="383108" y="523074"/>
                  </a:lnTo>
                  <a:lnTo>
                    <a:pt x="394563" y="524344"/>
                  </a:lnTo>
                  <a:lnTo>
                    <a:pt x="406107" y="524344"/>
                  </a:lnTo>
                  <a:lnTo>
                    <a:pt x="417741" y="525614"/>
                  </a:lnTo>
                  <a:lnTo>
                    <a:pt x="512470" y="525614"/>
                  </a:lnTo>
                  <a:lnTo>
                    <a:pt x="524103" y="524344"/>
                  </a:lnTo>
                  <a:lnTo>
                    <a:pt x="535647" y="524344"/>
                  </a:lnTo>
                  <a:lnTo>
                    <a:pt x="547103" y="523074"/>
                  </a:lnTo>
                  <a:lnTo>
                    <a:pt x="558457" y="523074"/>
                  </a:lnTo>
                  <a:lnTo>
                    <a:pt x="580771" y="520534"/>
                  </a:lnTo>
                  <a:lnTo>
                    <a:pt x="645439" y="512914"/>
                  </a:lnTo>
                  <a:lnTo>
                    <a:pt x="655777" y="510374"/>
                  </a:lnTo>
                  <a:lnTo>
                    <a:pt x="665975" y="509104"/>
                  </a:lnTo>
                  <a:lnTo>
                    <a:pt x="676033" y="506564"/>
                  </a:lnTo>
                  <a:lnTo>
                    <a:pt x="685965" y="505294"/>
                  </a:lnTo>
                  <a:lnTo>
                    <a:pt x="705383" y="500214"/>
                  </a:lnTo>
                  <a:lnTo>
                    <a:pt x="714870" y="498944"/>
                  </a:lnTo>
                  <a:lnTo>
                    <a:pt x="742391" y="491324"/>
                  </a:lnTo>
                  <a:lnTo>
                    <a:pt x="768438" y="483704"/>
                  </a:lnTo>
                  <a:lnTo>
                    <a:pt x="776782" y="479894"/>
                  </a:lnTo>
                  <a:lnTo>
                    <a:pt x="792911" y="474814"/>
                  </a:lnTo>
                  <a:lnTo>
                    <a:pt x="800709" y="471004"/>
                  </a:lnTo>
                  <a:lnTo>
                    <a:pt x="808304" y="468464"/>
                  </a:lnTo>
                  <a:lnTo>
                    <a:pt x="815721" y="464654"/>
                  </a:lnTo>
                  <a:lnTo>
                    <a:pt x="822921" y="462114"/>
                  </a:lnTo>
                  <a:lnTo>
                    <a:pt x="829945" y="458304"/>
                  </a:lnTo>
                  <a:lnTo>
                    <a:pt x="836752" y="455764"/>
                  </a:lnTo>
                  <a:lnTo>
                    <a:pt x="873150" y="432904"/>
                  </a:lnTo>
                  <a:lnTo>
                    <a:pt x="905167" y="404964"/>
                  </a:lnTo>
                  <a:lnTo>
                    <a:pt x="908761" y="401154"/>
                  </a:lnTo>
                  <a:lnTo>
                    <a:pt x="912088" y="397344"/>
                  </a:lnTo>
                  <a:lnTo>
                    <a:pt x="915149" y="392264"/>
                  </a:lnTo>
                  <a:lnTo>
                    <a:pt x="917943" y="388454"/>
                  </a:lnTo>
                  <a:lnTo>
                    <a:pt x="919200" y="385914"/>
                  </a:lnTo>
                  <a:lnTo>
                    <a:pt x="920457" y="383374"/>
                  </a:lnTo>
                  <a:lnTo>
                    <a:pt x="921931" y="380860"/>
                  </a:lnTo>
                  <a:lnTo>
                    <a:pt x="921931" y="363943"/>
                  </a:lnTo>
                  <a:lnTo>
                    <a:pt x="921829" y="364324"/>
                  </a:lnTo>
                  <a:lnTo>
                    <a:pt x="920559" y="368134"/>
                  </a:lnTo>
                  <a:lnTo>
                    <a:pt x="918997" y="373214"/>
                  </a:lnTo>
                  <a:lnTo>
                    <a:pt x="917168" y="377024"/>
                  </a:lnTo>
                  <a:lnTo>
                    <a:pt x="915073" y="380834"/>
                  </a:lnTo>
                  <a:lnTo>
                    <a:pt x="912698" y="385914"/>
                  </a:lnTo>
                  <a:lnTo>
                    <a:pt x="912787" y="384644"/>
                  </a:lnTo>
                  <a:lnTo>
                    <a:pt x="910145" y="389724"/>
                  </a:lnTo>
                  <a:lnTo>
                    <a:pt x="907237" y="393534"/>
                  </a:lnTo>
                  <a:lnTo>
                    <a:pt x="904087" y="397344"/>
                  </a:lnTo>
                  <a:lnTo>
                    <a:pt x="900658" y="401154"/>
                  </a:lnTo>
                  <a:lnTo>
                    <a:pt x="896975" y="404964"/>
                  </a:lnTo>
                  <a:lnTo>
                    <a:pt x="893051" y="410044"/>
                  </a:lnTo>
                  <a:lnTo>
                    <a:pt x="864298" y="431634"/>
                  </a:lnTo>
                  <a:lnTo>
                    <a:pt x="858685" y="435444"/>
                  </a:lnTo>
                  <a:lnTo>
                    <a:pt x="852843" y="439254"/>
                  </a:lnTo>
                  <a:lnTo>
                    <a:pt x="846785" y="443064"/>
                  </a:lnTo>
                  <a:lnTo>
                    <a:pt x="840498" y="446874"/>
                  </a:lnTo>
                  <a:lnTo>
                    <a:pt x="834021" y="449414"/>
                  </a:lnTo>
                  <a:lnTo>
                    <a:pt x="827316" y="453224"/>
                  </a:lnTo>
                  <a:lnTo>
                    <a:pt x="820394" y="457034"/>
                  </a:lnTo>
                  <a:lnTo>
                    <a:pt x="813282" y="459574"/>
                  </a:lnTo>
                  <a:lnTo>
                    <a:pt x="805980" y="463384"/>
                  </a:lnTo>
                  <a:lnTo>
                    <a:pt x="790765" y="468464"/>
                  </a:lnTo>
                  <a:lnTo>
                    <a:pt x="782866" y="472274"/>
                  </a:lnTo>
                  <a:lnTo>
                    <a:pt x="766546" y="477354"/>
                  </a:lnTo>
                  <a:lnTo>
                    <a:pt x="740740" y="484974"/>
                  </a:lnTo>
                  <a:lnTo>
                    <a:pt x="704011" y="495134"/>
                  </a:lnTo>
                  <a:lnTo>
                    <a:pt x="694461" y="496404"/>
                  </a:lnTo>
                  <a:lnTo>
                    <a:pt x="674878" y="501484"/>
                  </a:lnTo>
                  <a:lnTo>
                    <a:pt x="664883" y="502754"/>
                  </a:lnTo>
                  <a:lnTo>
                    <a:pt x="654748" y="505294"/>
                  </a:lnTo>
                  <a:lnTo>
                    <a:pt x="623570" y="509104"/>
                  </a:lnTo>
                  <a:lnTo>
                    <a:pt x="612914" y="511644"/>
                  </a:lnTo>
                  <a:lnTo>
                    <a:pt x="591273" y="514184"/>
                  </a:lnTo>
                  <a:lnTo>
                    <a:pt x="580288" y="514184"/>
                  </a:lnTo>
                  <a:lnTo>
                    <a:pt x="546684" y="517994"/>
                  </a:lnTo>
                  <a:lnTo>
                    <a:pt x="535292" y="517994"/>
                  </a:lnTo>
                  <a:lnTo>
                    <a:pt x="523811" y="519264"/>
                  </a:lnTo>
                  <a:lnTo>
                    <a:pt x="500570" y="519264"/>
                  </a:lnTo>
                  <a:lnTo>
                    <a:pt x="488823" y="520534"/>
                  </a:lnTo>
                  <a:lnTo>
                    <a:pt x="441388" y="520534"/>
                  </a:lnTo>
                  <a:lnTo>
                    <a:pt x="429641" y="519264"/>
                  </a:lnTo>
                  <a:lnTo>
                    <a:pt x="406400" y="519264"/>
                  </a:lnTo>
                  <a:lnTo>
                    <a:pt x="394906" y="517994"/>
                  </a:lnTo>
                  <a:lnTo>
                    <a:pt x="383514" y="517994"/>
                  </a:lnTo>
                  <a:lnTo>
                    <a:pt x="349923" y="514184"/>
                  </a:lnTo>
                  <a:lnTo>
                    <a:pt x="338924" y="514184"/>
                  </a:lnTo>
                  <a:lnTo>
                    <a:pt x="317296" y="511644"/>
                  </a:lnTo>
                  <a:lnTo>
                    <a:pt x="306641" y="509104"/>
                  </a:lnTo>
                  <a:lnTo>
                    <a:pt x="275463" y="505294"/>
                  </a:lnTo>
                  <a:lnTo>
                    <a:pt x="265328" y="502754"/>
                  </a:lnTo>
                  <a:lnTo>
                    <a:pt x="255333" y="501484"/>
                  </a:lnTo>
                  <a:lnTo>
                    <a:pt x="235750" y="496404"/>
                  </a:lnTo>
                  <a:lnTo>
                    <a:pt x="189471" y="484974"/>
                  </a:lnTo>
                  <a:lnTo>
                    <a:pt x="147345" y="472274"/>
                  </a:lnTo>
                  <a:lnTo>
                    <a:pt x="139458" y="468464"/>
                  </a:lnTo>
                  <a:lnTo>
                    <a:pt x="124256" y="463384"/>
                  </a:lnTo>
                  <a:lnTo>
                    <a:pt x="116941" y="459574"/>
                  </a:lnTo>
                  <a:lnTo>
                    <a:pt x="109829" y="457034"/>
                  </a:lnTo>
                  <a:lnTo>
                    <a:pt x="102920" y="453224"/>
                  </a:lnTo>
                  <a:lnTo>
                    <a:pt x="96227" y="449414"/>
                  </a:lnTo>
                  <a:lnTo>
                    <a:pt x="89725" y="446874"/>
                  </a:lnTo>
                  <a:lnTo>
                    <a:pt x="83451" y="443064"/>
                  </a:lnTo>
                  <a:lnTo>
                    <a:pt x="77393" y="439254"/>
                  </a:lnTo>
                  <a:lnTo>
                    <a:pt x="71551" y="435444"/>
                  </a:lnTo>
                  <a:lnTo>
                    <a:pt x="65938" y="432904"/>
                  </a:lnTo>
                  <a:lnTo>
                    <a:pt x="33286" y="404964"/>
                  </a:lnTo>
                  <a:lnTo>
                    <a:pt x="29603" y="401154"/>
                  </a:lnTo>
                  <a:lnTo>
                    <a:pt x="17399" y="384644"/>
                  </a:lnTo>
                  <a:lnTo>
                    <a:pt x="17475" y="385914"/>
                  </a:lnTo>
                  <a:lnTo>
                    <a:pt x="15036" y="380834"/>
                  </a:lnTo>
                  <a:lnTo>
                    <a:pt x="12928" y="377024"/>
                  </a:lnTo>
                  <a:lnTo>
                    <a:pt x="11112" y="373214"/>
                  </a:lnTo>
                  <a:lnTo>
                    <a:pt x="9563" y="368134"/>
                  </a:lnTo>
                  <a:lnTo>
                    <a:pt x="8293" y="364324"/>
                  </a:lnTo>
                  <a:lnTo>
                    <a:pt x="7315" y="360514"/>
                  </a:lnTo>
                  <a:lnTo>
                    <a:pt x="6604" y="355434"/>
                  </a:lnTo>
                  <a:lnTo>
                    <a:pt x="6172" y="351624"/>
                  </a:lnTo>
                  <a:lnTo>
                    <a:pt x="6032" y="346710"/>
                  </a:lnTo>
                  <a:lnTo>
                    <a:pt x="6032" y="346544"/>
                  </a:lnTo>
                  <a:lnTo>
                    <a:pt x="6184" y="342734"/>
                  </a:lnTo>
                  <a:lnTo>
                    <a:pt x="6515" y="338924"/>
                  </a:lnTo>
                  <a:lnTo>
                    <a:pt x="6629" y="337654"/>
                  </a:lnTo>
                  <a:lnTo>
                    <a:pt x="6604" y="338924"/>
                  </a:lnTo>
                  <a:lnTo>
                    <a:pt x="6781" y="337654"/>
                  </a:lnTo>
                  <a:lnTo>
                    <a:pt x="7340" y="333844"/>
                  </a:lnTo>
                  <a:lnTo>
                    <a:pt x="8343" y="330034"/>
                  </a:lnTo>
                  <a:lnTo>
                    <a:pt x="9626" y="324954"/>
                  </a:lnTo>
                  <a:lnTo>
                    <a:pt x="9563" y="326224"/>
                  </a:lnTo>
                  <a:lnTo>
                    <a:pt x="9969" y="324954"/>
                  </a:lnTo>
                  <a:lnTo>
                    <a:pt x="11188" y="321144"/>
                  </a:lnTo>
                  <a:lnTo>
                    <a:pt x="13004" y="317334"/>
                  </a:lnTo>
                  <a:lnTo>
                    <a:pt x="15100" y="312254"/>
                  </a:lnTo>
                  <a:lnTo>
                    <a:pt x="15036" y="313524"/>
                  </a:lnTo>
                  <a:lnTo>
                    <a:pt x="15646" y="312254"/>
                  </a:lnTo>
                  <a:lnTo>
                    <a:pt x="17475" y="308444"/>
                  </a:lnTo>
                  <a:lnTo>
                    <a:pt x="20027" y="304634"/>
                  </a:lnTo>
                  <a:lnTo>
                    <a:pt x="22923" y="300824"/>
                  </a:lnTo>
                  <a:lnTo>
                    <a:pt x="26098" y="297014"/>
                  </a:lnTo>
                  <a:lnTo>
                    <a:pt x="29527" y="291934"/>
                  </a:lnTo>
                  <a:lnTo>
                    <a:pt x="60490" y="265264"/>
                  </a:lnTo>
                  <a:lnTo>
                    <a:pt x="77330" y="255104"/>
                  </a:lnTo>
                  <a:lnTo>
                    <a:pt x="83388" y="251294"/>
                  </a:lnTo>
                  <a:lnTo>
                    <a:pt x="89662" y="247484"/>
                  </a:lnTo>
                  <a:lnTo>
                    <a:pt x="96164" y="243674"/>
                  </a:lnTo>
                  <a:lnTo>
                    <a:pt x="102870" y="241134"/>
                  </a:lnTo>
                  <a:lnTo>
                    <a:pt x="109778" y="237324"/>
                  </a:lnTo>
                  <a:lnTo>
                    <a:pt x="116890" y="234784"/>
                  </a:lnTo>
                  <a:lnTo>
                    <a:pt x="124206" y="230974"/>
                  </a:lnTo>
                  <a:lnTo>
                    <a:pt x="131711" y="228434"/>
                  </a:lnTo>
                  <a:lnTo>
                    <a:pt x="139420" y="224624"/>
                  </a:lnTo>
                  <a:lnTo>
                    <a:pt x="155371" y="219544"/>
                  </a:lnTo>
                  <a:lnTo>
                    <a:pt x="172059" y="214464"/>
                  </a:lnTo>
                  <a:lnTo>
                    <a:pt x="180670" y="210654"/>
                  </a:lnTo>
                  <a:lnTo>
                    <a:pt x="189433" y="208114"/>
                  </a:lnTo>
                  <a:lnTo>
                    <a:pt x="198374" y="206844"/>
                  </a:lnTo>
                  <a:lnTo>
                    <a:pt x="235724" y="196684"/>
                  </a:lnTo>
                  <a:lnTo>
                    <a:pt x="245440" y="195414"/>
                  </a:lnTo>
                  <a:lnTo>
                    <a:pt x="255295" y="192874"/>
                  </a:lnTo>
                  <a:lnTo>
                    <a:pt x="265290" y="191604"/>
                  </a:lnTo>
                  <a:lnTo>
                    <a:pt x="275424" y="189064"/>
                  </a:lnTo>
                  <a:lnTo>
                    <a:pt x="296087" y="186524"/>
                  </a:lnTo>
                  <a:lnTo>
                    <a:pt x="306616" y="183984"/>
                  </a:lnTo>
                  <a:lnTo>
                    <a:pt x="349885" y="178904"/>
                  </a:lnTo>
                  <a:lnTo>
                    <a:pt x="360984" y="178904"/>
                  </a:lnTo>
                  <a:lnTo>
                    <a:pt x="383489" y="176364"/>
                  </a:lnTo>
                  <a:lnTo>
                    <a:pt x="394881" y="176364"/>
                  </a:lnTo>
                  <a:lnTo>
                    <a:pt x="406374" y="175094"/>
                  </a:lnTo>
                  <a:lnTo>
                    <a:pt x="417944" y="175094"/>
                  </a:lnTo>
                  <a:lnTo>
                    <a:pt x="429602" y="173824"/>
                  </a:lnTo>
                  <a:lnTo>
                    <a:pt x="500545" y="173824"/>
                  </a:lnTo>
                  <a:lnTo>
                    <a:pt x="512203" y="175094"/>
                  </a:lnTo>
                  <a:lnTo>
                    <a:pt x="523773" y="175094"/>
                  </a:lnTo>
                  <a:lnTo>
                    <a:pt x="535266" y="176364"/>
                  </a:lnTo>
                  <a:lnTo>
                    <a:pt x="546658" y="176364"/>
                  </a:lnTo>
                  <a:lnTo>
                    <a:pt x="569163" y="178904"/>
                  </a:lnTo>
                  <a:lnTo>
                    <a:pt x="580263" y="178904"/>
                  </a:lnTo>
                  <a:lnTo>
                    <a:pt x="623531" y="183984"/>
                  </a:lnTo>
                  <a:lnTo>
                    <a:pt x="634047" y="186524"/>
                  </a:lnTo>
                  <a:lnTo>
                    <a:pt x="654710" y="189064"/>
                  </a:lnTo>
                  <a:lnTo>
                    <a:pt x="664845" y="191604"/>
                  </a:lnTo>
                  <a:lnTo>
                    <a:pt x="674852" y="192874"/>
                  </a:lnTo>
                  <a:lnTo>
                    <a:pt x="684707" y="195414"/>
                  </a:lnTo>
                  <a:lnTo>
                    <a:pt x="694410" y="196684"/>
                  </a:lnTo>
                  <a:lnTo>
                    <a:pt x="731761" y="206844"/>
                  </a:lnTo>
                  <a:lnTo>
                    <a:pt x="740702" y="208114"/>
                  </a:lnTo>
                  <a:lnTo>
                    <a:pt x="749477" y="210654"/>
                  </a:lnTo>
                  <a:lnTo>
                    <a:pt x="758075" y="214464"/>
                  </a:lnTo>
                  <a:lnTo>
                    <a:pt x="774763" y="219544"/>
                  </a:lnTo>
                  <a:lnTo>
                    <a:pt x="790727" y="224624"/>
                  </a:lnTo>
                  <a:lnTo>
                    <a:pt x="798410" y="228434"/>
                  </a:lnTo>
                  <a:lnTo>
                    <a:pt x="805929" y="230974"/>
                  </a:lnTo>
                  <a:lnTo>
                    <a:pt x="813231" y="234784"/>
                  </a:lnTo>
                  <a:lnTo>
                    <a:pt x="820343" y="237324"/>
                  </a:lnTo>
                  <a:lnTo>
                    <a:pt x="827265" y="241134"/>
                  </a:lnTo>
                  <a:lnTo>
                    <a:pt x="833958" y="243674"/>
                  </a:lnTo>
                  <a:lnTo>
                    <a:pt x="840447" y="247484"/>
                  </a:lnTo>
                  <a:lnTo>
                    <a:pt x="846721" y="251294"/>
                  </a:lnTo>
                  <a:lnTo>
                    <a:pt x="852792" y="255104"/>
                  </a:lnTo>
                  <a:lnTo>
                    <a:pt x="858621" y="257644"/>
                  </a:lnTo>
                  <a:lnTo>
                    <a:pt x="892962" y="284314"/>
                  </a:lnTo>
                  <a:lnTo>
                    <a:pt x="903998" y="297014"/>
                  </a:lnTo>
                  <a:lnTo>
                    <a:pt x="907161" y="300824"/>
                  </a:lnTo>
                  <a:lnTo>
                    <a:pt x="910069" y="304634"/>
                  </a:lnTo>
                  <a:lnTo>
                    <a:pt x="912787" y="308444"/>
                  </a:lnTo>
                  <a:lnTo>
                    <a:pt x="915149" y="313524"/>
                  </a:lnTo>
                  <a:lnTo>
                    <a:pt x="915073" y="312254"/>
                  </a:lnTo>
                  <a:lnTo>
                    <a:pt x="917232" y="317334"/>
                  </a:lnTo>
                  <a:lnTo>
                    <a:pt x="919060" y="321144"/>
                  </a:lnTo>
                  <a:lnTo>
                    <a:pt x="920610" y="326224"/>
                  </a:lnTo>
                  <a:lnTo>
                    <a:pt x="920559" y="324954"/>
                  </a:lnTo>
                  <a:lnTo>
                    <a:pt x="922870" y="333844"/>
                  </a:lnTo>
                  <a:lnTo>
                    <a:pt x="923582" y="338924"/>
                  </a:lnTo>
                  <a:lnTo>
                    <a:pt x="923544" y="337654"/>
                  </a:lnTo>
                  <a:lnTo>
                    <a:pt x="924001" y="342734"/>
                  </a:lnTo>
                  <a:lnTo>
                    <a:pt x="924115" y="346405"/>
                  </a:lnTo>
                  <a:lnTo>
                    <a:pt x="924115" y="290753"/>
                  </a:lnTo>
                  <a:lnTo>
                    <a:pt x="922858" y="285750"/>
                  </a:lnTo>
                  <a:lnTo>
                    <a:pt x="921829" y="281597"/>
                  </a:lnTo>
                  <a:lnTo>
                    <a:pt x="921829" y="312991"/>
                  </a:lnTo>
                  <a:lnTo>
                    <a:pt x="921512" y="312254"/>
                  </a:lnTo>
                  <a:lnTo>
                    <a:pt x="920381" y="309714"/>
                  </a:lnTo>
                  <a:lnTo>
                    <a:pt x="917854" y="305904"/>
                  </a:lnTo>
                  <a:lnTo>
                    <a:pt x="915060" y="300824"/>
                  </a:lnTo>
                  <a:lnTo>
                    <a:pt x="911999" y="297014"/>
                  </a:lnTo>
                  <a:lnTo>
                    <a:pt x="908685" y="293204"/>
                  </a:lnTo>
                  <a:lnTo>
                    <a:pt x="905090" y="288124"/>
                  </a:lnTo>
                  <a:lnTo>
                    <a:pt x="901255" y="284314"/>
                  </a:lnTo>
                  <a:lnTo>
                    <a:pt x="897153" y="280504"/>
                  </a:lnTo>
                  <a:lnTo>
                    <a:pt x="892822" y="276694"/>
                  </a:lnTo>
                  <a:lnTo>
                    <a:pt x="888238" y="271614"/>
                  </a:lnTo>
                  <a:lnTo>
                    <a:pt x="855878" y="250024"/>
                  </a:lnTo>
                  <a:lnTo>
                    <a:pt x="849693" y="246214"/>
                  </a:lnTo>
                  <a:lnTo>
                    <a:pt x="843292" y="242404"/>
                  </a:lnTo>
                  <a:lnTo>
                    <a:pt x="836701" y="238594"/>
                  </a:lnTo>
                  <a:lnTo>
                    <a:pt x="829894" y="236054"/>
                  </a:lnTo>
                  <a:lnTo>
                    <a:pt x="822883" y="232244"/>
                  </a:lnTo>
                  <a:lnTo>
                    <a:pt x="815670" y="228434"/>
                  </a:lnTo>
                  <a:lnTo>
                    <a:pt x="808253" y="225894"/>
                  </a:lnTo>
                  <a:lnTo>
                    <a:pt x="800658" y="222084"/>
                  </a:lnTo>
                  <a:lnTo>
                    <a:pt x="784898" y="217004"/>
                  </a:lnTo>
                  <a:lnTo>
                    <a:pt x="776744" y="213194"/>
                  </a:lnTo>
                  <a:lnTo>
                    <a:pt x="751217" y="205574"/>
                  </a:lnTo>
                  <a:lnTo>
                    <a:pt x="714832" y="195414"/>
                  </a:lnTo>
                  <a:lnTo>
                    <a:pt x="705345" y="192874"/>
                  </a:lnTo>
                  <a:lnTo>
                    <a:pt x="695718" y="191604"/>
                  </a:lnTo>
                  <a:lnTo>
                    <a:pt x="676008" y="186524"/>
                  </a:lnTo>
                  <a:lnTo>
                    <a:pt x="655739" y="183984"/>
                  </a:lnTo>
                  <a:lnTo>
                    <a:pt x="645414" y="181444"/>
                  </a:lnTo>
                  <a:lnTo>
                    <a:pt x="613664" y="177634"/>
                  </a:lnTo>
                  <a:lnTo>
                    <a:pt x="602830" y="175094"/>
                  </a:lnTo>
                  <a:lnTo>
                    <a:pt x="591896" y="175094"/>
                  </a:lnTo>
                  <a:lnTo>
                    <a:pt x="580847" y="173824"/>
                  </a:lnTo>
                  <a:lnTo>
                    <a:pt x="547077" y="170014"/>
                  </a:lnTo>
                  <a:lnTo>
                    <a:pt x="535622" y="170014"/>
                  </a:lnTo>
                  <a:lnTo>
                    <a:pt x="524065" y="168744"/>
                  </a:lnTo>
                  <a:lnTo>
                    <a:pt x="500710" y="168744"/>
                  </a:lnTo>
                  <a:lnTo>
                    <a:pt x="488911" y="167474"/>
                  </a:lnTo>
                  <a:lnTo>
                    <a:pt x="441236" y="167474"/>
                  </a:lnTo>
                  <a:lnTo>
                    <a:pt x="429437" y="168744"/>
                  </a:lnTo>
                  <a:lnTo>
                    <a:pt x="406082" y="168744"/>
                  </a:lnTo>
                  <a:lnTo>
                    <a:pt x="394525" y="170014"/>
                  </a:lnTo>
                  <a:lnTo>
                    <a:pt x="383082" y="170014"/>
                  </a:lnTo>
                  <a:lnTo>
                    <a:pt x="338251" y="175094"/>
                  </a:lnTo>
                  <a:lnTo>
                    <a:pt x="327317" y="175094"/>
                  </a:lnTo>
                  <a:lnTo>
                    <a:pt x="316484" y="177634"/>
                  </a:lnTo>
                  <a:lnTo>
                    <a:pt x="284734" y="181444"/>
                  </a:lnTo>
                  <a:lnTo>
                    <a:pt x="274408" y="183984"/>
                  </a:lnTo>
                  <a:lnTo>
                    <a:pt x="254139" y="186524"/>
                  </a:lnTo>
                  <a:lnTo>
                    <a:pt x="234429" y="191604"/>
                  </a:lnTo>
                  <a:lnTo>
                    <a:pt x="224790" y="192874"/>
                  </a:lnTo>
                  <a:lnTo>
                    <a:pt x="215303" y="195414"/>
                  </a:lnTo>
                  <a:lnTo>
                    <a:pt x="178930" y="205574"/>
                  </a:lnTo>
                  <a:lnTo>
                    <a:pt x="153403" y="213194"/>
                  </a:lnTo>
                  <a:lnTo>
                    <a:pt x="145237" y="217004"/>
                  </a:lnTo>
                  <a:lnTo>
                    <a:pt x="129476" y="222084"/>
                  </a:lnTo>
                  <a:lnTo>
                    <a:pt x="121869" y="225894"/>
                  </a:lnTo>
                  <a:lnTo>
                    <a:pt x="114465" y="228434"/>
                  </a:lnTo>
                  <a:lnTo>
                    <a:pt x="107238" y="232244"/>
                  </a:lnTo>
                  <a:lnTo>
                    <a:pt x="100228" y="236054"/>
                  </a:lnTo>
                  <a:lnTo>
                    <a:pt x="93433" y="238594"/>
                  </a:lnTo>
                  <a:lnTo>
                    <a:pt x="86817" y="242404"/>
                  </a:lnTo>
                  <a:lnTo>
                    <a:pt x="80429" y="246214"/>
                  </a:lnTo>
                  <a:lnTo>
                    <a:pt x="74244" y="250024"/>
                  </a:lnTo>
                  <a:lnTo>
                    <a:pt x="68287" y="252564"/>
                  </a:lnTo>
                  <a:lnTo>
                    <a:pt x="37274" y="276694"/>
                  </a:lnTo>
                  <a:lnTo>
                    <a:pt x="32943" y="280504"/>
                  </a:lnTo>
                  <a:lnTo>
                    <a:pt x="28854" y="284314"/>
                  </a:lnTo>
                  <a:lnTo>
                    <a:pt x="25006" y="288124"/>
                  </a:lnTo>
                  <a:lnTo>
                    <a:pt x="21424" y="293204"/>
                  </a:lnTo>
                  <a:lnTo>
                    <a:pt x="18097" y="297014"/>
                  </a:lnTo>
                  <a:lnTo>
                    <a:pt x="15036" y="300824"/>
                  </a:lnTo>
                  <a:lnTo>
                    <a:pt x="12242" y="305904"/>
                  </a:lnTo>
                  <a:lnTo>
                    <a:pt x="9715" y="309714"/>
                  </a:lnTo>
                  <a:lnTo>
                    <a:pt x="8343" y="312826"/>
                  </a:lnTo>
                  <a:lnTo>
                    <a:pt x="8394" y="312420"/>
                  </a:lnTo>
                  <a:lnTo>
                    <a:pt x="9702" y="303530"/>
                  </a:lnTo>
                  <a:lnTo>
                    <a:pt x="13169" y="287020"/>
                  </a:lnTo>
                  <a:lnTo>
                    <a:pt x="15303" y="278130"/>
                  </a:lnTo>
                  <a:lnTo>
                    <a:pt x="17716" y="270510"/>
                  </a:lnTo>
                  <a:lnTo>
                    <a:pt x="20408" y="261620"/>
                  </a:lnTo>
                  <a:lnTo>
                    <a:pt x="23355" y="254000"/>
                  </a:lnTo>
                  <a:lnTo>
                    <a:pt x="26568" y="246380"/>
                  </a:lnTo>
                  <a:lnTo>
                    <a:pt x="30022" y="237490"/>
                  </a:lnTo>
                  <a:lnTo>
                    <a:pt x="51104" y="199390"/>
                  </a:lnTo>
                  <a:lnTo>
                    <a:pt x="61201" y="185420"/>
                  </a:lnTo>
                  <a:lnTo>
                    <a:pt x="66598" y="177800"/>
                  </a:lnTo>
                  <a:lnTo>
                    <a:pt x="72237" y="170180"/>
                  </a:lnTo>
                  <a:lnTo>
                    <a:pt x="78079" y="163830"/>
                  </a:lnTo>
                  <a:lnTo>
                    <a:pt x="84150" y="156210"/>
                  </a:lnTo>
                  <a:lnTo>
                    <a:pt x="117640" y="124460"/>
                  </a:lnTo>
                  <a:lnTo>
                    <a:pt x="140131" y="106680"/>
                  </a:lnTo>
                  <a:lnTo>
                    <a:pt x="148005" y="100330"/>
                  </a:lnTo>
                  <a:lnTo>
                    <a:pt x="156070" y="95250"/>
                  </a:lnTo>
                  <a:lnTo>
                    <a:pt x="164312" y="88900"/>
                  </a:lnTo>
                  <a:lnTo>
                    <a:pt x="172720" y="83820"/>
                  </a:lnTo>
                  <a:lnTo>
                    <a:pt x="181305" y="78740"/>
                  </a:lnTo>
                  <a:lnTo>
                    <a:pt x="190068" y="73660"/>
                  </a:lnTo>
                  <a:lnTo>
                    <a:pt x="198983" y="68580"/>
                  </a:lnTo>
                  <a:lnTo>
                    <a:pt x="208076" y="64770"/>
                  </a:lnTo>
                  <a:lnTo>
                    <a:pt x="217309" y="59690"/>
                  </a:lnTo>
                  <a:lnTo>
                    <a:pt x="226707" y="55880"/>
                  </a:lnTo>
                  <a:lnTo>
                    <a:pt x="236258" y="50800"/>
                  </a:lnTo>
                  <a:lnTo>
                    <a:pt x="265760" y="39370"/>
                  </a:lnTo>
                  <a:lnTo>
                    <a:pt x="275869" y="36830"/>
                  </a:lnTo>
                  <a:lnTo>
                    <a:pt x="296481" y="29210"/>
                  </a:lnTo>
                  <a:lnTo>
                    <a:pt x="350151" y="16510"/>
                  </a:lnTo>
                  <a:lnTo>
                    <a:pt x="361226" y="15240"/>
                  </a:lnTo>
                  <a:lnTo>
                    <a:pt x="372389" y="12700"/>
                  </a:lnTo>
                  <a:lnTo>
                    <a:pt x="429679" y="6350"/>
                  </a:lnTo>
                  <a:lnTo>
                    <a:pt x="500443" y="6350"/>
                  </a:lnTo>
                  <a:lnTo>
                    <a:pt x="557733" y="12700"/>
                  </a:lnTo>
                  <a:lnTo>
                    <a:pt x="568896" y="15240"/>
                  </a:lnTo>
                  <a:lnTo>
                    <a:pt x="579970" y="16510"/>
                  </a:lnTo>
                  <a:lnTo>
                    <a:pt x="633641" y="29210"/>
                  </a:lnTo>
                  <a:lnTo>
                    <a:pt x="644017" y="33020"/>
                  </a:lnTo>
                  <a:lnTo>
                    <a:pt x="654253" y="35560"/>
                  </a:lnTo>
                  <a:lnTo>
                    <a:pt x="664362" y="39370"/>
                  </a:lnTo>
                  <a:lnTo>
                    <a:pt x="693877" y="50800"/>
                  </a:lnTo>
                  <a:lnTo>
                    <a:pt x="703414" y="55880"/>
                  </a:lnTo>
                  <a:lnTo>
                    <a:pt x="712800" y="59690"/>
                  </a:lnTo>
                  <a:lnTo>
                    <a:pt x="722045" y="64770"/>
                  </a:lnTo>
                  <a:lnTo>
                    <a:pt x="731139" y="68580"/>
                  </a:lnTo>
                  <a:lnTo>
                    <a:pt x="740054" y="73660"/>
                  </a:lnTo>
                  <a:lnTo>
                    <a:pt x="748804" y="78740"/>
                  </a:lnTo>
                  <a:lnTo>
                    <a:pt x="757389" y="83820"/>
                  </a:lnTo>
                  <a:lnTo>
                    <a:pt x="765810" y="88900"/>
                  </a:lnTo>
                  <a:lnTo>
                    <a:pt x="774052" y="95250"/>
                  </a:lnTo>
                  <a:lnTo>
                    <a:pt x="782104" y="100330"/>
                  </a:lnTo>
                  <a:lnTo>
                    <a:pt x="789990" y="106680"/>
                  </a:lnTo>
                  <a:lnTo>
                    <a:pt x="797687" y="111760"/>
                  </a:lnTo>
                  <a:lnTo>
                    <a:pt x="805180" y="118110"/>
                  </a:lnTo>
                  <a:lnTo>
                    <a:pt x="839698" y="149860"/>
                  </a:lnTo>
                  <a:lnTo>
                    <a:pt x="852043" y="163830"/>
                  </a:lnTo>
                  <a:lnTo>
                    <a:pt x="857897" y="170180"/>
                  </a:lnTo>
                  <a:lnTo>
                    <a:pt x="863523" y="177800"/>
                  </a:lnTo>
                  <a:lnTo>
                    <a:pt x="868921" y="184150"/>
                  </a:lnTo>
                  <a:lnTo>
                    <a:pt x="874090" y="191770"/>
                  </a:lnTo>
                  <a:lnTo>
                    <a:pt x="896378" y="229870"/>
                  </a:lnTo>
                  <a:lnTo>
                    <a:pt x="903579" y="246380"/>
                  </a:lnTo>
                  <a:lnTo>
                    <a:pt x="906792" y="254000"/>
                  </a:lnTo>
                  <a:lnTo>
                    <a:pt x="909739" y="261620"/>
                  </a:lnTo>
                  <a:lnTo>
                    <a:pt x="912431" y="270510"/>
                  </a:lnTo>
                  <a:lnTo>
                    <a:pt x="914844" y="278130"/>
                  </a:lnTo>
                  <a:lnTo>
                    <a:pt x="916990" y="287020"/>
                  </a:lnTo>
                  <a:lnTo>
                    <a:pt x="918870" y="294640"/>
                  </a:lnTo>
                  <a:lnTo>
                    <a:pt x="920457" y="303530"/>
                  </a:lnTo>
                  <a:lnTo>
                    <a:pt x="921766" y="312420"/>
                  </a:lnTo>
                  <a:lnTo>
                    <a:pt x="921829" y="312991"/>
                  </a:lnTo>
                  <a:lnTo>
                    <a:pt x="921829" y="281597"/>
                  </a:lnTo>
                  <a:lnTo>
                    <a:pt x="920661" y="276860"/>
                  </a:lnTo>
                  <a:lnTo>
                    <a:pt x="918197" y="267970"/>
                  </a:lnTo>
                  <a:lnTo>
                    <a:pt x="915441" y="260350"/>
                  </a:lnTo>
                  <a:lnTo>
                    <a:pt x="912418" y="251460"/>
                  </a:lnTo>
                  <a:lnTo>
                    <a:pt x="909142" y="243840"/>
                  </a:lnTo>
                  <a:lnTo>
                    <a:pt x="905598" y="234950"/>
                  </a:lnTo>
                  <a:lnTo>
                    <a:pt x="901801" y="227330"/>
                  </a:lnTo>
                  <a:lnTo>
                    <a:pt x="897750" y="219710"/>
                  </a:lnTo>
                  <a:lnTo>
                    <a:pt x="893432" y="212090"/>
                  </a:lnTo>
                  <a:lnTo>
                    <a:pt x="888898" y="203200"/>
                  </a:lnTo>
                  <a:lnTo>
                    <a:pt x="884097" y="195580"/>
                  </a:lnTo>
                  <a:lnTo>
                    <a:pt x="879055" y="189230"/>
                  </a:lnTo>
                  <a:lnTo>
                    <a:pt x="873798" y="181610"/>
                  </a:lnTo>
                  <a:lnTo>
                    <a:pt x="868286" y="173990"/>
                  </a:lnTo>
                  <a:lnTo>
                    <a:pt x="862571" y="166370"/>
                  </a:lnTo>
                  <a:lnTo>
                    <a:pt x="856615" y="160020"/>
                  </a:lnTo>
                  <a:lnTo>
                    <a:pt x="850442" y="152400"/>
                  </a:lnTo>
                  <a:lnTo>
                    <a:pt x="844067" y="146050"/>
                  </a:lnTo>
                  <a:lnTo>
                    <a:pt x="837450" y="138430"/>
                  </a:lnTo>
                  <a:lnTo>
                    <a:pt x="830643" y="132080"/>
                  </a:lnTo>
                  <a:lnTo>
                    <a:pt x="801395" y="106680"/>
                  </a:lnTo>
                  <a:lnTo>
                    <a:pt x="793584" y="101600"/>
                  </a:lnTo>
                  <a:lnTo>
                    <a:pt x="785609" y="95250"/>
                  </a:lnTo>
                  <a:lnTo>
                    <a:pt x="777430" y="90170"/>
                  </a:lnTo>
                  <a:lnTo>
                    <a:pt x="769073" y="83820"/>
                  </a:lnTo>
                  <a:lnTo>
                    <a:pt x="760552" y="78740"/>
                  </a:lnTo>
                  <a:lnTo>
                    <a:pt x="724763" y="58420"/>
                  </a:lnTo>
                  <a:lnTo>
                    <a:pt x="715403" y="54610"/>
                  </a:lnTo>
                  <a:lnTo>
                    <a:pt x="705891" y="49530"/>
                  </a:lnTo>
                  <a:lnTo>
                    <a:pt x="676490" y="38100"/>
                  </a:lnTo>
                  <a:lnTo>
                    <a:pt x="645820" y="26670"/>
                  </a:lnTo>
                  <a:lnTo>
                    <a:pt x="635342" y="24130"/>
                  </a:lnTo>
                  <a:lnTo>
                    <a:pt x="624725" y="20320"/>
                  </a:lnTo>
                  <a:lnTo>
                    <a:pt x="592188" y="12700"/>
                  </a:lnTo>
                  <a:lnTo>
                    <a:pt x="581101" y="11430"/>
                  </a:lnTo>
                  <a:lnTo>
                    <a:pt x="558634" y="6350"/>
                  </a:lnTo>
                  <a:lnTo>
                    <a:pt x="512533" y="1270"/>
                  </a:lnTo>
                  <a:lnTo>
                    <a:pt x="500786" y="1270"/>
                  </a:lnTo>
                  <a:lnTo>
                    <a:pt x="488950" y="0"/>
                  </a:lnTo>
                  <a:lnTo>
                    <a:pt x="441172" y="0"/>
                  </a:lnTo>
                  <a:lnTo>
                    <a:pt x="429336" y="1270"/>
                  </a:lnTo>
                  <a:lnTo>
                    <a:pt x="417588" y="1270"/>
                  </a:lnTo>
                  <a:lnTo>
                    <a:pt x="371487" y="6350"/>
                  </a:lnTo>
                  <a:lnTo>
                    <a:pt x="349008" y="11430"/>
                  </a:lnTo>
                  <a:lnTo>
                    <a:pt x="337947" y="12700"/>
                  </a:lnTo>
                  <a:lnTo>
                    <a:pt x="305384" y="20320"/>
                  </a:lnTo>
                  <a:lnTo>
                    <a:pt x="294779" y="24130"/>
                  </a:lnTo>
                  <a:lnTo>
                    <a:pt x="284302" y="26670"/>
                  </a:lnTo>
                  <a:lnTo>
                    <a:pt x="253631" y="38100"/>
                  </a:lnTo>
                  <a:lnTo>
                    <a:pt x="224218" y="49530"/>
                  </a:lnTo>
                  <a:lnTo>
                    <a:pt x="214706" y="54610"/>
                  </a:lnTo>
                  <a:lnTo>
                    <a:pt x="205359" y="58420"/>
                  </a:lnTo>
                  <a:lnTo>
                    <a:pt x="169570" y="78740"/>
                  </a:lnTo>
                  <a:lnTo>
                    <a:pt x="152692" y="90170"/>
                  </a:lnTo>
                  <a:lnTo>
                    <a:pt x="144526" y="95250"/>
                  </a:lnTo>
                  <a:lnTo>
                    <a:pt x="136525" y="101600"/>
                  </a:lnTo>
                  <a:lnTo>
                    <a:pt x="128727" y="106680"/>
                  </a:lnTo>
                  <a:lnTo>
                    <a:pt x="121119" y="113030"/>
                  </a:lnTo>
                  <a:lnTo>
                    <a:pt x="92659" y="138430"/>
                  </a:lnTo>
                  <a:lnTo>
                    <a:pt x="86067" y="146050"/>
                  </a:lnTo>
                  <a:lnTo>
                    <a:pt x="79679" y="152400"/>
                  </a:lnTo>
                  <a:lnTo>
                    <a:pt x="73507" y="160020"/>
                  </a:lnTo>
                  <a:lnTo>
                    <a:pt x="67564" y="166370"/>
                  </a:lnTo>
                  <a:lnTo>
                    <a:pt x="61823" y="173990"/>
                  </a:lnTo>
                  <a:lnTo>
                    <a:pt x="36690" y="212090"/>
                  </a:lnTo>
                  <a:lnTo>
                    <a:pt x="20993" y="243840"/>
                  </a:lnTo>
                  <a:lnTo>
                    <a:pt x="17716" y="251460"/>
                  </a:lnTo>
                  <a:lnTo>
                    <a:pt x="14706" y="260350"/>
                  </a:lnTo>
                  <a:lnTo>
                    <a:pt x="11963" y="267970"/>
                  </a:lnTo>
                  <a:lnTo>
                    <a:pt x="9499" y="276860"/>
                  </a:lnTo>
                  <a:lnTo>
                    <a:pt x="1371" y="320040"/>
                  </a:lnTo>
                  <a:lnTo>
                    <a:pt x="0" y="346710"/>
                  </a:lnTo>
                  <a:lnTo>
                    <a:pt x="165" y="355600"/>
                  </a:lnTo>
                  <a:lnTo>
                    <a:pt x="5397" y="400050"/>
                  </a:lnTo>
                  <a:lnTo>
                    <a:pt x="11988" y="425450"/>
                  </a:lnTo>
                  <a:lnTo>
                    <a:pt x="14732" y="434340"/>
                  </a:lnTo>
                  <a:lnTo>
                    <a:pt x="17754" y="441960"/>
                  </a:lnTo>
                  <a:lnTo>
                    <a:pt x="21043" y="450850"/>
                  </a:lnTo>
                  <a:lnTo>
                    <a:pt x="24574" y="458470"/>
                  </a:lnTo>
                  <a:lnTo>
                    <a:pt x="46088" y="497840"/>
                  </a:lnTo>
                  <a:lnTo>
                    <a:pt x="67614" y="527050"/>
                  </a:lnTo>
                  <a:lnTo>
                    <a:pt x="73558" y="534670"/>
                  </a:lnTo>
                  <a:lnTo>
                    <a:pt x="79730" y="541020"/>
                  </a:lnTo>
                  <a:lnTo>
                    <a:pt x="86118" y="548640"/>
                  </a:lnTo>
                  <a:lnTo>
                    <a:pt x="92722" y="554990"/>
                  </a:lnTo>
                  <a:lnTo>
                    <a:pt x="121183" y="580390"/>
                  </a:lnTo>
                  <a:lnTo>
                    <a:pt x="144576" y="598170"/>
                  </a:lnTo>
                  <a:lnTo>
                    <a:pt x="152742" y="604520"/>
                  </a:lnTo>
                  <a:lnTo>
                    <a:pt x="187198" y="624840"/>
                  </a:lnTo>
                  <a:lnTo>
                    <a:pt x="224269" y="643890"/>
                  </a:lnTo>
                  <a:lnTo>
                    <a:pt x="233934" y="648970"/>
                  </a:lnTo>
                  <a:lnTo>
                    <a:pt x="243738" y="652780"/>
                  </a:lnTo>
                  <a:lnTo>
                    <a:pt x="274002" y="664210"/>
                  </a:lnTo>
                  <a:lnTo>
                    <a:pt x="284353" y="666750"/>
                  </a:lnTo>
                  <a:lnTo>
                    <a:pt x="294843" y="670560"/>
                  </a:lnTo>
                  <a:lnTo>
                    <a:pt x="360260" y="685800"/>
                  </a:lnTo>
                  <a:lnTo>
                    <a:pt x="429399" y="693420"/>
                  </a:lnTo>
                  <a:lnTo>
                    <a:pt x="500837" y="693420"/>
                  </a:lnTo>
                  <a:lnTo>
                    <a:pt x="547204" y="688340"/>
                  </a:lnTo>
                  <a:lnTo>
                    <a:pt x="569976" y="685800"/>
                  </a:lnTo>
                  <a:lnTo>
                    <a:pt x="635393" y="670560"/>
                  </a:lnTo>
                  <a:lnTo>
                    <a:pt x="645871" y="666750"/>
                  </a:lnTo>
                  <a:lnTo>
                    <a:pt x="656234" y="664210"/>
                  </a:lnTo>
                  <a:lnTo>
                    <a:pt x="686498" y="652780"/>
                  </a:lnTo>
                  <a:lnTo>
                    <a:pt x="696290" y="647700"/>
                  </a:lnTo>
                  <a:lnTo>
                    <a:pt x="715467" y="640080"/>
                  </a:lnTo>
                  <a:lnTo>
                    <a:pt x="751916" y="619760"/>
                  </a:lnTo>
                  <a:lnTo>
                    <a:pt x="785660" y="598170"/>
                  </a:lnTo>
                  <a:lnTo>
                    <a:pt x="793648" y="593090"/>
                  </a:lnTo>
                  <a:lnTo>
                    <a:pt x="823696" y="567690"/>
                  </a:lnTo>
                  <a:lnTo>
                    <a:pt x="850493" y="541020"/>
                  </a:lnTo>
                  <a:lnTo>
                    <a:pt x="856665" y="534670"/>
                  </a:lnTo>
                  <a:lnTo>
                    <a:pt x="862622" y="527050"/>
                  </a:lnTo>
                  <a:lnTo>
                    <a:pt x="868337" y="520700"/>
                  </a:lnTo>
                  <a:lnTo>
                    <a:pt x="873836" y="513080"/>
                  </a:lnTo>
                  <a:lnTo>
                    <a:pt x="897788" y="474980"/>
                  </a:lnTo>
                  <a:lnTo>
                    <a:pt x="901839" y="466090"/>
                  </a:lnTo>
                  <a:lnTo>
                    <a:pt x="905649" y="458470"/>
                  </a:lnTo>
                  <a:lnTo>
                    <a:pt x="909180" y="450850"/>
                  </a:lnTo>
                  <a:lnTo>
                    <a:pt x="912456" y="441960"/>
                  </a:lnTo>
                  <a:lnTo>
                    <a:pt x="915479" y="434340"/>
                  </a:lnTo>
                  <a:lnTo>
                    <a:pt x="918210" y="425450"/>
                  </a:lnTo>
                  <a:lnTo>
                    <a:pt x="920686" y="416560"/>
                  </a:lnTo>
                  <a:lnTo>
                    <a:pt x="922870" y="408940"/>
                  </a:lnTo>
                  <a:lnTo>
                    <a:pt x="929563" y="364490"/>
                  </a:lnTo>
                  <a:lnTo>
                    <a:pt x="930160" y="346710"/>
                  </a:lnTo>
                  <a:lnTo>
                    <a:pt x="930160" y="346544"/>
                  </a:lnTo>
                  <a:close/>
                </a:path>
              </a:pathLst>
            </a:custGeom>
            <a:solidFill>
              <a:srgbClr val="5FC2F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7" name="object 87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147439" y="4807162"/>
              <a:ext cx="511576" cy="755348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4304214" y="4865909"/>
              <a:ext cx="16510" cy="25400"/>
            </a:xfrm>
            <a:custGeom>
              <a:avLst/>
              <a:gdLst/>
              <a:ahLst/>
              <a:cxnLst/>
              <a:rect l="l" t="t" r="r" b="b"/>
              <a:pathLst>
                <a:path w="16510" h="25400">
                  <a:moveTo>
                    <a:pt x="16498" y="0"/>
                  </a:moveTo>
                  <a:lnTo>
                    <a:pt x="8253" y="8394"/>
                  </a:lnTo>
                  <a:lnTo>
                    <a:pt x="0" y="25175"/>
                  </a:lnTo>
                  <a:lnTo>
                    <a:pt x="16498" y="8394"/>
                  </a:lnTo>
                  <a:lnTo>
                    <a:pt x="16498" y="0"/>
                  </a:lnTo>
                  <a:close/>
                </a:path>
              </a:pathLst>
            </a:custGeom>
            <a:solidFill>
              <a:srgbClr val="4FC07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9" name="object 89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584754" y="5058949"/>
              <a:ext cx="49507" cy="50351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4526993" y="4958226"/>
              <a:ext cx="41262" cy="41965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353720" y="5193232"/>
              <a:ext cx="74260" cy="100712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4249750" y="4672266"/>
              <a:ext cx="285750" cy="1152525"/>
            </a:xfrm>
            <a:custGeom>
              <a:avLst/>
              <a:gdLst/>
              <a:ahLst/>
              <a:cxnLst/>
              <a:rect l="l" t="t" r="r" b="b"/>
              <a:pathLst>
                <a:path w="285750" h="1152525">
                  <a:moveTo>
                    <a:pt x="42900" y="1130287"/>
                  </a:moveTo>
                  <a:lnTo>
                    <a:pt x="41224" y="1121803"/>
                  </a:lnTo>
                  <a:lnTo>
                    <a:pt x="36690" y="1114894"/>
                  </a:lnTo>
                  <a:lnTo>
                    <a:pt x="30010" y="1110310"/>
                  </a:lnTo>
                  <a:lnTo>
                    <a:pt x="21958" y="1108773"/>
                  </a:lnTo>
                  <a:lnTo>
                    <a:pt x="13309" y="1110310"/>
                  </a:lnTo>
                  <a:lnTo>
                    <a:pt x="6350" y="1114894"/>
                  </a:lnTo>
                  <a:lnTo>
                    <a:pt x="1701" y="1121803"/>
                  </a:lnTo>
                  <a:lnTo>
                    <a:pt x="0" y="1130287"/>
                  </a:lnTo>
                  <a:lnTo>
                    <a:pt x="1689" y="1138783"/>
                  </a:lnTo>
                  <a:lnTo>
                    <a:pt x="6286" y="1145717"/>
                  </a:lnTo>
                  <a:lnTo>
                    <a:pt x="13106" y="1150404"/>
                  </a:lnTo>
                  <a:lnTo>
                    <a:pt x="21463" y="1152118"/>
                  </a:lnTo>
                  <a:lnTo>
                    <a:pt x="29806" y="1150404"/>
                  </a:lnTo>
                  <a:lnTo>
                    <a:pt x="36626" y="1145717"/>
                  </a:lnTo>
                  <a:lnTo>
                    <a:pt x="41224" y="1138783"/>
                  </a:lnTo>
                  <a:lnTo>
                    <a:pt x="42900" y="1130287"/>
                  </a:lnTo>
                  <a:close/>
                </a:path>
                <a:path w="285750" h="1152525">
                  <a:moveTo>
                    <a:pt x="47040" y="21590"/>
                  </a:moveTo>
                  <a:lnTo>
                    <a:pt x="45351" y="13106"/>
                  </a:lnTo>
                  <a:lnTo>
                    <a:pt x="40754" y="6197"/>
                  </a:lnTo>
                  <a:lnTo>
                    <a:pt x="33921" y="1587"/>
                  </a:lnTo>
                  <a:lnTo>
                    <a:pt x="25577" y="0"/>
                  </a:lnTo>
                  <a:lnTo>
                    <a:pt x="17221" y="1587"/>
                  </a:lnTo>
                  <a:lnTo>
                    <a:pt x="10401" y="6197"/>
                  </a:lnTo>
                  <a:lnTo>
                    <a:pt x="5816" y="13106"/>
                  </a:lnTo>
                  <a:lnTo>
                    <a:pt x="4127" y="21590"/>
                  </a:lnTo>
                  <a:lnTo>
                    <a:pt x="5816" y="30086"/>
                  </a:lnTo>
                  <a:lnTo>
                    <a:pt x="10414" y="37020"/>
                  </a:lnTo>
                  <a:lnTo>
                    <a:pt x="17233" y="41706"/>
                  </a:lnTo>
                  <a:lnTo>
                    <a:pt x="25577" y="43421"/>
                  </a:lnTo>
                  <a:lnTo>
                    <a:pt x="33934" y="41706"/>
                  </a:lnTo>
                  <a:lnTo>
                    <a:pt x="40754" y="37020"/>
                  </a:lnTo>
                  <a:lnTo>
                    <a:pt x="45351" y="30086"/>
                  </a:lnTo>
                  <a:lnTo>
                    <a:pt x="47040" y="21590"/>
                  </a:lnTo>
                  <a:close/>
                </a:path>
                <a:path w="285750" h="1152525">
                  <a:moveTo>
                    <a:pt x="65189" y="176860"/>
                  </a:moveTo>
                  <a:lnTo>
                    <a:pt x="63500" y="168376"/>
                  </a:lnTo>
                  <a:lnTo>
                    <a:pt x="58889" y="161505"/>
                  </a:lnTo>
                  <a:lnTo>
                    <a:pt x="52057" y="157010"/>
                  </a:lnTo>
                  <a:lnTo>
                    <a:pt x="43675" y="155638"/>
                  </a:lnTo>
                  <a:lnTo>
                    <a:pt x="35356" y="157010"/>
                  </a:lnTo>
                  <a:lnTo>
                    <a:pt x="28562" y="161505"/>
                  </a:lnTo>
                  <a:lnTo>
                    <a:pt x="23964" y="168376"/>
                  </a:lnTo>
                  <a:lnTo>
                    <a:pt x="22288" y="176860"/>
                  </a:lnTo>
                  <a:lnTo>
                    <a:pt x="23964" y="185356"/>
                  </a:lnTo>
                  <a:lnTo>
                    <a:pt x="28562" y="192290"/>
                  </a:lnTo>
                  <a:lnTo>
                    <a:pt x="35382" y="196977"/>
                  </a:lnTo>
                  <a:lnTo>
                    <a:pt x="43726" y="198691"/>
                  </a:lnTo>
                  <a:lnTo>
                    <a:pt x="52082" y="196977"/>
                  </a:lnTo>
                  <a:lnTo>
                    <a:pt x="58902" y="192290"/>
                  </a:lnTo>
                  <a:lnTo>
                    <a:pt x="63500" y="185356"/>
                  </a:lnTo>
                  <a:lnTo>
                    <a:pt x="65189" y="176860"/>
                  </a:lnTo>
                  <a:close/>
                </a:path>
                <a:path w="285750" h="1152525">
                  <a:moveTo>
                    <a:pt x="199682" y="1055598"/>
                  </a:moveTo>
                  <a:lnTo>
                    <a:pt x="198005" y="1047102"/>
                  </a:lnTo>
                  <a:lnTo>
                    <a:pt x="193471" y="1040193"/>
                  </a:lnTo>
                  <a:lnTo>
                    <a:pt x="186817" y="1035570"/>
                  </a:lnTo>
                  <a:lnTo>
                    <a:pt x="178803" y="1033970"/>
                  </a:lnTo>
                  <a:lnTo>
                    <a:pt x="170116" y="1035570"/>
                  </a:lnTo>
                  <a:lnTo>
                    <a:pt x="163131" y="1040193"/>
                  </a:lnTo>
                  <a:lnTo>
                    <a:pt x="158470" y="1047102"/>
                  </a:lnTo>
                  <a:lnTo>
                    <a:pt x="156781" y="1055598"/>
                  </a:lnTo>
                  <a:lnTo>
                    <a:pt x="158457" y="1064082"/>
                  </a:lnTo>
                  <a:lnTo>
                    <a:pt x="163055" y="1071016"/>
                  </a:lnTo>
                  <a:lnTo>
                    <a:pt x="169875" y="1075702"/>
                  </a:lnTo>
                  <a:lnTo>
                    <a:pt x="178219" y="1077404"/>
                  </a:lnTo>
                  <a:lnTo>
                    <a:pt x="186575" y="1075702"/>
                  </a:lnTo>
                  <a:lnTo>
                    <a:pt x="193395" y="1071029"/>
                  </a:lnTo>
                  <a:lnTo>
                    <a:pt x="197993" y="1064082"/>
                  </a:lnTo>
                  <a:lnTo>
                    <a:pt x="199682" y="1055598"/>
                  </a:lnTo>
                  <a:close/>
                </a:path>
                <a:path w="285750" h="1152525">
                  <a:moveTo>
                    <a:pt x="285496" y="89573"/>
                  </a:moveTo>
                  <a:lnTo>
                    <a:pt x="283806" y="81076"/>
                  </a:lnTo>
                  <a:lnTo>
                    <a:pt x="279260" y="74129"/>
                  </a:lnTo>
                  <a:lnTo>
                    <a:pt x="272567" y="69392"/>
                  </a:lnTo>
                  <a:lnTo>
                    <a:pt x="264464" y="67564"/>
                  </a:lnTo>
                  <a:lnTo>
                    <a:pt x="255866" y="69392"/>
                  </a:lnTo>
                  <a:lnTo>
                    <a:pt x="248920" y="74129"/>
                  </a:lnTo>
                  <a:lnTo>
                    <a:pt x="244284" y="81076"/>
                  </a:lnTo>
                  <a:lnTo>
                    <a:pt x="242595" y="89573"/>
                  </a:lnTo>
                  <a:lnTo>
                    <a:pt x="244271" y="98069"/>
                  </a:lnTo>
                  <a:lnTo>
                    <a:pt x="248869" y="105003"/>
                  </a:lnTo>
                  <a:lnTo>
                    <a:pt x="255689" y="109677"/>
                  </a:lnTo>
                  <a:lnTo>
                    <a:pt x="264033" y="111391"/>
                  </a:lnTo>
                  <a:lnTo>
                    <a:pt x="272389" y="109677"/>
                  </a:lnTo>
                  <a:lnTo>
                    <a:pt x="279209" y="105003"/>
                  </a:lnTo>
                  <a:lnTo>
                    <a:pt x="283806" y="98069"/>
                  </a:lnTo>
                  <a:lnTo>
                    <a:pt x="285496" y="89573"/>
                  </a:lnTo>
                  <a:close/>
                </a:path>
              </a:pathLst>
            </a:custGeom>
            <a:solidFill>
              <a:srgbClr val="2E93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3" name="object 93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842194" y="4471987"/>
              <a:ext cx="296798" cy="1493646"/>
            </a:xfrm>
            <a:prstGeom prst="rect">
              <a:avLst/>
            </a:prstGeom>
          </p:spPr>
        </p:pic>
      </p:grpSp>
      <p:sp>
        <p:nvSpPr>
          <p:cNvPr id="94" name="object 94"/>
          <p:cNvSpPr txBox="1"/>
          <p:nvPr/>
        </p:nvSpPr>
        <p:spPr>
          <a:xfrm>
            <a:off x="3873576" y="4689990"/>
            <a:ext cx="227965" cy="105727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025"/>
              </a:lnSpc>
            </a:pPr>
            <a:r>
              <a:rPr dirty="0" sz="1050" spc="-55">
                <a:solidFill>
                  <a:srgbClr val="FFFFFF"/>
                </a:solidFill>
                <a:latin typeface="Segoe UI Symbol"/>
                <a:cs typeface="Segoe UI Symbol"/>
              </a:rPr>
              <a:t>WORLD</a:t>
            </a:r>
            <a:r>
              <a:rPr dirty="0" sz="1050" spc="-2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1050" spc="-35">
                <a:solidFill>
                  <a:srgbClr val="FFFFFF"/>
                </a:solidFill>
                <a:latin typeface="Segoe UI Symbol"/>
                <a:cs typeface="Segoe UI Symbol"/>
              </a:rPr>
              <a:t>MONITOR</a:t>
            </a:r>
            <a:endParaRPr sz="1050">
              <a:latin typeface="Segoe UI Symbol"/>
              <a:cs typeface="Segoe UI Symbol"/>
            </a:endParaRPr>
          </a:p>
          <a:p>
            <a:pPr marL="15875">
              <a:lnSpc>
                <a:spcPts val="630"/>
              </a:lnSpc>
            </a:pPr>
            <a:r>
              <a:rPr dirty="0" sz="600" spc="-20">
                <a:solidFill>
                  <a:srgbClr val="55D6F5"/>
                </a:solidFill>
                <a:latin typeface="Segoe UI Symbol"/>
                <a:cs typeface="Segoe UI Symbol"/>
              </a:rPr>
              <a:t>DATA</a:t>
            </a:r>
            <a:r>
              <a:rPr dirty="0" sz="600" spc="-5">
                <a:solidFill>
                  <a:srgbClr val="55D6F5"/>
                </a:solidFill>
                <a:latin typeface="Segoe UI Symbol"/>
                <a:cs typeface="Segoe UI Symbol"/>
              </a:rPr>
              <a:t> </a:t>
            </a:r>
            <a:r>
              <a:rPr dirty="0" sz="600" spc="-20">
                <a:solidFill>
                  <a:srgbClr val="55D6F5"/>
                </a:solidFill>
                <a:latin typeface="Segoe UI Symbol"/>
                <a:cs typeface="Segoe UI Symbol"/>
              </a:rPr>
              <a:t>FUSION</a:t>
            </a:r>
            <a:r>
              <a:rPr dirty="0" sz="600" spc="-10">
                <a:solidFill>
                  <a:srgbClr val="55D6F5"/>
                </a:solidFill>
                <a:latin typeface="Segoe UI Symbol"/>
                <a:cs typeface="Segoe UI Symbol"/>
              </a:rPr>
              <a:t> </a:t>
            </a:r>
            <a:r>
              <a:rPr dirty="0" sz="600" spc="-30">
                <a:solidFill>
                  <a:srgbClr val="55D6F5"/>
                </a:solidFill>
                <a:latin typeface="Segoe UI Symbol"/>
                <a:cs typeface="Segoe UI Symbol"/>
              </a:rPr>
              <a:t>&amp;</a:t>
            </a:r>
            <a:r>
              <a:rPr dirty="0" sz="600" spc="-5">
                <a:solidFill>
                  <a:srgbClr val="55D6F5"/>
                </a:solidFill>
                <a:latin typeface="Segoe UI Symbol"/>
                <a:cs typeface="Segoe UI Symbol"/>
              </a:rPr>
              <a:t> </a:t>
            </a:r>
            <a:r>
              <a:rPr dirty="0" sz="600" spc="-10">
                <a:solidFill>
                  <a:srgbClr val="55D6F5"/>
                </a:solidFill>
                <a:latin typeface="Segoe UI Symbol"/>
                <a:cs typeface="Segoe UI Symbol"/>
              </a:rPr>
              <a:t>INTELLIGENCE</a:t>
            </a:r>
            <a:endParaRPr sz="600">
              <a:latin typeface="Segoe UI Symbol"/>
              <a:cs typeface="Segoe UI Symbol"/>
            </a:endParaRPr>
          </a:p>
        </p:txBody>
      </p:sp>
      <p:grpSp>
        <p:nvGrpSpPr>
          <p:cNvPr id="95" name="object 95"/>
          <p:cNvGrpSpPr/>
          <p:nvPr/>
        </p:nvGrpSpPr>
        <p:grpSpPr>
          <a:xfrm>
            <a:off x="3677125" y="5910949"/>
            <a:ext cx="690245" cy="596900"/>
            <a:chOff x="3677125" y="5910949"/>
            <a:chExt cx="690245" cy="596900"/>
          </a:xfrm>
        </p:grpSpPr>
        <p:sp>
          <p:nvSpPr>
            <p:cNvPr id="96" name="object 96"/>
            <p:cNvSpPr/>
            <p:nvPr/>
          </p:nvSpPr>
          <p:spPr>
            <a:xfrm>
              <a:off x="3677125" y="5910949"/>
              <a:ext cx="664845" cy="127000"/>
            </a:xfrm>
            <a:custGeom>
              <a:avLst/>
              <a:gdLst/>
              <a:ahLst/>
              <a:cxnLst/>
              <a:rect l="l" t="t" r="r" b="b"/>
              <a:pathLst>
                <a:path w="664845" h="127000">
                  <a:moveTo>
                    <a:pt x="75708" y="0"/>
                  </a:moveTo>
                  <a:lnTo>
                    <a:pt x="0" y="20852"/>
                  </a:lnTo>
                  <a:lnTo>
                    <a:pt x="34164" y="91553"/>
                  </a:lnTo>
                  <a:lnTo>
                    <a:pt x="51998" y="52251"/>
                  </a:lnTo>
                  <a:lnTo>
                    <a:pt x="48431" y="52251"/>
                  </a:lnTo>
                  <a:lnTo>
                    <a:pt x="30796" y="44761"/>
                  </a:lnTo>
                  <a:lnTo>
                    <a:pt x="37873" y="28101"/>
                  </a:lnTo>
                  <a:lnTo>
                    <a:pt x="62956" y="28101"/>
                  </a:lnTo>
                  <a:lnTo>
                    <a:pt x="75708" y="0"/>
                  </a:lnTo>
                  <a:close/>
                </a:path>
                <a:path w="664845" h="127000">
                  <a:moveTo>
                    <a:pt x="37873" y="28101"/>
                  </a:moveTo>
                  <a:lnTo>
                    <a:pt x="30796" y="44761"/>
                  </a:lnTo>
                  <a:lnTo>
                    <a:pt x="48431" y="52251"/>
                  </a:lnTo>
                  <a:lnTo>
                    <a:pt x="55509" y="35591"/>
                  </a:lnTo>
                  <a:lnTo>
                    <a:pt x="37873" y="28101"/>
                  </a:lnTo>
                  <a:close/>
                </a:path>
                <a:path w="664845" h="127000">
                  <a:moveTo>
                    <a:pt x="62956" y="28101"/>
                  </a:moveTo>
                  <a:lnTo>
                    <a:pt x="37873" y="28101"/>
                  </a:lnTo>
                  <a:lnTo>
                    <a:pt x="55509" y="35591"/>
                  </a:lnTo>
                  <a:lnTo>
                    <a:pt x="48431" y="52251"/>
                  </a:lnTo>
                  <a:lnTo>
                    <a:pt x="51998" y="52251"/>
                  </a:lnTo>
                  <a:lnTo>
                    <a:pt x="62956" y="28101"/>
                  </a:lnTo>
                  <a:close/>
                </a:path>
                <a:path w="664845" h="127000">
                  <a:moveTo>
                    <a:pt x="655712" y="29720"/>
                  </a:moveTo>
                  <a:lnTo>
                    <a:pt x="620593" y="49142"/>
                  </a:lnTo>
                  <a:lnTo>
                    <a:pt x="591919" y="62476"/>
                  </a:lnTo>
                  <a:lnTo>
                    <a:pt x="599550" y="78884"/>
                  </a:lnTo>
                  <a:lnTo>
                    <a:pt x="628455" y="65443"/>
                  </a:lnTo>
                  <a:lnTo>
                    <a:pt x="629019" y="65161"/>
                  </a:lnTo>
                  <a:lnTo>
                    <a:pt x="664470" y="45556"/>
                  </a:lnTo>
                  <a:lnTo>
                    <a:pt x="655712" y="29720"/>
                  </a:lnTo>
                  <a:close/>
                </a:path>
                <a:path w="664845" h="127000">
                  <a:moveTo>
                    <a:pt x="542472" y="81428"/>
                  </a:moveTo>
                  <a:lnTo>
                    <a:pt x="511034" y="90869"/>
                  </a:lnTo>
                  <a:lnTo>
                    <a:pt x="510903" y="90869"/>
                  </a:lnTo>
                  <a:lnTo>
                    <a:pt x="473119" y="99294"/>
                  </a:lnTo>
                  <a:lnTo>
                    <a:pt x="473709" y="99294"/>
                  </a:lnTo>
                  <a:lnTo>
                    <a:pt x="476416" y="117071"/>
                  </a:lnTo>
                  <a:lnTo>
                    <a:pt x="515608" y="108364"/>
                  </a:lnTo>
                  <a:lnTo>
                    <a:pt x="516241" y="108202"/>
                  </a:lnTo>
                  <a:lnTo>
                    <a:pt x="547681" y="98762"/>
                  </a:lnTo>
                  <a:lnTo>
                    <a:pt x="542472" y="81428"/>
                  </a:lnTo>
                  <a:close/>
                </a:path>
                <a:path w="664845" h="127000">
                  <a:moveTo>
                    <a:pt x="395742" y="126089"/>
                  </a:moveTo>
                  <a:lnTo>
                    <a:pt x="348892" y="126089"/>
                  </a:lnTo>
                  <a:lnTo>
                    <a:pt x="354607" y="126420"/>
                  </a:lnTo>
                  <a:lnTo>
                    <a:pt x="395742" y="126089"/>
                  </a:lnTo>
                  <a:close/>
                </a:path>
                <a:path w="664845" h="127000">
                  <a:moveTo>
                    <a:pt x="349949" y="108022"/>
                  </a:moveTo>
                  <a:lnTo>
                    <a:pt x="349420" y="108022"/>
                  </a:lnTo>
                  <a:lnTo>
                    <a:pt x="348481" y="124099"/>
                  </a:lnTo>
                  <a:lnTo>
                    <a:pt x="348365" y="126089"/>
                  </a:lnTo>
                  <a:lnTo>
                    <a:pt x="395968" y="126089"/>
                  </a:lnTo>
                  <a:lnTo>
                    <a:pt x="421892" y="124099"/>
                  </a:lnTo>
                  <a:lnTo>
                    <a:pt x="420681" y="108333"/>
                  </a:lnTo>
                  <a:lnTo>
                    <a:pt x="355324" y="108333"/>
                  </a:lnTo>
                  <a:lnTo>
                    <a:pt x="349949" y="108022"/>
                  </a:lnTo>
                  <a:close/>
                </a:path>
                <a:path w="664845" h="127000">
                  <a:moveTo>
                    <a:pt x="420505" y="106051"/>
                  </a:moveTo>
                  <a:lnTo>
                    <a:pt x="394977" y="108022"/>
                  </a:lnTo>
                  <a:lnTo>
                    <a:pt x="353478" y="108333"/>
                  </a:lnTo>
                  <a:lnTo>
                    <a:pt x="420681" y="108333"/>
                  </a:lnTo>
                  <a:lnTo>
                    <a:pt x="420505" y="106051"/>
                  </a:lnTo>
                  <a:close/>
                </a:path>
                <a:path w="664845" h="127000">
                  <a:moveTo>
                    <a:pt x="225565" y="92035"/>
                  </a:moveTo>
                  <a:lnTo>
                    <a:pt x="221292" y="109621"/>
                  </a:lnTo>
                  <a:lnTo>
                    <a:pt x="225917" y="110727"/>
                  </a:lnTo>
                  <a:lnTo>
                    <a:pt x="269642" y="118739"/>
                  </a:lnTo>
                  <a:lnTo>
                    <a:pt x="293702" y="121686"/>
                  </a:lnTo>
                  <a:lnTo>
                    <a:pt x="295894" y="103719"/>
                  </a:lnTo>
                  <a:lnTo>
                    <a:pt x="272500" y="100863"/>
                  </a:lnTo>
                  <a:lnTo>
                    <a:pt x="229740" y="93031"/>
                  </a:lnTo>
                  <a:lnTo>
                    <a:pt x="225565" y="92035"/>
                  </a:lnTo>
                  <a:close/>
                </a:path>
                <a:path w="664845" h="127000">
                  <a:moveTo>
                    <a:pt x="105176" y="56112"/>
                  </a:moveTo>
                  <a:lnTo>
                    <a:pt x="99104" y="73154"/>
                  </a:lnTo>
                  <a:lnTo>
                    <a:pt x="135821" y="86225"/>
                  </a:lnTo>
                  <a:lnTo>
                    <a:pt x="168257" y="95977"/>
                  </a:lnTo>
                  <a:lnTo>
                    <a:pt x="173464" y="78653"/>
                  </a:lnTo>
                  <a:lnTo>
                    <a:pt x="141931" y="69173"/>
                  </a:lnTo>
                  <a:lnTo>
                    <a:pt x="105176" y="56112"/>
                  </a:lnTo>
                  <a:close/>
                </a:path>
              </a:pathLst>
            </a:custGeom>
            <a:solidFill>
              <a:srgbClr val="1F6FD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7" name="object 97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990674" y="6175192"/>
              <a:ext cx="371301" cy="327323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>
            <a:xfrm>
              <a:off x="3985838" y="6170316"/>
              <a:ext cx="381635" cy="337185"/>
            </a:xfrm>
            <a:custGeom>
              <a:avLst/>
              <a:gdLst/>
              <a:ahLst/>
              <a:cxnLst/>
              <a:rect l="l" t="t" r="r" b="b"/>
              <a:pathLst>
                <a:path w="381635" h="337184">
                  <a:moveTo>
                    <a:pt x="181226" y="310523"/>
                  </a:moveTo>
                  <a:lnTo>
                    <a:pt x="221322" y="326237"/>
                  </a:lnTo>
                  <a:lnTo>
                    <a:pt x="222267" y="326509"/>
                  </a:lnTo>
                  <a:lnTo>
                    <a:pt x="252343" y="331909"/>
                  </a:lnTo>
                  <a:lnTo>
                    <a:pt x="277073" y="337116"/>
                  </a:lnTo>
                  <a:lnTo>
                    <a:pt x="279213" y="337116"/>
                  </a:lnTo>
                  <a:lnTo>
                    <a:pt x="280421" y="336664"/>
                  </a:lnTo>
                  <a:lnTo>
                    <a:pt x="295251" y="329013"/>
                  </a:lnTo>
                  <a:lnTo>
                    <a:pt x="298418" y="327726"/>
                  </a:lnTo>
                  <a:lnTo>
                    <a:pt x="275805" y="327726"/>
                  </a:lnTo>
                  <a:lnTo>
                    <a:pt x="277395" y="326906"/>
                  </a:lnTo>
                  <a:lnTo>
                    <a:pt x="254119" y="322014"/>
                  </a:lnTo>
                  <a:lnTo>
                    <a:pt x="225558" y="316877"/>
                  </a:lnTo>
                  <a:lnTo>
                    <a:pt x="224993" y="316877"/>
                  </a:lnTo>
                  <a:lnTo>
                    <a:pt x="224339" y="316689"/>
                  </a:lnTo>
                  <a:lnTo>
                    <a:pt x="224514" y="316689"/>
                  </a:lnTo>
                  <a:lnTo>
                    <a:pt x="209397" y="310765"/>
                  </a:lnTo>
                  <a:lnTo>
                    <a:pt x="182011" y="310765"/>
                  </a:lnTo>
                  <a:lnTo>
                    <a:pt x="181226" y="310523"/>
                  </a:lnTo>
                  <a:close/>
                </a:path>
                <a:path w="381635" h="337184">
                  <a:moveTo>
                    <a:pt x="277395" y="326906"/>
                  </a:moveTo>
                  <a:lnTo>
                    <a:pt x="275805" y="327726"/>
                  </a:lnTo>
                  <a:lnTo>
                    <a:pt x="279144" y="327273"/>
                  </a:lnTo>
                  <a:lnTo>
                    <a:pt x="277395" y="326906"/>
                  </a:lnTo>
                  <a:close/>
                </a:path>
                <a:path w="381635" h="337184">
                  <a:moveTo>
                    <a:pt x="309432" y="312484"/>
                  </a:moveTo>
                  <a:lnTo>
                    <a:pt x="291471" y="319672"/>
                  </a:lnTo>
                  <a:lnTo>
                    <a:pt x="291028" y="319873"/>
                  </a:lnTo>
                  <a:lnTo>
                    <a:pt x="277395" y="326906"/>
                  </a:lnTo>
                  <a:lnTo>
                    <a:pt x="279144" y="327273"/>
                  </a:lnTo>
                  <a:lnTo>
                    <a:pt x="275805" y="327726"/>
                  </a:lnTo>
                  <a:lnTo>
                    <a:pt x="298418" y="327726"/>
                  </a:lnTo>
                  <a:lnTo>
                    <a:pt x="315249" y="320989"/>
                  </a:lnTo>
                  <a:lnTo>
                    <a:pt x="316475" y="320286"/>
                  </a:lnTo>
                  <a:lnTo>
                    <a:pt x="317450" y="319280"/>
                  </a:lnTo>
                  <a:lnTo>
                    <a:pt x="318114" y="318034"/>
                  </a:lnTo>
                  <a:lnTo>
                    <a:pt x="319357" y="314605"/>
                  </a:lnTo>
                  <a:lnTo>
                    <a:pt x="308663" y="314605"/>
                  </a:lnTo>
                  <a:lnTo>
                    <a:pt x="309432" y="312484"/>
                  </a:lnTo>
                  <a:close/>
                </a:path>
                <a:path w="381635" h="337184">
                  <a:moveTo>
                    <a:pt x="224514" y="316689"/>
                  </a:moveTo>
                  <a:lnTo>
                    <a:pt x="224339" y="316689"/>
                  </a:lnTo>
                  <a:lnTo>
                    <a:pt x="224993" y="316877"/>
                  </a:lnTo>
                  <a:lnTo>
                    <a:pt x="224514" y="316689"/>
                  </a:lnTo>
                  <a:close/>
                </a:path>
                <a:path w="381635" h="337184">
                  <a:moveTo>
                    <a:pt x="224514" y="316689"/>
                  </a:moveTo>
                  <a:lnTo>
                    <a:pt x="224993" y="316877"/>
                  </a:lnTo>
                  <a:lnTo>
                    <a:pt x="225558" y="316877"/>
                  </a:lnTo>
                  <a:lnTo>
                    <a:pt x="224514" y="316689"/>
                  </a:lnTo>
                  <a:close/>
                </a:path>
                <a:path w="381635" h="337184">
                  <a:moveTo>
                    <a:pt x="311518" y="311649"/>
                  </a:moveTo>
                  <a:lnTo>
                    <a:pt x="309432" y="312484"/>
                  </a:lnTo>
                  <a:lnTo>
                    <a:pt x="308663" y="314605"/>
                  </a:lnTo>
                  <a:lnTo>
                    <a:pt x="311518" y="311649"/>
                  </a:lnTo>
                  <a:close/>
                </a:path>
                <a:path w="381635" h="337184">
                  <a:moveTo>
                    <a:pt x="320428" y="311649"/>
                  </a:moveTo>
                  <a:lnTo>
                    <a:pt x="311518" y="311649"/>
                  </a:lnTo>
                  <a:lnTo>
                    <a:pt x="308663" y="314605"/>
                  </a:lnTo>
                  <a:lnTo>
                    <a:pt x="319357" y="314605"/>
                  </a:lnTo>
                  <a:lnTo>
                    <a:pt x="320428" y="311649"/>
                  </a:lnTo>
                  <a:close/>
                </a:path>
                <a:path w="381635" h="337184">
                  <a:moveTo>
                    <a:pt x="370742" y="168539"/>
                  </a:moveTo>
                  <a:lnTo>
                    <a:pt x="352021" y="216547"/>
                  </a:lnTo>
                  <a:lnTo>
                    <a:pt x="349142" y="224097"/>
                  </a:lnTo>
                  <a:lnTo>
                    <a:pt x="329093" y="258472"/>
                  </a:lnTo>
                  <a:lnTo>
                    <a:pt x="328711" y="259287"/>
                  </a:lnTo>
                  <a:lnTo>
                    <a:pt x="309432" y="312484"/>
                  </a:lnTo>
                  <a:lnTo>
                    <a:pt x="311518" y="311649"/>
                  </a:lnTo>
                  <a:lnTo>
                    <a:pt x="320428" y="311649"/>
                  </a:lnTo>
                  <a:lnTo>
                    <a:pt x="338162" y="262716"/>
                  </a:lnTo>
                  <a:lnTo>
                    <a:pt x="340261" y="259287"/>
                  </a:lnTo>
                  <a:lnTo>
                    <a:pt x="357828" y="229165"/>
                  </a:lnTo>
                  <a:lnTo>
                    <a:pt x="358170" y="228461"/>
                  </a:lnTo>
                  <a:lnTo>
                    <a:pt x="380822" y="170357"/>
                  </a:lnTo>
                  <a:lnTo>
                    <a:pt x="371452" y="170357"/>
                  </a:lnTo>
                  <a:lnTo>
                    <a:pt x="370742" y="168539"/>
                  </a:lnTo>
                  <a:close/>
                </a:path>
                <a:path w="381635" h="337184">
                  <a:moveTo>
                    <a:pt x="279345" y="0"/>
                  </a:moveTo>
                  <a:lnTo>
                    <a:pt x="276886" y="0"/>
                  </a:lnTo>
                  <a:lnTo>
                    <a:pt x="252187" y="5198"/>
                  </a:lnTo>
                  <a:lnTo>
                    <a:pt x="222267" y="10567"/>
                  </a:lnTo>
                  <a:lnTo>
                    <a:pt x="221322" y="10829"/>
                  </a:lnTo>
                  <a:lnTo>
                    <a:pt x="181226" y="26543"/>
                  </a:lnTo>
                  <a:lnTo>
                    <a:pt x="180881" y="26543"/>
                  </a:lnTo>
                  <a:lnTo>
                    <a:pt x="131890" y="36949"/>
                  </a:lnTo>
                  <a:lnTo>
                    <a:pt x="89914" y="61260"/>
                  </a:lnTo>
                  <a:lnTo>
                    <a:pt x="58486" y="83530"/>
                  </a:lnTo>
                  <a:lnTo>
                    <a:pt x="28413" y="120520"/>
                  </a:lnTo>
                  <a:lnTo>
                    <a:pt x="543" y="165914"/>
                  </a:lnTo>
                  <a:lnTo>
                    <a:pt x="0" y="167171"/>
                  </a:lnTo>
                  <a:lnTo>
                    <a:pt x="0" y="169895"/>
                  </a:lnTo>
                  <a:lnTo>
                    <a:pt x="28021" y="216004"/>
                  </a:lnTo>
                  <a:lnTo>
                    <a:pt x="58486" y="253536"/>
                  </a:lnTo>
                  <a:lnTo>
                    <a:pt x="89573" y="275595"/>
                  </a:lnTo>
                  <a:lnTo>
                    <a:pt x="130393" y="299544"/>
                  </a:lnTo>
                  <a:lnTo>
                    <a:pt x="182011" y="310765"/>
                  </a:lnTo>
                  <a:lnTo>
                    <a:pt x="181842" y="310765"/>
                  </a:lnTo>
                  <a:lnTo>
                    <a:pt x="181226" y="310523"/>
                  </a:lnTo>
                  <a:lnTo>
                    <a:pt x="208781" y="310523"/>
                  </a:lnTo>
                  <a:lnTo>
                    <a:pt x="184896" y="301162"/>
                  </a:lnTo>
                  <a:lnTo>
                    <a:pt x="184101" y="300931"/>
                  </a:lnTo>
                  <a:lnTo>
                    <a:pt x="136725" y="290878"/>
                  </a:lnTo>
                  <a:lnTo>
                    <a:pt x="135479" y="290878"/>
                  </a:lnTo>
                  <a:lnTo>
                    <a:pt x="133972" y="290294"/>
                  </a:lnTo>
                  <a:lnTo>
                    <a:pt x="134483" y="290294"/>
                  </a:lnTo>
                  <a:lnTo>
                    <a:pt x="95381" y="267361"/>
                  </a:lnTo>
                  <a:lnTo>
                    <a:pt x="66619" y="247192"/>
                  </a:lnTo>
                  <a:lnTo>
                    <a:pt x="66287" y="247192"/>
                  </a:lnTo>
                  <a:lnTo>
                    <a:pt x="65271" y="246246"/>
                  </a:lnTo>
                  <a:lnTo>
                    <a:pt x="65518" y="246246"/>
                  </a:lnTo>
                  <a:lnTo>
                    <a:pt x="36215" y="210202"/>
                  </a:lnTo>
                  <a:lnTo>
                    <a:pt x="12336" y="171162"/>
                  </a:lnTo>
                  <a:lnTo>
                    <a:pt x="9119" y="171162"/>
                  </a:lnTo>
                  <a:lnTo>
                    <a:pt x="9119" y="165914"/>
                  </a:lnTo>
                  <a:lnTo>
                    <a:pt x="12336" y="165914"/>
                  </a:lnTo>
                  <a:lnTo>
                    <a:pt x="36597" y="126320"/>
                  </a:lnTo>
                  <a:lnTo>
                    <a:pt x="40931" y="121062"/>
                  </a:lnTo>
                  <a:lnTo>
                    <a:pt x="65519" y="90820"/>
                  </a:lnTo>
                  <a:lnTo>
                    <a:pt x="65271" y="90820"/>
                  </a:lnTo>
                  <a:lnTo>
                    <a:pt x="66287" y="89875"/>
                  </a:lnTo>
                  <a:lnTo>
                    <a:pt x="66617" y="89875"/>
                  </a:lnTo>
                  <a:lnTo>
                    <a:pt x="95226" y="69796"/>
                  </a:lnTo>
                  <a:lnTo>
                    <a:pt x="134485" y="46782"/>
                  </a:lnTo>
                  <a:lnTo>
                    <a:pt x="133972" y="46782"/>
                  </a:lnTo>
                  <a:lnTo>
                    <a:pt x="135479" y="46200"/>
                  </a:lnTo>
                  <a:lnTo>
                    <a:pt x="136719" y="46200"/>
                  </a:lnTo>
                  <a:lnTo>
                    <a:pt x="184101" y="36145"/>
                  </a:lnTo>
                  <a:lnTo>
                    <a:pt x="184896" y="35904"/>
                  </a:lnTo>
                  <a:lnTo>
                    <a:pt x="208781" y="26543"/>
                  </a:lnTo>
                  <a:lnTo>
                    <a:pt x="181226" y="26543"/>
                  </a:lnTo>
                  <a:lnTo>
                    <a:pt x="181749" y="26382"/>
                  </a:lnTo>
                  <a:lnTo>
                    <a:pt x="209190" y="26382"/>
                  </a:lnTo>
                  <a:lnTo>
                    <a:pt x="224299" y="20460"/>
                  </a:lnTo>
                  <a:lnTo>
                    <a:pt x="224047" y="20460"/>
                  </a:lnTo>
                  <a:lnTo>
                    <a:pt x="224993" y="20189"/>
                  </a:lnTo>
                  <a:lnTo>
                    <a:pt x="225559" y="20189"/>
                  </a:lnTo>
                  <a:lnTo>
                    <a:pt x="254270" y="15031"/>
                  </a:lnTo>
                  <a:lnTo>
                    <a:pt x="277394" y="10161"/>
                  </a:lnTo>
                  <a:lnTo>
                    <a:pt x="275805" y="9340"/>
                  </a:lnTo>
                  <a:lnTo>
                    <a:pt x="298390" y="9340"/>
                  </a:lnTo>
                  <a:lnTo>
                    <a:pt x="295702" y="8265"/>
                  </a:lnTo>
                  <a:lnTo>
                    <a:pt x="280421" y="412"/>
                  </a:lnTo>
                  <a:lnTo>
                    <a:pt x="279345" y="0"/>
                  </a:lnTo>
                  <a:close/>
                </a:path>
                <a:path w="381635" h="337184">
                  <a:moveTo>
                    <a:pt x="208781" y="310523"/>
                  </a:moveTo>
                  <a:lnTo>
                    <a:pt x="181226" y="310523"/>
                  </a:lnTo>
                  <a:lnTo>
                    <a:pt x="182011" y="310765"/>
                  </a:lnTo>
                  <a:lnTo>
                    <a:pt x="209397" y="310765"/>
                  </a:lnTo>
                  <a:lnTo>
                    <a:pt x="208781" y="310523"/>
                  </a:lnTo>
                  <a:close/>
                </a:path>
                <a:path w="381635" h="337184">
                  <a:moveTo>
                    <a:pt x="133972" y="290294"/>
                  </a:moveTo>
                  <a:lnTo>
                    <a:pt x="135479" y="290878"/>
                  </a:lnTo>
                  <a:lnTo>
                    <a:pt x="134773" y="290464"/>
                  </a:lnTo>
                  <a:lnTo>
                    <a:pt x="133972" y="290294"/>
                  </a:lnTo>
                  <a:close/>
                </a:path>
                <a:path w="381635" h="337184">
                  <a:moveTo>
                    <a:pt x="134773" y="290464"/>
                  </a:moveTo>
                  <a:lnTo>
                    <a:pt x="135479" y="290878"/>
                  </a:lnTo>
                  <a:lnTo>
                    <a:pt x="136725" y="290878"/>
                  </a:lnTo>
                  <a:lnTo>
                    <a:pt x="134773" y="290464"/>
                  </a:lnTo>
                  <a:close/>
                </a:path>
                <a:path w="381635" h="337184">
                  <a:moveTo>
                    <a:pt x="134483" y="290294"/>
                  </a:moveTo>
                  <a:lnTo>
                    <a:pt x="133972" y="290294"/>
                  </a:lnTo>
                  <a:lnTo>
                    <a:pt x="134773" y="290464"/>
                  </a:lnTo>
                  <a:lnTo>
                    <a:pt x="134483" y="290294"/>
                  </a:lnTo>
                  <a:close/>
                </a:path>
                <a:path w="381635" h="337184">
                  <a:moveTo>
                    <a:pt x="65271" y="246246"/>
                  </a:moveTo>
                  <a:lnTo>
                    <a:pt x="66287" y="247192"/>
                  </a:lnTo>
                  <a:lnTo>
                    <a:pt x="65846" y="246650"/>
                  </a:lnTo>
                  <a:lnTo>
                    <a:pt x="65271" y="246246"/>
                  </a:lnTo>
                  <a:close/>
                </a:path>
                <a:path w="381635" h="337184">
                  <a:moveTo>
                    <a:pt x="65846" y="246650"/>
                  </a:moveTo>
                  <a:lnTo>
                    <a:pt x="66287" y="247192"/>
                  </a:lnTo>
                  <a:lnTo>
                    <a:pt x="66619" y="247192"/>
                  </a:lnTo>
                  <a:lnTo>
                    <a:pt x="65846" y="246650"/>
                  </a:lnTo>
                  <a:close/>
                </a:path>
                <a:path w="381635" h="337184">
                  <a:moveTo>
                    <a:pt x="65518" y="246246"/>
                  </a:moveTo>
                  <a:lnTo>
                    <a:pt x="65271" y="246246"/>
                  </a:lnTo>
                  <a:lnTo>
                    <a:pt x="65846" y="246650"/>
                  </a:lnTo>
                  <a:lnTo>
                    <a:pt x="65518" y="246246"/>
                  </a:lnTo>
                  <a:close/>
                </a:path>
                <a:path w="381635" h="337184">
                  <a:moveTo>
                    <a:pt x="9119" y="165914"/>
                  </a:moveTo>
                  <a:lnTo>
                    <a:pt x="9119" y="171162"/>
                  </a:lnTo>
                  <a:lnTo>
                    <a:pt x="10727" y="168539"/>
                  </a:lnTo>
                  <a:lnTo>
                    <a:pt x="9119" y="165914"/>
                  </a:lnTo>
                  <a:close/>
                </a:path>
                <a:path w="381635" h="337184">
                  <a:moveTo>
                    <a:pt x="10728" y="168539"/>
                  </a:moveTo>
                  <a:lnTo>
                    <a:pt x="9119" y="171162"/>
                  </a:lnTo>
                  <a:lnTo>
                    <a:pt x="12336" y="171162"/>
                  </a:lnTo>
                  <a:lnTo>
                    <a:pt x="10728" y="168539"/>
                  </a:lnTo>
                  <a:close/>
                </a:path>
                <a:path w="381635" h="337184">
                  <a:moveTo>
                    <a:pt x="371452" y="166709"/>
                  </a:moveTo>
                  <a:lnTo>
                    <a:pt x="370742" y="168539"/>
                  </a:lnTo>
                  <a:lnTo>
                    <a:pt x="371452" y="170357"/>
                  </a:lnTo>
                  <a:lnTo>
                    <a:pt x="371452" y="166709"/>
                  </a:lnTo>
                  <a:close/>
                </a:path>
                <a:path w="381635" h="337184">
                  <a:moveTo>
                    <a:pt x="380822" y="166709"/>
                  </a:moveTo>
                  <a:lnTo>
                    <a:pt x="371452" y="166709"/>
                  </a:lnTo>
                  <a:lnTo>
                    <a:pt x="371452" y="170357"/>
                  </a:lnTo>
                  <a:lnTo>
                    <a:pt x="380822" y="170357"/>
                  </a:lnTo>
                  <a:lnTo>
                    <a:pt x="381123" y="169161"/>
                  </a:lnTo>
                  <a:lnTo>
                    <a:pt x="381123" y="167915"/>
                  </a:lnTo>
                  <a:lnTo>
                    <a:pt x="380937" y="167171"/>
                  </a:lnTo>
                  <a:lnTo>
                    <a:pt x="380822" y="166709"/>
                  </a:lnTo>
                  <a:close/>
                </a:path>
                <a:path w="381635" h="337184">
                  <a:moveTo>
                    <a:pt x="12336" y="165914"/>
                  </a:moveTo>
                  <a:lnTo>
                    <a:pt x="9119" y="165914"/>
                  </a:lnTo>
                  <a:lnTo>
                    <a:pt x="10728" y="168539"/>
                  </a:lnTo>
                  <a:lnTo>
                    <a:pt x="12336" y="165914"/>
                  </a:lnTo>
                  <a:close/>
                </a:path>
                <a:path w="381635" h="337184">
                  <a:moveTo>
                    <a:pt x="309431" y="24581"/>
                  </a:moveTo>
                  <a:lnTo>
                    <a:pt x="328711" y="77779"/>
                  </a:lnTo>
                  <a:lnTo>
                    <a:pt x="329093" y="78604"/>
                  </a:lnTo>
                  <a:lnTo>
                    <a:pt x="346602" y="108615"/>
                  </a:lnTo>
                  <a:lnTo>
                    <a:pt x="348799" y="112265"/>
                  </a:lnTo>
                  <a:lnTo>
                    <a:pt x="370742" y="168539"/>
                  </a:lnTo>
                  <a:lnTo>
                    <a:pt x="371452" y="166709"/>
                  </a:lnTo>
                  <a:lnTo>
                    <a:pt x="380822" y="166709"/>
                  </a:lnTo>
                  <a:lnTo>
                    <a:pt x="358170" y="108615"/>
                  </a:lnTo>
                  <a:lnTo>
                    <a:pt x="357828" y="107901"/>
                  </a:lnTo>
                  <a:lnTo>
                    <a:pt x="337780" y="73536"/>
                  </a:lnTo>
                  <a:lnTo>
                    <a:pt x="336559" y="69927"/>
                  </a:lnTo>
                  <a:lnTo>
                    <a:pt x="320428" y="25417"/>
                  </a:lnTo>
                  <a:lnTo>
                    <a:pt x="311518" y="25417"/>
                  </a:lnTo>
                  <a:lnTo>
                    <a:pt x="309431" y="24581"/>
                  </a:lnTo>
                  <a:close/>
                </a:path>
                <a:path w="381635" h="337184">
                  <a:moveTo>
                    <a:pt x="66287" y="89875"/>
                  </a:moveTo>
                  <a:lnTo>
                    <a:pt x="65271" y="90820"/>
                  </a:lnTo>
                  <a:lnTo>
                    <a:pt x="65848" y="90415"/>
                  </a:lnTo>
                  <a:lnTo>
                    <a:pt x="66287" y="89875"/>
                  </a:lnTo>
                  <a:close/>
                </a:path>
                <a:path w="381635" h="337184">
                  <a:moveTo>
                    <a:pt x="65848" y="90415"/>
                  </a:moveTo>
                  <a:lnTo>
                    <a:pt x="65271" y="90820"/>
                  </a:lnTo>
                  <a:lnTo>
                    <a:pt x="65519" y="90820"/>
                  </a:lnTo>
                  <a:lnTo>
                    <a:pt x="65848" y="90415"/>
                  </a:lnTo>
                  <a:close/>
                </a:path>
                <a:path w="381635" h="337184">
                  <a:moveTo>
                    <a:pt x="66617" y="89875"/>
                  </a:moveTo>
                  <a:lnTo>
                    <a:pt x="66287" y="89875"/>
                  </a:lnTo>
                  <a:lnTo>
                    <a:pt x="65848" y="90415"/>
                  </a:lnTo>
                  <a:lnTo>
                    <a:pt x="66617" y="89875"/>
                  </a:lnTo>
                  <a:close/>
                </a:path>
                <a:path w="381635" h="337184">
                  <a:moveTo>
                    <a:pt x="135479" y="46200"/>
                  </a:moveTo>
                  <a:lnTo>
                    <a:pt x="133972" y="46782"/>
                  </a:lnTo>
                  <a:lnTo>
                    <a:pt x="134776" y="46612"/>
                  </a:lnTo>
                  <a:lnTo>
                    <a:pt x="135479" y="46200"/>
                  </a:lnTo>
                  <a:close/>
                </a:path>
                <a:path w="381635" h="337184">
                  <a:moveTo>
                    <a:pt x="134776" y="46612"/>
                  </a:moveTo>
                  <a:lnTo>
                    <a:pt x="133972" y="46782"/>
                  </a:lnTo>
                  <a:lnTo>
                    <a:pt x="134485" y="46782"/>
                  </a:lnTo>
                  <a:lnTo>
                    <a:pt x="134776" y="46612"/>
                  </a:lnTo>
                  <a:close/>
                </a:path>
                <a:path w="381635" h="337184">
                  <a:moveTo>
                    <a:pt x="136719" y="46200"/>
                  </a:moveTo>
                  <a:lnTo>
                    <a:pt x="135479" y="46200"/>
                  </a:lnTo>
                  <a:lnTo>
                    <a:pt x="134776" y="46612"/>
                  </a:lnTo>
                  <a:lnTo>
                    <a:pt x="136719" y="46200"/>
                  </a:lnTo>
                  <a:close/>
                </a:path>
                <a:path w="381635" h="337184">
                  <a:moveTo>
                    <a:pt x="308663" y="22461"/>
                  </a:moveTo>
                  <a:lnTo>
                    <a:pt x="309431" y="24581"/>
                  </a:lnTo>
                  <a:lnTo>
                    <a:pt x="311518" y="25417"/>
                  </a:lnTo>
                  <a:lnTo>
                    <a:pt x="308663" y="22461"/>
                  </a:lnTo>
                  <a:close/>
                </a:path>
                <a:path w="381635" h="337184">
                  <a:moveTo>
                    <a:pt x="319356" y="22461"/>
                  </a:moveTo>
                  <a:lnTo>
                    <a:pt x="308663" y="22461"/>
                  </a:lnTo>
                  <a:lnTo>
                    <a:pt x="311518" y="25417"/>
                  </a:lnTo>
                  <a:lnTo>
                    <a:pt x="320428" y="25417"/>
                  </a:lnTo>
                  <a:lnTo>
                    <a:pt x="319356" y="22461"/>
                  </a:lnTo>
                  <a:close/>
                </a:path>
                <a:path w="381635" h="337184">
                  <a:moveTo>
                    <a:pt x="298390" y="9340"/>
                  </a:moveTo>
                  <a:lnTo>
                    <a:pt x="275805" y="9340"/>
                  </a:lnTo>
                  <a:lnTo>
                    <a:pt x="279144" y="9792"/>
                  </a:lnTo>
                  <a:lnTo>
                    <a:pt x="277394" y="10161"/>
                  </a:lnTo>
                  <a:lnTo>
                    <a:pt x="291028" y="17203"/>
                  </a:lnTo>
                  <a:lnTo>
                    <a:pt x="309431" y="24581"/>
                  </a:lnTo>
                  <a:lnTo>
                    <a:pt x="308663" y="22461"/>
                  </a:lnTo>
                  <a:lnTo>
                    <a:pt x="319356" y="22461"/>
                  </a:lnTo>
                  <a:lnTo>
                    <a:pt x="318114" y="19033"/>
                  </a:lnTo>
                  <a:lnTo>
                    <a:pt x="317450" y="17796"/>
                  </a:lnTo>
                  <a:lnTo>
                    <a:pt x="316475" y="16780"/>
                  </a:lnTo>
                  <a:lnTo>
                    <a:pt x="315249" y="16087"/>
                  </a:lnTo>
                  <a:lnTo>
                    <a:pt x="298390" y="9340"/>
                  </a:lnTo>
                  <a:close/>
                </a:path>
                <a:path w="381635" h="337184">
                  <a:moveTo>
                    <a:pt x="224993" y="20189"/>
                  </a:moveTo>
                  <a:lnTo>
                    <a:pt x="224047" y="20460"/>
                  </a:lnTo>
                  <a:lnTo>
                    <a:pt x="224299" y="20460"/>
                  </a:lnTo>
                  <a:lnTo>
                    <a:pt x="224993" y="20189"/>
                  </a:lnTo>
                  <a:close/>
                </a:path>
                <a:path w="381635" h="337184">
                  <a:moveTo>
                    <a:pt x="225559" y="20189"/>
                  </a:moveTo>
                  <a:lnTo>
                    <a:pt x="224993" y="20189"/>
                  </a:lnTo>
                  <a:lnTo>
                    <a:pt x="224299" y="20460"/>
                  </a:lnTo>
                  <a:lnTo>
                    <a:pt x="224047" y="20460"/>
                  </a:lnTo>
                  <a:lnTo>
                    <a:pt x="225559" y="20189"/>
                  </a:lnTo>
                  <a:close/>
                </a:path>
                <a:path w="381635" h="337184">
                  <a:moveTo>
                    <a:pt x="275805" y="9340"/>
                  </a:moveTo>
                  <a:lnTo>
                    <a:pt x="277394" y="10161"/>
                  </a:lnTo>
                  <a:lnTo>
                    <a:pt x="279144" y="9792"/>
                  </a:lnTo>
                  <a:lnTo>
                    <a:pt x="275805" y="9340"/>
                  </a:lnTo>
                  <a:close/>
                </a:path>
              </a:pathLst>
            </a:custGeom>
            <a:solidFill>
              <a:srgbClr val="0C6B3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9" name="object 99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4077582" y="6237368"/>
              <a:ext cx="183659" cy="213037"/>
            </a:xfrm>
            <a:prstGeom prst="rect">
              <a:avLst/>
            </a:prstGeom>
          </p:spPr>
        </p:pic>
      </p:grpSp>
      <p:sp>
        <p:nvSpPr>
          <p:cNvPr id="100" name="object 100"/>
          <p:cNvSpPr txBox="1"/>
          <p:nvPr/>
        </p:nvSpPr>
        <p:spPr>
          <a:xfrm>
            <a:off x="3639596" y="5995906"/>
            <a:ext cx="337820" cy="69405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86055">
              <a:lnSpc>
                <a:spcPts val="700"/>
              </a:lnSpc>
            </a:pPr>
            <a:r>
              <a:rPr dirty="0" sz="600" spc="-10">
                <a:solidFill>
                  <a:srgbClr val="061255"/>
                </a:solidFill>
                <a:latin typeface="Segoe UI Symbol"/>
                <a:cs typeface="Segoe UI Symbol"/>
              </a:rPr>
              <a:t>SECURITY</a:t>
            </a:r>
            <a:endParaRPr sz="600">
              <a:latin typeface="Segoe UI Symbol"/>
              <a:cs typeface="Segoe UI Symbol"/>
            </a:endParaRPr>
          </a:p>
          <a:p>
            <a:pPr marL="12700" marR="5080" indent="112395">
              <a:lnSpc>
                <a:spcPct val="126400"/>
              </a:lnSpc>
            </a:pPr>
            <a:r>
              <a:rPr dirty="0" sz="600" spc="-10">
                <a:solidFill>
                  <a:srgbClr val="061255"/>
                </a:solidFill>
                <a:latin typeface="Segoe UI Symbol"/>
                <a:cs typeface="Segoe UI Symbol"/>
              </a:rPr>
              <a:t>ASSESSMENT</a:t>
            </a:r>
            <a:r>
              <a:rPr dirty="0" sz="600" spc="500">
                <a:solidFill>
                  <a:srgbClr val="061255"/>
                </a:solidFill>
                <a:latin typeface="Segoe UI Symbol"/>
                <a:cs typeface="Segoe UI Symbol"/>
              </a:rPr>
              <a:t> </a:t>
            </a:r>
            <a:r>
              <a:rPr dirty="0" sz="600" spc="-30">
                <a:solidFill>
                  <a:srgbClr val="061255"/>
                </a:solidFill>
                <a:latin typeface="Segoe UI Symbol"/>
                <a:cs typeface="Segoe UI Symbol"/>
              </a:rPr>
              <a:t>ACROSS</a:t>
            </a:r>
            <a:r>
              <a:rPr dirty="0" sz="600" spc="-10">
                <a:solidFill>
                  <a:srgbClr val="061255"/>
                </a:solidFill>
                <a:latin typeface="Segoe UI Symbol"/>
                <a:cs typeface="Segoe UI Symbol"/>
              </a:rPr>
              <a:t> </a:t>
            </a:r>
            <a:r>
              <a:rPr dirty="0" sz="600" spc="-20">
                <a:solidFill>
                  <a:srgbClr val="061255"/>
                </a:solidFill>
                <a:latin typeface="Segoe UI Symbol"/>
                <a:cs typeface="Segoe UI Symbol"/>
              </a:rPr>
              <a:t>ALL</a:t>
            </a:r>
            <a:r>
              <a:rPr dirty="0" sz="600" spc="-10">
                <a:solidFill>
                  <a:srgbClr val="061255"/>
                </a:solidFill>
                <a:latin typeface="Segoe UI Symbol"/>
                <a:cs typeface="Segoe UI Symbol"/>
              </a:rPr>
              <a:t> LAYERS</a:t>
            </a:r>
            <a:endParaRPr sz="600">
              <a:latin typeface="Segoe UI Symbol"/>
              <a:cs typeface="Segoe UI Symbol"/>
            </a:endParaRPr>
          </a:p>
        </p:txBody>
      </p:sp>
      <p:grpSp>
        <p:nvGrpSpPr>
          <p:cNvPr id="101" name="object 101"/>
          <p:cNvGrpSpPr/>
          <p:nvPr/>
        </p:nvGrpSpPr>
        <p:grpSpPr>
          <a:xfrm>
            <a:off x="3438661" y="4598504"/>
            <a:ext cx="420370" cy="1248410"/>
            <a:chOff x="3438661" y="4598504"/>
            <a:chExt cx="420370" cy="1248410"/>
          </a:xfrm>
        </p:grpSpPr>
        <p:pic>
          <p:nvPicPr>
            <p:cNvPr id="102" name="object 102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3767894" y="5169847"/>
              <a:ext cx="90759" cy="130704"/>
            </a:xfrm>
            <a:prstGeom prst="rect">
              <a:avLst/>
            </a:prstGeom>
          </p:spPr>
        </p:pic>
        <p:sp>
          <p:nvSpPr>
            <p:cNvPr id="103" name="object 103"/>
            <p:cNvSpPr/>
            <p:nvPr/>
          </p:nvSpPr>
          <p:spPr>
            <a:xfrm>
              <a:off x="3446462" y="4605909"/>
              <a:ext cx="297180" cy="1233170"/>
            </a:xfrm>
            <a:custGeom>
              <a:avLst/>
              <a:gdLst/>
              <a:ahLst/>
              <a:cxnLst/>
              <a:rect l="l" t="t" r="r" b="b"/>
              <a:pathLst>
                <a:path w="297179" h="1233170">
                  <a:moveTo>
                    <a:pt x="231648" y="0"/>
                  </a:moveTo>
                  <a:lnTo>
                    <a:pt x="65150" y="0"/>
                  </a:lnTo>
                  <a:lnTo>
                    <a:pt x="39624" y="5030"/>
                  </a:lnTo>
                  <a:lnTo>
                    <a:pt x="18843" y="18979"/>
                  </a:lnTo>
                  <a:lnTo>
                    <a:pt x="4928" y="39726"/>
                  </a:lnTo>
                  <a:lnTo>
                    <a:pt x="0" y="65150"/>
                  </a:lnTo>
                  <a:lnTo>
                    <a:pt x="0" y="1167891"/>
                  </a:lnTo>
                  <a:lnTo>
                    <a:pt x="4928" y="1193508"/>
                  </a:lnTo>
                  <a:lnTo>
                    <a:pt x="18843" y="1214319"/>
                  </a:lnTo>
                  <a:lnTo>
                    <a:pt x="39624" y="1228204"/>
                  </a:lnTo>
                  <a:lnTo>
                    <a:pt x="65150" y="1233042"/>
                  </a:lnTo>
                  <a:lnTo>
                    <a:pt x="231648" y="1233042"/>
                  </a:lnTo>
                  <a:lnTo>
                    <a:pt x="256902" y="1228204"/>
                  </a:lnTo>
                  <a:lnTo>
                    <a:pt x="277592" y="1214319"/>
                  </a:lnTo>
                  <a:lnTo>
                    <a:pt x="291598" y="1193508"/>
                  </a:lnTo>
                  <a:lnTo>
                    <a:pt x="296799" y="1167891"/>
                  </a:lnTo>
                  <a:lnTo>
                    <a:pt x="296799" y="65150"/>
                  </a:lnTo>
                  <a:lnTo>
                    <a:pt x="291598" y="39726"/>
                  </a:lnTo>
                  <a:lnTo>
                    <a:pt x="277592" y="18979"/>
                  </a:lnTo>
                  <a:lnTo>
                    <a:pt x="256902" y="5030"/>
                  </a:lnTo>
                  <a:lnTo>
                    <a:pt x="231648" y="0"/>
                  </a:lnTo>
                  <a:close/>
                </a:path>
              </a:pathLst>
            </a:custGeom>
            <a:solidFill>
              <a:srgbClr val="EDE4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3438661" y="4598504"/>
              <a:ext cx="312420" cy="1248410"/>
            </a:xfrm>
            <a:custGeom>
              <a:avLst/>
              <a:gdLst/>
              <a:ahLst/>
              <a:cxnLst/>
              <a:rect l="l" t="t" r="r" b="b"/>
              <a:pathLst>
                <a:path w="312420" h="1248410">
                  <a:moveTo>
                    <a:pt x="253997" y="1247139"/>
                  </a:moveTo>
                  <a:lnTo>
                    <a:pt x="58293" y="1247139"/>
                  </a:lnTo>
                  <a:lnTo>
                    <a:pt x="61511" y="1248410"/>
                  </a:lnTo>
                  <a:lnTo>
                    <a:pt x="250408" y="1248410"/>
                  </a:lnTo>
                  <a:lnTo>
                    <a:pt x="253997" y="1247139"/>
                  </a:lnTo>
                  <a:close/>
                </a:path>
                <a:path w="312420" h="1248410">
                  <a:moveTo>
                    <a:pt x="253625" y="1270"/>
                  </a:moveTo>
                  <a:lnTo>
                    <a:pt x="57922" y="1270"/>
                  </a:lnTo>
                  <a:lnTo>
                    <a:pt x="54754" y="2540"/>
                  </a:lnTo>
                  <a:lnTo>
                    <a:pt x="54392" y="2540"/>
                  </a:lnTo>
                  <a:lnTo>
                    <a:pt x="50934" y="3810"/>
                  </a:lnTo>
                  <a:lnTo>
                    <a:pt x="47898" y="5079"/>
                  </a:lnTo>
                  <a:lnTo>
                    <a:pt x="44579" y="6350"/>
                  </a:lnTo>
                  <a:lnTo>
                    <a:pt x="38195" y="8890"/>
                  </a:lnTo>
                  <a:lnTo>
                    <a:pt x="35138" y="10160"/>
                  </a:lnTo>
                  <a:lnTo>
                    <a:pt x="32183" y="12700"/>
                  </a:lnTo>
                  <a:lnTo>
                    <a:pt x="29317" y="15240"/>
                  </a:lnTo>
                  <a:lnTo>
                    <a:pt x="26562" y="16510"/>
                  </a:lnTo>
                  <a:lnTo>
                    <a:pt x="12245" y="33020"/>
                  </a:lnTo>
                  <a:lnTo>
                    <a:pt x="10546" y="35560"/>
                  </a:lnTo>
                  <a:lnTo>
                    <a:pt x="8787" y="38100"/>
                  </a:lnTo>
                  <a:lnTo>
                    <a:pt x="7167" y="41910"/>
                  </a:lnTo>
                  <a:lnTo>
                    <a:pt x="5699" y="44450"/>
                  </a:lnTo>
                  <a:lnTo>
                    <a:pt x="4382" y="48260"/>
                  </a:lnTo>
                  <a:lnTo>
                    <a:pt x="3116" y="52070"/>
                  </a:lnTo>
                  <a:lnTo>
                    <a:pt x="2151" y="54610"/>
                  </a:lnTo>
                  <a:lnTo>
                    <a:pt x="1337" y="58420"/>
                  </a:lnTo>
                  <a:lnTo>
                    <a:pt x="763" y="62229"/>
                  </a:lnTo>
                  <a:lnTo>
                    <a:pt x="251" y="66040"/>
                  </a:lnTo>
                  <a:lnTo>
                    <a:pt x="0" y="69850"/>
                  </a:lnTo>
                  <a:lnTo>
                    <a:pt x="0" y="1179830"/>
                  </a:lnTo>
                  <a:lnTo>
                    <a:pt x="3227" y="1197610"/>
                  </a:lnTo>
                  <a:lnTo>
                    <a:pt x="4382" y="1201420"/>
                  </a:lnTo>
                  <a:lnTo>
                    <a:pt x="5560" y="1203960"/>
                  </a:lnTo>
                  <a:lnTo>
                    <a:pt x="7007" y="1207770"/>
                  </a:lnTo>
                  <a:lnTo>
                    <a:pt x="8615" y="1210310"/>
                  </a:lnTo>
                  <a:lnTo>
                    <a:pt x="10546" y="1214120"/>
                  </a:lnTo>
                  <a:lnTo>
                    <a:pt x="12245" y="1216660"/>
                  </a:lnTo>
                  <a:lnTo>
                    <a:pt x="14488" y="1220470"/>
                  </a:lnTo>
                  <a:lnTo>
                    <a:pt x="26281" y="1231900"/>
                  </a:lnTo>
                  <a:lnTo>
                    <a:pt x="29025" y="1234439"/>
                  </a:lnTo>
                  <a:lnTo>
                    <a:pt x="31880" y="1236980"/>
                  </a:lnTo>
                  <a:lnTo>
                    <a:pt x="34827" y="1238250"/>
                  </a:lnTo>
                  <a:lnTo>
                    <a:pt x="37873" y="1240789"/>
                  </a:lnTo>
                  <a:lnTo>
                    <a:pt x="44237" y="1243330"/>
                  </a:lnTo>
                  <a:lnTo>
                    <a:pt x="47546" y="1244600"/>
                  </a:lnTo>
                  <a:lnTo>
                    <a:pt x="47898" y="1244600"/>
                  </a:lnTo>
                  <a:lnTo>
                    <a:pt x="54754" y="1247139"/>
                  </a:lnTo>
                  <a:lnTo>
                    <a:pt x="257516" y="1247139"/>
                  </a:lnTo>
                  <a:lnTo>
                    <a:pt x="264363" y="1244600"/>
                  </a:lnTo>
                  <a:lnTo>
                    <a:pt x="267329" y="1243330"/>
                  </a:lnTo>
                  <a:lnTo>
                    <a:pt x="270567" y="1242060"/>
                  </a:lnTo>
                  <a:lnTo>
                    <a:pt x="273714" y="1240789"/>
                  </a:lnTo>
                  <a:lnTo>
                    <a:pt x="276771" y="1238250"/>
                  </a:lnTo>
                  <a:lnTo>
                    <a:pt x="279736" y="1236980"/>
                  </a:lnTo>
                  <a:lnTo>
                    <a:pt x="282601" y="1234439"/>
                  </a:lnTo>
                  <a:lnTo>
                    <a:pt x="69996" y="1234439"/>
                  </a:lnTo>
                  <a:lnTo>
                    <a:pt x="66678" y="1233170"/>
                  </a:lnTo>
                  <a:lnTo>
                    <a:pt x="61310" y="1233170"/>
                  </a:lnTo>
                  <a:lnTo>
                    <a:pt x="58153" y="1231900"/>
                  </a:lnTo>
                  <a:lnTo>
                    <a:pt x="55769" y="1231900"/>
                  </a:lnTo>
                  <a:lnTo>
                    <a:pt x="52734" y="1230630"/>
                  </a:lnTo>
                  <a:lnTo>
                    <a:pt x="53086" y="1230630"/>
                  </a:lnTo>
                  <a:lnTo>
                    <a:pt x="50119" y="1229360"/>
                  </a:lnTo>
                  <a:lnTo>
                    <a:pt x="50450" y="1229360"/>
                  </a:lnTo>
                  <a:lnTo>
                    <a:pt x="47555" y="1228089"/>
                  </a:lnTo>
                  <a:lnTo>
                    <a:pt x="47887" y="1228089"/>
                  </a:lnTo>
                  <a:lnTo>
                    <a:pt x="45072" y="1226820"/>
                  </a:lnTo>
                  <a:lnTo>
                    <a:pt x="45393" y="1226820"/>
                  </a:lnTo>
                  <a:lnTo>
                    <a:pt x="42659" y="1225550"/>
                  </a:lnTo>
                  <a:lnTo>
                    <a:pt x="42970" y="1225550"/>
                  </a:lnTo>
                  <a:lnTo>
                    <a:pt x="40316" y="1224280"/>
                  </a:lnTo>
                  <a:lnTo>
                    <a:pt x="40618" y="1224280"/>
                  </a:lnTo>
                  <a:lnTo>
                    <a:pt x="38288" y="1223126"/>
                  </a:lnTo>
                  <a:lnTo>
                    <a:pt x="38442" y="1223126"/>
                  </a:lnTo>
                  <a:lnTo>
                    <a:pt x="35586" y="1220176"/>
                  </a:lnTo>
                  <a:lnTo>
                    <a:pt x="33992" y="1219312"/>
                  </a:lnTo>
                  <a:lnTo>
                    <a:pt x="34137" y="1219312"/>
                  </a:lnTo>
                  <a:lnTo>
                    <a:pt x="31521" y="1216370"/>
                  </a:lnTo>
                  <a:lnTo>
                    <a:pt x="30049" y="1215495"/>
                  </a:lnTo>
                  <a:lnTo>
                    <a:pt x="30196" y="1215495"/>
                  </a:lnTo>
                  <a:lnTo>
                    <a:pt x="28060" y="1212850"/>
                  </a:lnTo>
                  <a:lnTo>
                    <a:pt x="28291" y="1212850"/>
                  </a:lnTo>
                  <a:lnTo>
                    <a:pt x="27321" y="1211580"/>
                  </a:lnTo>
                  <a:lnTo>
                    <a:pt x="26562" y="1211580"/>
                  </a:lnTo>
                  <a:lnTo>
                    <a:pt x="24743" y="1209039"/>
                  </a:lnTo>
                  <a:lnTo>
                    <a:pt x="24944" y="1209039"/>
                  </a:lnTo>
                  <a:lnTo>
                    <a:pt x="23244" y="1206500"/>
                  </a:lnTo>
                  <a:lnTo>
                    <a:pt x="23435" y="1206500"/>
                  </a:lnTo>
                  <a:lnTo>
                    <a:pt x="21856" y="1203960"/>
                  </a:lnTo>
                  <a:lnTo>
                    <a:pt x="22038" y="1203960"/>
                  </a:lnTo>
                  <a:lnTo>
                    <a:pt x="20590" y="1201420"/>
                  </a:lnTo>
                  <a:lnTo>
                    <a:pt x="20751" y="1201420"/>
                  </a:lnTo>
                  <a:lnTo>
                    <a:pt x="19443" y="1198880"/>
                  </a:lnTo>
                  <a:lnTo>
                    <a:pt x="19584" y="1198880"/>
                  </a:lnTo>
                  <a:lnTo>
                    <a:pt x="18418" y="1196339"/>
                  </a:lnTo>
                  <a:lnTo>
                    <a:pt x="18549" y="1196339"/>
                  </a:lnTo>
                  <a:lnTo>
                    <a:pt x="17513" y="1193800"/>
                  </a:lnTo>
                  <a:lnTo>
                    <a:pt x="17004" y="1191260"/>
                  </a:lnTo>
                  <a:lnTo>
                    <a:pt x="16840" y="1191260"/>
                  </a:lnTo>
                  <a:lnTo>
                    <a:pt x="16357" y="1188720"/>
                  </a:lnTo>
                  <a:lnTo>
                    <a:pt x="16187" y="1188720"/>
                  </a:lnTo>
                  <a:lnTo>
                    <a:pt x="15251" y="1182370"/>
                  </a:lnTo>
                  <a:lnTo>
                    <a:pt x="15110" y="1179830"/>
                  </a:lnTo>
                  <a:lnTo>
                    <a:pt x="15060" y="69850"/>
                  </a:lnTo>
                  <a:lnTo>
                    <a:pt x="15292" y="67310"/>
                  </a:lnTo>
                  <a:lnTo>
                    <a:pt x="15674" y="64770"/>
                  </a:lnTo>
                  <a:lnTo>
                    <a:pt x="16187" y="60960"/>
                  </a:lnTo>
                  <a:lnTo>
                    <a:pt x="16357" y="60960"/>
                  </a:lnTo>
                  <a:lnTo>
                    <a:pt x="16840" y="58420"/>
                  </a:lnTo>
                  <a:lnTo>
                    <a:pt x="17625" y="55879"/>
                  </a:lnTo>
                  <a:lnTo>
                    <a:pt x="18549" y="53340"/>
                  </a:lnTo>
                  <a:lnTo>
                    <a:pt x="18418" y="53340"/>
                  </a:lnTo>
                  <a:lnTo>
                    <a:pt x="19584" y="50800"/>
                  </a:lnTo>
                  <a:lnTo>
                    <a:pt x="19443" y="50800"/>
                  </a:lnTo>
                  <a:lnTo>
                    <a:pt x="20751" y="48260"/>
                  </a:lnTo>
                  <a:lnTo>
                    <a:pt x="20590" y="48260"/>
                  </a:lnTo>
                  <a:lnTo>
                    <a:pt x="22038" y="45720"/>
                  </a:lnTo>
                  <a:lnTo>
                    <a:pt x="21856" y="45720"/>
                  </a:lnTo>
                  <a:lnTo>
                    <a:pt x="23435" y="43179"/>
                  </a:lnTo>
                  <a:lnTo>
                    <a:pt x="23244" y="43179"/>
                  </a:lnTo>
                  <a:lnTo>
                    <a:pt x="24944" y="40640"/>
                  </a:lnTo>
                  <a:lnTo>
                    <a:pt x="24743" y="40640"/>
                  </a:lnTo>
                  <a:lnTo>
                    <a:pt x="26562" y="38100"/>
                  </a:lnTo>
                  <a:lnTo>
                    <a:pt x="27321" y="38100"/>
                  </a:lnTo>
                  <a:lnTo>
                    <a:pt x="28291" y="36829"/>
                  </a:lnTo>
                  <a:lnTo>
                    <a:pt x="28060" y="36829"/>
                  </a:lnTo>
                  <a:lnTo>
                    <a:pt x="30111" y="34290"/>
                  </a:lnTo>
                  <a:lnTo>
                    <a:pt x="29870" y="34290"/>
                  </a:lnTo>
                  <a:lnTo>
                    <a:pt x="32031" y="31750"/>
                  </a:lnTo>
                  <a:lnTo>
                    <a:pt x="32916" y="31750"/>
                  </a:lnTo>
                  <a:lnTo>
                    <a:pt x="34052" y="30479"/>
                  </a:lnTo>
                  <a:lnTo>
                    <a:pt x="33782" y="30479"/>
                  </a:lnTo>
                  <a:lnTo>
                    <a:pt x="36154" y="27940"/>
                  </a:lnTo>
                  <a:lnTo>
                    <a:pt x="37109" y="27940"/>
                  </a:lnTo>
                  <a:lnTo>
                    <a:pt x="38346" y="26670"/>
                  </a:lnTo>
                  <a:lnTo>
                    <a:pt x="38054" y="26670"/>
                  </a:lnTo>
                  <a:lnTo>
                    <a:pt x="40618" y="25400"/>
                  </a:lnTo>
                  <a:lnTo>
                    <a:pt x="40316" y="25400"/>
                  </a:lnTo>
                  <a:lnTo>
                    <a:pt x="42970" y="24129"/>
                  </a:lnTo>
                  <a:lnTo>
                    <a:pt x="42659" y="24129"/>
                  </a:lnTo>
                  <a:lnTo>
                    <a:pt x="45393" y="22860"/>
                  </a:lnTo>
                  <a:lnTo>
                    <a:pt x="45072" y="22860"/>
                  </a:lnTo>
                  <a:lnTo>
                    <a:pt x="47887" y="21590"/>
                  </a:lnTo>
                  <a:lnTo>
                    <a:pt x="47555" y="21590"/>
                  </a:lnTo>
                  <a:lnTo>
                    <a:pt x="50450" y="20320"/>
                  </a:lnTo>
                  <a:lnTo>
                    <a:pt x="50119" y="20320"/>
                  </a:lnTo>
                  <a:lnTo>
                    <a:pt x="53086" y="19050"/>
                  </a:lnTo>
                  <a:lnTo>
                    <a:pt x="52734" y="19050"/>
                  </a:lnTo>
                  <a:lnTo>
                    <a:pt x="55769" y="17779"/>
                  </a:lnTo>
                  <a:lnTo>
                    <a:pt x="58153" y="17779"/>
                  </a:lnTo>
                  <a:lnTo>
                    <a:pt x="61310" y="16510"/>
                  </a:lnTo>
                  <a:lnTo>
                    <a:pt x="63783" y="16510"/>
                  </a:lnTo>
                  <a:lnTo>
                    <a:pt x="67050" y="15240"/>
                  </a:lnTo>
                  <a:lnTo>
                    <a:pt x="282601" y="15240"/>
                  </a:lnTo>
                  <a:lnTo>
                    <a:pt x="280038" y="12700"/>
                  </a:lnTo>
                  <a:lnTo>
                    <a:pt x="277082" y="11429"/>
                  </a:lnTo>
                  <a:lnTo>
                    <a:pt x="273714" y="8890"/>
                  </a:lnTo>
                  <a:lnTo>
                    <a:pt x="270898" y="7620"/>
                  </a:lnTo>
                  <a:lnTo>
                    <a:pt x="267329" y="6350"/>
                  </a:lnTo>
                  <a:lnTo>
                    <a:pt x="264363" y="5079"/>
                  </a:lnTo>
                  <a:lnTo>
                    <a:pt x="260623" y="3810"/>
                  </a:lnTo>
                  <a:lnTo>
                    <a:pt x="253625" y="1270"/>
                  </a:lnTo>
                  <a:close/>
                </a:path>
                <a:path w="312420" h="1248410">
                  <a:moveTo>
                    <a:pt x="295144" y="1223126"/>
                  </a:moveTo>
                  <a:lnTo>
                    <a:pt x="273620" y="1223126"/>
                  </a:lnTo>
                  <a:lnTo>
                    <a:pt x="271291" y="1224280"/>
                  </a:lnTo>
                  <a:lnTo>
                    <a:pt x="271593" y="1224280"/>
                  </a:lnTo>
                  <a:lnTo>
                    <a:pt x="268947" y="1225550"/>
                  </a:lnTo>
                  <a:lnTo>
                    <a:pt x="269260" y="1225550"/>
                  </a:lnTo>
                  <a:lnTo>
                    <a:pt x="266515" y="1226820"/>
                  </a:lnTo>
                  <a:lnTo>
                    <a:pt x="266837" y="1226820"/>
                  </a:lnTo>
                  <a:lnTo>
                    <a:pt x="264021" y="1228089"/>
                  </a:lnTo>
                  <a:lnTo>
                    <a:pt x="264354" y="1228089"/>
                  </a:lnTo>
                  <a:lnTo>
                    <a:pt x="261458" y="1229360"/>
                  </a:lnTo>
                  <a:lnTo>
                    <a:pt x="261800" y="1229360"/>
                  </a:lnTo>
                  <a:lnTo>
                    <a:pt x="258833" y="1230630"/>
                  </a:lnTo>
                  <a:lnTo>
                    <a:pt x="259176" y="1230630"/>
                  </a:lnTo>
                  <a:lnTo>
                    <a:pt x="256139" y="1231900"/>
                  </a:lnTo>
                  <a:lnTo>
                    <a:pt x="253766" y="1231900"/>
                  </a:lnTo>
                  <a:lnTo>
                    <a:pt x="250600" y="1233170"/>
                  </a:lnTo>
                  <a:lnTo>
                    <a:pt x="245240" y="1233170"/>
                  </a:lnTo>
                  <a:lnTo>
                    <a:pt x="241923" y="1234439"/>
                  </a:lnTo>
                  <a:lnTo>
                    <a:pt x="282601" y="1234439"/>
                  </a:lnTo>
                  <a:lnTo>
                    <a:pt x="285356" y="1233170"/>
                  </a:lnTo>
                  <a:lnTo>
                    <a:pt x="288001" y="1230630"/>
                  </a:lnTo>
                  <a:lnTo>
                    <a:pt x="290544" y="1228089"/>
                  </a:lnTo>
                  <a:lnTo>
                    <a:pt x="292957" y="1225550"/>
                  </a:lnTo>
                  <a:lnTo>
                    <a:pt x="295144" y="1223126"/>
                  </a:lnTo>
                  <a:close/>
                </a:path>
                <a:path w="312420" h="1248410">
                  <a:moveTo>
                    <a:pt x="38442" y="1223126"/>
                  </a:moveTo>
                  <a:lnTo>
                    <a:pt x="38288" y="1223126"/>
                  </a:lnTo>
                  <a:lnTo>
                    <a:pt x="38596" y="1223278"/>
                  </a:lnTo>
                  <a:lnTo>
                    <a:pt x="38442" y="1223126"/>
                  </a:lnTo>
                  <a:close/>
                </a:path>
                <a:path w="312420" h="1248410">
                  <a:moveTo>
                    <a:pt x="298041" y="1219312"/>
                  </a:moveTo>
                  <a:lnTo>
                    <a:pt x="277917" y="1219312"/>
                  </a:lnTo>
                  <a:lnTo>
                    <a:pt x="276303" y="1220176"/>
                  </a:lnTo>
                  <a:lnTo>
                    <a:pt x="273312" y="1223278"/>
                  </a:lnTo>
                  <a:lnTo>
                    <a:pt x="273620" y="1223126"/>
                  </a:lnTo>
                  <a:lnTo>
                    <a:pt x="295150" y="1223126"/>
                  </a:lnTo>
                  <a:lnTo>
                    <a:pt x="297421" y="1220470"/>
                  </a:lnTo>
                  <a:lnTo>
                    <a:pt x="297959" y="1219466"/>
                  </a:lnTo>
                  <a:lnTo>
                    <a:pt x="298041" y="1219312"/>
                  </a:lnTo>
                  <a:close/>
                </a:path>
                <a:path w="312420" h="1248410">
                  <a:moveTo>
                    <a:pt x="34137" y="1219312"/>
                  </a:moveTo>
                  <a:lnTo>
                    <a:pt x="33992" y="1219312"/>
                  </a:lnTo>
                  <a:lnTo>
                    <a:pt x="34279" y="1219466"/>
                  </a:lnTo>
                  <a:lnTo>
                    <a:pt x="34137" y="1219312"/>
                  </a:lnTo>
                  <a:close/>
                </a:path>
                <a:path w="312420" h="1248410">
                  <a:moveTo>
                    <a:pt x="300334" y="1215495"/>
                  </a:moveTo>
                  <a:lnTo>
                    <a:pt x="281859" y="1215495"/>
                  </a:lnTo>
                  <a:lnTo>
                    <a:pt x="280369" y="1216370"/>
                  </a:lnTo>
                  <a:lnTo>
                    <a:pt x="277629" y="1219466"/>
                  </a:lnTo>
                  <a:lnTo>
                    <a:pt x="277917" y="1219312"/>
                  </a:lnTo>
                  <a:lnTo>
                    <a:pt x="298041" y="1219312"/>
                  </a:lnTo>
                  <a:lnTo>
                    <a:pt x="299463" y="1216660"/>
                  </a:lnTo>
                  <a:lnTo>
                    <a:pt x="300210" y="1215660"/>
                  </a:lnTo>
                  <a:lnTo>
                    <a:pt x="300334" y="1215495"/>
                  </a:lnTo>
                  <a:close/>
                </a:path>
                <a:path w="312420" h="1248410">
                  <a:moveTo>
                    <a:pt x="30196" y="1215495"/>
                  </a:moveTo>
                  <a:lnTo>
                    <a:pt x="30049" y="1215495"/>
                  </a:lnTo>
                  <a:lnTo>
                    <a:pt x="30331" y="1215660"/>
                  </a:lnTo>
                  <a:lnTo>
                    <a:pt x="30196" y="1215495"/>
                  </a:lnTo>
                  <a:close/>
                </a:path>
                <a:path w="312420" h="1248410">
                  <a:moveTo>
                    <a:pt x="285568" y="1210310"/>
                  </a:moveTo>
                  <a:lnTo>
                    <a:pt x="283627" y="1212850"/>
                  </a:lnTo>
                  <a:lnTo>
                    <a:pt x="283858" y="1212850"/>
                  </a:lnTo>
                  <a:lnTo>
                    <a:pt x="281577" y="1215660"/>
                  </a:lnTo>
                  <a:lnTo>
                    <a:pt x="281859" y="1215495"/>
                  </a:lnTo>
                  <a:lnTo>
                    <a:pt x="300334" y="1215495"/>
                  </a:lnTo>
                  <a:lnTo>
                    <a:pt x="301363" y="1214120"/>
                  </a:lnTo>
                  <a:lnTo>
                    <a:pt x="302657" y="1211580"/>
                  </a:lnTo>
                  <a:lnTo>
                    <a:pt x="285347" y="1211580"/>
                  </a:lnTo>
                  <a:lnTo>
                    <a:pt x="285568" y="1210310"/>
                  </a:lnTo>
                  <a:close/>
                </a:path>
                <a:path w="312420" h="1248410">
                  <a:moveTo>
                    <a:pt x="26351" y="1210310"/>
                  </a:moveTo>
                  <a:lnTo>
                    <a:pt x="26562" y="1211580"/>
                  </a:lnTo>
                  <a:lnTo>
                    <a:pt x="27321" y="1211580"/>
                  </a:lnTo>
                  <a:lnTo>
                    <a:pt x="26351" y="1210310"/>
                  </a:lnTo>
                  <a:close/>
                </a:path>
                <a:path w="312420" h="1248410">
                  <a:moveTo>
                    <a:pt x="295169" y="1189989"/>
                  </a:moveTo>
                  <a:lnTo>
                    <a:pt x="294284" y="1193800"/>
                  </a:lnTo>
                  <a:lnTo>
                    <a:pt x="293370" y="1196339"/>
                  </a:lnTo>
                  <a:lnTo>
                    <a:pt x="293500" y="1196339"/>
                  </a:lnTo>
                  <a:lnTo>
                    <a:pt x="292324" y="1198880"/>
                  </a:lnTo>
                  <a:lnTo>
                    <a:pt x="292475" y="1198880"/>
                  </a:lnTo>
                  <a:lnTo>
                    <a:pt x="291157" y="1201420"/>
                  </a:lnTo>
                  <a:lnTo>
                    <a:pt x="291318" y="1201420"/>
                  </a:lnTo>
                  <a:lnTo>
                    <a:pt x="289881" y="1203960"/>
                  </a:lnTo>
                  <a:lnTo>
                    <a:pt x="290052" y="1203960"/>
                  </a:lnTo>
                  <a:lnTo>
                    <a:pt x="288484" y="1206500"/>
                  </a:lnTo>
                  <a:lnTo>
                    <a:pt x="288664" y="1206500"/>
                  </a:lnTo>
                  <a:lnTo>
                    <a:pt x="286965" y="1209039"/>
                  </a:lnTo>
                  <a:lnTo>
                    <a:pt x="287167" y="1209039"/>
                  </a:lnTo>
                  <a:lnTo>
                    <a:pt x="285347" y="1211580"/>
                  </a:lnTo>
                  <a:lnTo>
                    <a:pt x="302657" y="1211580"/>
                  </a:lnTo>
                  <a:lnTo>
                    <a:pt x="303303" y="1210310"/>
                  </a:lnTo>
                  <a:lnTo>
                    <a:pt x="304741" y="1207770"/>
                  </a:lnTo>
                  <a:lnTo>
                    <a:pt x="306209" y="1205230"/>
                  </a:lnTo>
                  <a:lnTo>
                    <a:pt x="307526" y="1201420"/>
                  </a:lnTo>
                  <a:lnTo>
                    <a:pt x="308792" y="1197610"/>
                  </a:lnTo>
                  <a:lnTo>
                    <a:pt x="309768" y="1193800"/>
                  </a:lnTo>
                  <a:lnTo>
                    <a:pt x="310572" y="1191260"/>
                  </a:lnTo>
                  <a:lnTo>
                    <a:pt x="295069" y="1191260"/>
                  </a:lnTo>
                  <a:lnTo>
                    <a:pt x="295169" y="1189989"/>
                  </a:lnTo>
                  <a:close/>
                </a:path>
                <a:path w="312420" h="1248410">
                  <a:moveTo>
                    <a:pt x="16750" y="1189989"/>
                  </a:moveTo>
                  <a:lnTo>
                    <a:pt x="16840" y="1191260"/>
                  </a:lnTo>
                  <a:lnTo>
                    <a:pt x="17004" y="1191260"/>
                  </a:lnTo>
                  <a:lnTo>
                    <a:pt x="16750" y="1189989"/>
                  </a:lnTo>
                  <a:close/>
                </a:path>
                <a:path w="312420" h="1248410">
                  <a:moveTo>
                    <a:pt x="295803" y="1187450"/>
                  </a:moveTo>
                  <a:lnTo>
                    <a:pt x="295069" y="1191260"/>
                  </a:lnTo>
                  <a:lnTo>
                    <a:pt x="310572" y="1191260"/>
                  </a:lnTo>
                  <a:lnTo>
                    <a:pt x="310994" y="1188720"/>
                  </a:lnTo>
                  <a:lnTo>
                    <a:pt x="295723" y="1188720"/>
                  </a:lnTo>
                  <a:lnTo>
                    <a:pt x="295803" y="1187450"/>
                  </a:lnTo>
                  <a:close/>
                </a:path>
                <a:path w="312420" h="1248410">
                  <a:moveTo>
                    <a:pt x="16116" y="1187450"/>
                  </a:moveTo>
                  <a:lnTo>
                    <a:pt x="16187" y="1188720"/>
                  </a:lnTo>
                  <a:lnTo>
                    <a:pt x="16357" y="1188720"/>
                  </a:lnTo>
                  <a:lnTo>
                    <a:pt x="16116" y="1187450"/>
                  </a:lnTo>
                  <a:close/>
                </a:path>
                <a:path w="312420" h="1248410">
                  <a:moveTo>
                    <a:pt x="310954" y="60960"/>
                  </a:moveTo>
                  <a:lnTo>
                    <a:pt x="295723" y="60960"/>
                  </a:lnTo>
                  <a:lnTo>
                    <a:pt x="296306" y="64770"/>
                  </a:lnTo>
                  <a:lnTo>
                    <a:pt x="296658" y="67310"/>
                  </a:lnTo>
                  <a:lnTo>
                    <a:pt x="296785" y="1179830"/>
                  </a:lnTo>
                  <a:lnTo>
                    <a:pt x="296617" y="1182370"/>
                  </a:lnTo>
                  <a:lnTo>
                    <a:pt x="296245" y="1184910"/>
                  </a:lnTo>
                  <a:lnTo>
                    <a:pt x="295723" y="1188720"/>
                  </a:lnTo>
                  <a:lnTo>
                    <a:pt x="310994" y="1188720"/>
                  </a:lnTo>
                  <a:lnTo>
                    <a:pt x="311205" y="1187450"/>
                  </a:lnTo>
                  <a:lnTo>
                    <a:pt x="311658" y="1183639"/>
                  </a:lnTo>
                  <a:lnTo>
                    <a:pt x="311909" y="1179830"/>
                  </a:lnTo>
                  <a:lnTo>
                    <a:pt x="311909" y="69850"/>
                  </a:lnTo>
                  <a:lnTo>
                    <a:pt x="311715" y="67310"/>
                  </a:lnTo>
                  <a:lnTo>
                    <a:pt x="311618" y="66040"/>
                  </a:lnTo>
                  <a:lnTo>
                    <a:pt x="311146" y="62229"/>
                  </a:lnTo>
                  <a:lnTo>
                    <a:pt x="310954" y="60960"/>
                  </a:lnTo>
                  <a:close/>
                </a:path>
                <a:path w="312420" h="1248410">
                  <a:moveTo>
                    <a:pt x="16357" y="60960"/>
                  </a:moveTo>
                  <a:lnTo>
                    <a:pt x="16187" y="60960"/>
                  </a:lnTo>
                  <a:lnTo>
                    <a:pt x="16116" y="62229"/>
                  </a:lnTo>
                  <a:lnTo>
                    <a:pt x="16357" y="60960"/>
                  </a:lnTo>
                  <a:close/>
                </a:path>
                <a:path w="312420" h="1248410">
                  <a:moveTo>
                    <a:pt x="303303" y="38100"/>
                  </a:moveTo>
                  <a:lnTo>
                    <a:pt x="285347" y="38100"/>
                  </a:lnTo>
                  <a:lnTo>
                    <a:pt x="287167" y="40640"/>
                  </a:lnTo>
                  <a:lnTo>
                    <a:pt x="286965" y="40640"/>
                  </a:lnTo>
                  <a:lnTo>
                    <a:pt x="288664" y="43179"/>
                  </a:lnTo>
                  <a:lnTo>
                    <a:pt x="288484" y="43179"/>
                  </a:lnTo>
                  <a:lnTo>
                    <a:pt x="290052" y="45720"/>
                  </a:lnTo>
                  <a:lnTo>
                    <a:pt x="289881" y="45720"/>
                  </a:lnTo>
                  <a:lnTo>
                    <a:pt x="291318" y="48260"/>
                  </a:lnTo>
                  <a:lnTo>
                    <a:pt x="291157" y="48260"/>
                  </a:lnTo>
                  <a:lnTo>
                    <a:pt x="292475" y="50800"/>
                  </a:lnTo>
                  <a:lnTo>
                    <a:pt x="292324" y="50800"/>
                  </a:lnTo>
                  <a:lnTo>
                    <a:pt x="293500" y="53340"/>
                  </a:lnTo>
                  <a:lnTo>
                    <a:pt x="293370" y="53340"/>
                  </a:lnTo>
                  <a:lnTo>
                    <a:pt x="294396" y="55879"/>
                  </a:lnTo>
                  <a:lnTo>
                    <a:pt x="295169" y="58420"/>
                  </a:lnTo>
                  <a:lnTo>
                    <a:pt x="295803" y="62229"/>
                  </a:lnTo>
                  <a:lnTo>
                    <a:pt x="295723" y="60960"/>
                  </a:lnTo>
                  <a:lnTo>
                    <a:pt x="310954" y="60960"/>
                  </a:lnTo>
                  <a:lnTo>
                    <a:pt x="310572" y="58420"/>
                  </a:lnTo>
                  <a:lnTo>
                    <a:pt x="309678" y="54610"/>
                  </a:lnTo>
                  <a:lnTo>
                    <a:pt x="308682" y="50800"/>
                  </a:lnTo>
                  <a:lnTo>
                    <a:pt x="307657" y="48260"/>
                  </a:lnTo>
                  <a:lnTo>
                    <a:pt x="306359" y="44450"/>
                  </a:lnTo>
                  <a:lnTo>
                    <a:pt x="304901" y="41910"/>
                  </a:lnTo>
                  <a:lnTo>
                    <a:pt x="303303" y="38100"/>
                  </a:lnTo>
                  <a:close/>
                </a:path>
                <a:path w="312420" h="1248410">
                  <a:moveTo>
                    <a:pt x="27321" y="38100"/>
                  </a:moveTo>
                  <a:lnTo>
                    <a:pt x="26562" y="38100"/>
                  </a:lnTo>
                  <a:lnTo>
                    <a:pt x="26351" y="39370"/>
                  </a:lnTo>
                  <a:lnTo>
                    <a:pt x="27321" y="38100"/>
                  </a:lnTo>
                  <a:close/>
                </a:path>
                <a:path w="312420" h="1248410">
                  <a:moveTo>
                    <a:pt x="298990" y="31750"/>
                  </a:moveTo>
                  <a:lnTo>
                    <a:pt x="279877" y="31750"/>
                  </a:lnTo>
                  <a:lnTo>
                    <a:pt x="282039" y="34290"/>
                  </a:lnTo>
                  <a:lnTo>
                    <a:pt x="281797" y="34290"/>
                  </a:lnTo>
                  <a:lnTo>
                    <a:pt x="283858" y="36829"/>
                  </a:lnTo>
                  <a:lnTo>
                    <a:pt x="283627" y="36829"/>
                  </a:lnTo>
                  <a:lnTo>
                    <a:pt x="285568" y="39370"/>
                  </a:lnTo>
                  <a:lnTo>
                    <a:pt x="285347" y="38100"/>
                  </a:lnTo>
                  <a:lnTo>
                    <a:pt x="303303" y="38100"/>
                  </a:lnTo>
                  <a:lnTo>
                    <a:pt x="301553" y="35560"/>
                  </a:lnTo>
                  <a:lnTo>
                    <a:pt x="299664" y="33020"/>
                  </a:lnTo>
                  <a:lnTo>
                    <a:pt x="298990" y="31750"/>
                  </a:lnTo>
                  <a:close/>
                </a:path>
                <a:path w="312420" h="1248410">
                  <a:moveTo>
                    <a:pt x="32916" y="31750"/>
                  </a:moveTo>
                  <a:lnTo>
                    <a:pt x="32031" y="31750"/>
                  </a:lnTo>
                  <a:lnTo>
                    <a:pt x="31780" y="33020"/>
                  </a:lnTo>
                  <a:lnTo>
                    <a:pt x="32916" y="31750"/>
                  </a:lnTo>
                  <a:close/>
                </a:path>
                <a:path w="312420" h="1248410">
                  <a:moveTo>
                    <a:pt x="296562" y="27940"/>
                  </a:moveTo>
                  <a:lnTo>
                    <a:pt x="275755" y="27940"/>
                  </a:lnTo>
                  <a:lnTo>
                    <a:pt x="278127" y="30479"/>
                  </a:lnTo>
                  <a:lnTo>
                    <a:pt x="277867" y="30479"/>
                  </a:lnTo>
                  <a:lnTo>
                    <a:pt x="280128" y="33020"/>
                  </a:lnTo>
                  <a:lnTo>
                    <a:pt x="279877" y="31750"/>
                  </a:lnTo>
                  <a:lnTo>
                    <a:pt x="298990" y="31750"/>
                  </a:lnTo>
                  <a:lnTo>
                    <a:pt x="297643" y="29210"/>
                  </a:lnTo>
                  <a:lnTo>
                    <a:pt x="296562" y="27940"/>
                  </a:lnTo>
                  <a:close/>
                </a:path>
                <a:path w="312420" h="1248410">
                  <a:moveTo>
                    <a:pt x="37109" y="27940"/>
                  </a:moveTo>
                  <a:lnTo>
                    <a:pt x="36154" y="27940"/>
                  </a:lnTo>
                  <a:lnTo>
                    <a:pt x="35872" y="29210"/>
                  </a:lnTo>
                  <a:lnTo>
                    <a:pt x="37109" y="27940"/>
                  </a:lnTo>
                  <a:close/>
                </a:path>
                <a:path w="312420" h="1248410">
                  <a:moveTo>
                    <a:pt x="273312" y="26401"/>
                  </a:moveTo>
                  <a:lnTo>
                    <a:pt x="276037" y="29210"/>
                  </a:lnTo>
                  <a:lnTo>
                    <a:pt x="275755" y="27940"/>
                  </a:lnTo>
                  <a:lnTo>
                    <a:pt x="296562" y="27940"/>
                  </a:lnTo>
                  <a:lnTo>
                    <a:pt x="295482" y="26670"/>
                  </a:lnTo>
                  <a:lnTo>
                    <a:pt x="273855" y="26670"/>
                  </a:lnTo>
                  <a:lnTo>
                    <a:pt x="273312" y="26401"/>
                  </a:lnTo>
                  <a:close/>
                </a:path>
                <a:path w="312420" h="1248410">
                  <a:moveTo>
                    <a:pt x="38608" y="26401"/>
                  </a:moveTo>
                  <a:lnTo>
                    <a:pt x="38054" y="26670"/>
                  </a:lnTo>
                  <a:lnTo>
                    <a:pt x="38346" y="26670"/>
                  </a:lnTo>
                  <a:lnTo>
                    <a:pt x="38608" y="26401"/>
                  </a:lnTo>
                  <a:close/>
                </a:path>
                <a:path w="312420" h="1248410">
                  <a:moveTo>
                    <a:pt x="282601" y="15240"/>
                  </a:moveTo>
                  <a:lnTo>
                    <a:pt x="244858" y="15240"/>
                  </a:lnTo>
                  <a:lnTo>
                    <a:pt x="248126" y="16510"/>
                  </a:lnTo>
                  <a:lnTo>
                    <a:pt x="250600" y="16510"/>
                  </a:lnTo>
                  <a:lnTo>
                    <a:pt x="253766" y="17779"/>
                  </a:lnTo>
                  <a:lnTo>
                    <a:pt x="256139" y="17779"/>
                  </a:lnTo>
                  <a:lnTo>
                    <a:pt x="259176" y="19050"/>
                  </a:lnTo>
                  <a:lnTo>
                    <a:pt x="258833" y="19050"/>
                  </a:lnTo>
                  <a:lnTo>
                    <a:pt x="261800" y="20320"/>
                  </a:lnTo>
                  <a:lnTo>
                    <a:pt x="261458" y="20320"/>
                  </a:lnTo>
                  <a:lnTo>
                    <a:pt x="264354" y="21590"/>
                  </a:lnTo>
                  <a:lnTo>
                    <a:pt x="264021" y="21590"/>
                  </a:lnTo>
                  <a:lnTo>
                    <a:pt x="266837" y="22860"/>
                  </a:lnTo>
                  <a:lnTo>
                    <a:pt x="266515" y="22860"/>
                  </a:lnTo>
                  <a:lnTo>
                    <a:pt x="269260" y="24129"/>
                  </a:lnTo>
                  <a:lnTo>
                    <a:pt x="268947" y="24129"/>
                  </a:lnTo>
                  <a:lnTo>
                    <a:pt x="271593" y="25400"/>
                  </a:lnTo>
                  <a:lnTo>
                    <a:pt x="271291" y="25400"/>
                  </a:lnTo>
                  <a:lnTo>
                    <a:pt x="273855" y="26670"/>
                  </a:lnTo>
                  <a:lnTo>
                    <a:pt x="295482" y="26670"/>
                  </a:lnTo>
                  <a:lnTo>
                    <a:pt x="293198" y="24129"/>
                  </a:lnTo>
                  <a:lnTo>
                    <a:pt x="290544" y="21590"/>
                  </a:lnTo>
                  <a:lnTo>
                    <a:pt x="288272" y="19050"/>
                  </a:lnTo>
                  <a:lnTo>
                    <a:pt x="285356" y="16510"/>
                  </a:lnTo>
                  <a:lnTo>
                    <a:pt x="282601" y="15240"/>
                  </a:lnTo>
                  <a:close/>
                </a:path>
                <a:path w="312420" h="1248410">
                  <a:moveTo>
                    <a:pt x="242676" y="0"/>
                  </a:moveTo>
                  <a:lnTo>
                    <a:pt x="68850" y="0"/>
                  </a:lnTo>
                  <a:lnTo>
                    <a:pt x="65150" y="1270"/>
                  </a:lnTo>
                  <a:lnTo>
                    <a:pt x="246377" y="1270"/>
                  </a:lnTo>
                  <a:lnTo>
                    <a:pt x="242676" y="0"/>
                  </a:lnTo>
                  <a:close/>
                </a:path>
              </a:pathLst>
            </a:custGeom>
            <a:solidFill>
              <a:srgbClr val="8B5CF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5" name="object 105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532737" y="4738342"/>
              <a:ext cx="140265" cy="148550"/>
            </a:xfrm>
            <a:prstGeom prst="rect">
              <a:avLst/>
            </a:prstGeom>
          </p:spPr>
        </p:pic>
      </p:grpSp>
      <p:sp>
        <p:nvSpPr>
          <p:cNvPr id="106" name="object 106"/>
          <p:cNvSpPr txBox="1"/>
          <p:nvPr/>
        </p:nvSpPr>
        <p:spPr>
          <a:xfrm>
            <a:off x="3519650" y="5004283"/>
            <a:ext cx="125730" cy="75946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840"/>
              </a:lnSpc>
            </a:pPr>
            <a:r>
              <a:rPr dirty="0" sz="750">
                <a:solidFill>
                  <a:srgbClr val="00004A"/>
                </a:solidFill>
                <a:latin typeface="Segoe UI Symbol"/>
                <a:cs typeface="Segoe UI Symbol"/>
              </a:rPr>
              <a:t>AI</a:t>
            </a:r>
            <a:r>
              <a:rPr dirty="0" sz="750" spc="-20">
                <a:solidFill>
                  <a:srgbClr val="00004A"/>
                </a:solidFill>
                <a:latin typeface="Segoe UI Symbol"/>
                <a:cs typeface="Segoe UI Symbol"/>
              </a:rPr>
              <a:t> </a:t>
            </a:r>
            <a:r>
              <a:rPr dirty="0" sz="750">
                <a:solidFill>
                  <a:srgbClr val="00004A"/>
                </a:solidFill>
                <a:latin typeface="Segoe UI Symbol"/>
                <a:cs typeface="Segoe UI Symbol"/>
              </a:rPr>
              <a:t>/</a:t>
            </a:r>
            <a:r>
              <a:rPr dirty="0" sz="750" spc="-20">
                <a:solidFill>
                  <a:srgbClr val="00004A"/>
                </a:solidFill>
                <a:latin typeface="Segoe UI Symbol"/>
                <a:cs typeface="Segoe UI Symbol"/>
              </a:rPr>
              <a:t> </a:t>
            </a:r>
            <a:r>
              <a:rPr dirty="0" sz="750">
                <a:solidFill>
                  <a:srgbClr val="00004A"/>
                </a:solidFill>
                <a:latin typeface="Segoe UI Symbol"/>
                <a:cs typeface="Segoe UI Symbol"/>
              </a:rPr>
              <a:t>ML</a:t>
            </a:r>
            <a:r>
              <a:rPr dirty="0" sz="750" spc="-15">
                <a:solidFill>
                  <a:srgbClr val="00004A"/>
                </a:solidFill>
                <a:latin typeface="Segoe UI Symbol"/>
                <a:cs typeface="Segoe UI Symbol"/>
              </a:rPr>
              <a:t> </a:t>
            </a:r>
            <a:r>
              <a:rPr dirty="0" sz="750" spc="-10">
                <a:solidFill>
                  <a:srgbClr val="00004A"/>
                </a:solidFill>
                <a:latin typeface="Segoe UI Symbol"/>
                <a:cs typeface="Segoe UI Symbol"/>
              </a:rPr>
              <a:t>ANALYSIS</a:t>
            </a:r>
            <a:endParaRPr sz="750">
              <a:latin typeface="Segoe UI Symbol"/>
              <a:cs typeface="Segoe UI Symbol"/>
            </a:endParaRPr>
          </a:p>
        </p:txBody>
      </p:sp>
      <p:grpSp>
        <p:nvGrpSpPr>
          <p:cNvPr id="107" name="object 107"/>
          <p:cNvGrpSpPr/>
          <p:nvPr/>
        </p:nvGrpSpPr>
        <p:grpSpPr>
          <a:xfrm>
            <a:off x="3075614" y="4615285"/>
            <a:ext cx="312420" cy="1248410"/>
            <a:chOff x="3075614" y="4615285"/>
            <a:chExt cx="312420" cy="1248410"/>
          </a:xfrm>
        </p:grpSpPr>
        <p:sp>
          <p:nvSpPr>
            <p:cNvPr id="108" name="object 108"/>
            <p:cNvSpPr/>
            <p:nvPr/>
          </p:nvSpPr>
          <p:spPr>
            <a:xfrm>
              <a:off x="3083305" y="4622799"/>
              <a:ext cx="297180" cy="1233170"/>
            </a:xfrm>
            <a:custGeom>
              <a:avLst/>
              <a:gdLst/>
              <a:ahLst/>
              <a:cxnLst/>
              <a:rect l="l" t="t" r="r" b="b"/>
              <a:pathLst>
                <a:path w="297179" h="1233170">
                  <a:moveTo>
                    <a:pt x="231647" y="0"/>
                  </a:moveTo>
                  <a:lnTo>
                    <a:pt x="65150" y="0"/>
                  </a:lnTo>
                  <a:lnTo>
                    <a:pt x="39681" y="4973"/>
                  </a:lnTo>
                  <a:lnTo>
                    <a:pt x="18919" y="18904"/>
                  </a:lnTo>
                  <a:lnTo>
                    <a:pt x="4985" y="39670"/>
                  </a:lnTo>
                  <a:lnTo>
                    <a:pt x="0" y="65150"/>
                  </a:lnTo>
                  <a:lnTo>
                    <a:pt x="0" y="1167891"/>
                  </a:lnTo>
                  <a:lnTo>
                    <a:pt x="4985" y="1193451"/>
                  </a:lnTo>
                  <a:lnTo>
                    <a:pt x="18919" y="1214243"/>
                  </a:lnTo>
                  <a:lnTo>
                    <a:pt x="39681" y="1228147"/>
                  </a:lnTo>
                  <a:lnTo>
                    <a:pt x="65150" y="1233042"/>
                  </a:lnTo>
                  <a:lnTo>
                    <a:pt x="231647" y="1233042"/>
                  </a:lnTo>
                  <a:lnTo>
                    <a:pt x="256959" y="1228147"/>
                  </a:lnTo>
                  <a:lnTo>
                    <a:pt x="277668" y="1214243"/>
                  </a:lnTo>
                  <a:lnTo>
                    <a:pt x="291655" y="1193451"/>
                  </a:lnTo>
                  <a:lnTo>
                    <a:pt x="296798" y="1167891"/>
                  </a:lnTo>
                  <a:lnTo>
                    <a:pt x="296798" y="65150"/>
                  </a:lnTo>
                  <a:lnTo>
                    <a:pt x="291655" y="39670"/>
                  </a:lnTo>
                  <a:lnTo>
                    <a:pt x="277668" y="18904"/>
                  </a:lnTo>
                  <a:lnTo>
                    <a:pt x="256959" y="4973"/>
                  </a:lnTo>
                  <a:lnTo>
                    <a:pt x="231647" y="0"/>
                  </a:lnTo>
                  <a:close/>
                </a:path>
              </a:pathLst>
            </a:custGeom>
            <a:solidFill>
              <a:srgbClr val="DCEF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3075614" y="4615285"/>
              <a:ext cx="312420" cy="1248410"/>
            </a:xfrm>
            <a:custGeom>
              <a:avLst/>
              <a:gdLst/>
              <a:ahLst/>
              <a:cxnLst/>
              <a:rect l="l" t="t" r="r" b="b"/>
              <a:pathLst>
                <a:path w="312420" h="1248410">
                  <a:moveTo>
                    <a:pt x="253988" y="1247139"/>
                  </a:moveTo>
                  <a:lnTo>
                    <a:pt x="58284" y="1247139"/>
                  </a:lnTo>
                  <a:lnTo>
                    <a:pt x="61883" y="1248410"/>
                  </a:lnTo>
                  <a:lnTo>
                    <a:pt x="250398" y="1248410"/>
                  </a:lnTo>
                  <a:lnTo>
                    <a:pt x="253988" y="1247139"/>
                  </a:lnTo>
                  <a:close/>
                </a:path>
                <a:path w="312420" h="1248410">
                  <a:moveTo>
                    <a:pt x="253988" y="1270"/>
                  </a:moveTo>
                  <a:lnTo>
                    <a:pt x="57912" y="1270"/>
                  </a:lnTo>
                  <a:lnTo>
                    <a:pt x="50934" y="3810"/>
                  </a:lnTo>
                  <a:lnTo>
                    <a:pt x="47898" y="5080"/>
                  </a:lnTo>
                  <a:lnTo>
                    <a:pt x="41342" y="7620"/>
                  </a:lnTo>
                  <a:lnTo>
                    <a:pt x="38195" y="8889"/>
                  </a:lnTo>
                  <a:lnTo>
                    <a:pt x="35138" y="10160"/>
                  </a:lnTo>
                  <a:lnTo>
                    <a:pt x="32172" y="12700"/>
                  </a:lnTo>
                  <a:lnTo>
                    <a:pt x="29317" y="15239"/>
                  </a:lnTo>
                  <a:lnTo>
                    <a:pt x="26553" y="16510"/>
                  </a:lnTo>
                  <a:lnTo>
                    <a:pt x="23909" y="19050"/>
                  </a:lnTo>
                  <a:lnTo>
                    <a:pt x="21113" y="21589"/>
                  </a:lnTo>
                  <a:lnTo>
                    <a:pt x="18952" y="24130"/>
                  </a:lnTo>
                  <a:lnTo>
                    <a:pt x="16659" y="26670"/>
                  </a:lnTo>
                  <a:lnTo>
                    <a:pt x="14488" y="29210"/>
                  </a:lnTo>
                  <a:lnTo>
                    <a:pt x="12447" y="31750"/>
                  </a:lnTo>
                  <a:lnTo>
                    <a:pt x="10355" y="35560"/>
                  </a:lnTo>
                  <a:lnTo>
                    <a:pt x="8605" y="38100"/>
                  </a:lnTo>
                  <a:lnTo>
                    <a:pt x="7167" y="41910"/>
                  </a:lnTo>
                  <a:lnTo>
                    <a:pt x="5549" y="44450"/>
                  </a:lnTo>
                  <a:lnTo>
                    <a:pt x="4251" y="48260"/>
                  </a:lnTo>
                  <a:lnTo>
                    <a:pt x="3116" y="52070"/>
                  </a:lnTo>
                  <a:lnTo>
                    <a:pt x="2141" y="54610"/>
                  </a:lnTo>
                  <a:lnTo>
                    <a:pt x="1337" y="58420"/>
                  </a:lnTo>
                  <a:lnTo>
                    <a:pt x="703" y="62230"/>
                  </a:lnTo>
                  <a:lnTo>
                    <a:pt x="251" y="66039"/>
                  </a:lnTo>
                  <a:lnTo>
                    <a:pt x="0" y="69850"/>
                  </a:lnTo>
                  <a:lnTo>
                    <a:pt x="0" y="1179830"/>
                  </a:lnTo>
                  <a:lnTo>
                    <a:pt x="193" y="1182370"/>
                  </a:lnTo>
                  <a:lnTo>
                    <a:pt x="290" y="1183639"/>
                  </a:lnTo>
                  <a:lnTo>
                    <a:pt x="763" y="1187450"/>
                  </a:lnTo>
                  <a:lnTo>
                    <a:pt x="1417" y="1191260"/>
                  </a:lnTo>
                  <a:lnTo>
                    <a:pt x="2141" y="1193800"/>
                  </a:lnTo>
                  <a:lnTo>
                    <a:pt x="2241" y="1195070"/>
                  </a:lnTo>
                  <a:lnTo>
                    <a:pt x="3227" y="1197610"/>
                  </a:lnTo>
                  <a:lnTo>
                    <a:pt x="4251" y="1201420"/>
                  </a:lnTo>
                  <a:lnTo>
                    <a:pt x="5549" y="1203960"/>
                  </a:lnTo>
                  <a:lnTo>
                    <a:pt x="7007" y="1207770"/>
                  </a:lnTo>
                  <a:lnTo>
                    <a:pt x="8605" y="1210310"/>
                  </a:lnTo>
                  <a:lnTo>
                    <a:pt x="10355" y="1214120"/>
                  </a:lnTo>
                  <a:lnTo>
                    <a:pt x="12245" y="1216660"/>
                  </a:lnTo>
                  <a:lnTo>
                    <a:pt x="14330" y="1219313"/>
                  </a:lnTo>
                  <a:lnTo>
                    <a:pt x="16533" y="1223126"/>
                  </a:lnTo>
                  <a:lnTo>
                    <a:pt x="18710" y="1225550"/>
                  </a:lnTo>
                  <a:lnTo>
                    <a:pt x="21113" y="1228089"/>
                  </a:lnTo>
                  <a:lnTo>
                    <a:pt x="23637" y="1230630"/>
                  </a:lnTo>
                  <a:lnTo>
                    <a:pt x="26281" y="1231900"/>
                  </a:lnTo>
                  <a:lnTo>
                    <a:pt x="29025" y="1234439"/>
                  </a:lnTo>
                  <a:lnTo>
                    <a:pt x="31871" y="1236980"/>
                  </a:lnTo>
                  <a:lnTo>
                    <a:pt x="34827" y="1238250"/>
                  </a:lnTo>
                  <a:lnTo>
                    <a:pt x="37873" y="1240789"/>
                  </a:lnTo>
                  <a:lnTo>
                    <a:pt x="41010" y="1242060"/>
                  </a:lnTo>
                  <a:lnTo>
                    <a:pt x="44579" y="1243330"/>
                  </a:lnTo>
                  <a:lnTo>
                    <a:pt x="47546" y="1244600"/>
                  </a:lnTo>
                  <a:lnTo>
                    <a:pt x="51286" y="1245870"/>
                  </a:lnTo>
                  <a:lnTo>
                    <a:pt x="54754" y="1247139"/>
                  </a:lnTo>
                  <a:lnTo>
                    <a:pt x="257516" y="1247139"/>
                  </a:lnTo>
                  <a:lnTo>
                    <a:pt x="260976" y="1245870"/>
                  </a:lnTo>
                  <a:lnTo>
                    <a:pt x="264011" y="1244600"/>
                  </a:lnTo>
                  <a:lnTo>
                    <a:pt x="270567" y="1242060"/>
                  </a:lnTo>
                  <a:lnTo>
                    <a:pt x="273714" y="1240789"/>
                  </a:lnTo>
                  <a:lnTo>
                    <a:pt x="276771" y="1238250"/>
                  </a:lnTo>
                  <a:lnTo>
                    <a:pt x="279736" y="1236980"/>
                  </a:lnTo>
                  <a:lnTo>
                    <a:pt x="282591" y="1234439"/>
                  </a:lnTo>
                  <a:lnTo>
                    <a:pt x="69987" y="1234439"/>
                  </a:lnTo>
                  <a:lnTo>
                    <a:pt x="66668" y="1233170"/>
                  </a:lnTo>
                  <a:lnTo>
                    <a:pt x="61310" y="1233170"/>
                  </a:lnTo>
                  <a:lnTo>
                    <a:pt x="58143" y="1231900"/>
                  </a:lnTo>
                  <a:lnTo>
                    <a:pt x="55769" y="1231900"/>
                  </a:lnTo>
                  <a:lnTo>
                    <a:pt x="52734" y="1230630"/>
                  </a:lnTo>
                  <a:lnTo>
                    <a:pt x="53075" y="1230630"/>
                  </a:lnTo>
                  <a:lnTo>
                    <a:pt x="50109" y="1229360"/>
                  </a:lnTo>
                  <a:lnTo>
                    <a:pt x="50452" y="1229360"/>
                  </a:lnTo>
                  <a:lnTo>
                    <a:pt x="47556" y="1228089"/>
                  </a:lnTo>
                  <a:lnTo>
                    <a:pt x="47887" y="1228089"/>
                  </a:lnTo>
                  <a:lnTo>
                    <a:pt x="45072" y="1226820"/>
                  </a:lnTo>
                  <a:lnTo>
                    <a:pt x="45393" y="1226820"/>
                  </a:lnTo>
                  <a:lnTo>
                    <a:pt x="42659" y="1225550"/>
                  </a:lnTo>
                  <a:lnTo>
                    <a:pt x="42961" y="1225550"/>
                  </a:lnTo>
                  <a:lnTo>
                    <a:pt x="40317" y="1224280"/>
                  </a:lnTo>
                  <a:lnTo>
                    <a:pt x="40618" y="1224280"/>
                  </a:lnTo>
                  <a:lnTo>
                    <a:pt x="38288" y="1223126"/>
                  </a:lnTo>
                  <a:lnTo>
                    <a:pt x="38442" y="1223126"/>
                  </a:lnTo>
                  <a:lnTo>
                    <a:pt x="35586" y="1220176"/>
                  </a:lnTo>
                  <a:lnTo>
                    <a:pt x="33993" y="1219313"/>
                  </a:lnTo>
                  <a:lnTo>
                    <a:pt x="34129" y="1219313"/>
                  </a:lnTo>
                  <a:lnTo>
                    <a:pt x="31522" y="1216370"/>
                  </a:lnTo>
                  <a:lnTo>
                    <a:pt x="30049" y="1215495"/>
                  </a:lnTo>
                  <a:lnTo>
                    <a:pt x="30197" y="1215495"/>
                  </a:lnTo>
                  <a:lnTo>
                    <a:pt x="28050" y="1212850"/>
                  </a:lnTo>
                  <a:lnTo>
                    <a:pt x="28281" y="1212850"/>
                  </a:lnTo>
                  <a:lnTo>
                    <a:pt x="27311" y="1211580"/>
                  </a:lnTo>
                  <a:lnTo>
                    <a:pt x="26563" y="1211580"/>
                  </a:lnTo>
                  <a:lnTo>
                    <a:pt x="24743" y="1209039"/>
                  </a:lnTo>
                  <a:lnTo>
                    <a:pt x="24944" y="1209039"/>
                  </a:lnTo>
                  <a:lnTo>
                    <a:pt x="23244" y="1206500"/>
                  </a:lnTo>
                  <a:lnTo>
                    <a:pt x="23435" y="1206500"/>
                  </a:lnTo>
                  <a:lnTo>
                    <a:pt x="21857" y="1203960"/>
                  </a:lnTo>
                  <a:lnTo>
                    <a:pt x="22028" y="1203960"/>
                  </a:lnTo>
                  <a:lnTo>
                    <a:pt x="20590" y="1201420"/>
                  </a:lnTo>
                  <a:lnTo>
                    <a:pt x="20751" y="1201420"/>
                  </a:lnTo>
                  <a:lnTo>
                    <a:pt x="19444" y="1198880"/>
                  </a:lnTo>
                  <a:lnTo>
                    <a:pt x="19584" y="1198880"/>
                  </a:lnTo>
                  <a:lnTo>
                    <a:pt x="18408" y="1196339"/>
                  </a:lnTo>
                  <a:lnTo>
                    <a:pt x="18539" y="1196339"/>
                  </a:lnTo>
                  <a:lnTo>
                    <a:pt x="17514" y="1193800"/>
                  </a:lnTo>
                  <a:lnTo>
                    <a:pt x="16998" y="1191260"/>
                  </a:lnTo>
                  <a:lnTo>
                    <a:pt x="16840" y="1191260"/>
                  </a:lnTo>
                  <a:lnTo>
                    <a:pt x="16350" y="1188720"/>
                  </a:lnTo>
                  <a:lnTo>
                    <a:pt x="16187" y="1188720"/>
                  </a:lnTo>
                  <a:lnTo>
                    <a:pt x="15251" y="1182370"/>
                  </a:lnTo>
                  <a:lnTo>
                    <a:pt x="15110" y="1179830"/>
                  </a:lnTo>
                  <a:lnTo>
                    <a:pt x="15060" y="69850"/>
                  </a:lnTo>
                  <a:lnTo>
                    <a:pt x="15292" y="67310"/>
                  </a:lnTo>
                  <a:lnTo>
                    <a:pt x="15664" y="64770"/>
                  </a:lnTo>
                  <a:lnTo>
                    <a:pt x="16187" y="60960"/>
                  </a:lnTo>
                  <a:lnTo>
                    <a:pt x="16350" y="60960"/>
                  </a:lnTo>
                  <a:lnTo>
                    <a:pt x="16840" y="58420"/>
                  </a:lnTo>
                  <a:lnTo>
                    <a:pt x="17625" y="55880"/>
                  </a:lnTo>
                  <a:lnTo>
                    <a:pt x="18539" y="53339"/>
                  </a:lnTo>
                  <a:lnTo>
                    <a:pt x="18408" y="53339"/>
                  </a:lnTo>
                  <a:lnTo>
                    <a:pt x="19584" y="50800"/>
                  </a:lnTo>
                  <a:lnTo>
                    <a:pt x="19444" y="50800"/>
                  </a:lnTo>
                  <a:lnTo>
                    <a:pt x="20751" y="48260"/>
                  </a:lnTo>
                  <a:lnTo>
                    <a:pt x="20590" y="48260"/>
                  </a:lnTo>
                  <a:lnTo>
                    <a:pt x="22028" y="45720"/>
                  </a:lnTo>
                  <a:lnTo>
                    <a:pt x="21857" y="45720"/>
                  </a:lnTo>
                  <a:lnTo>
                    <a:pt x="23435" y="43180"/>
                  </a:lnTo>
                  <a:lnTo>
                    <a:pt x="23244" y="43180"/>
                  </a:lnTo>
                  <a:lnTo>
                    <a:pt x="24944" y="40639"/>
                  </a:lnTo>
                  <a:lnTo>
                    <a:pt x="24743" y="40639"/>
                  </a:lnTo>
                  <a:lnTo>
                    <a:pt x="26563" y="38100"/>
                  </a:lnTo>
                  <a:lnTo>
                    <a:pt x="27311" y="38100"/>
                  </a:lnTo>
                  <a:lnTo>
                    <a:pt x="28281" y="36830"/>
                  </a:lnTo>
                  <a:lnTo>
                    <a:pt x="28050" y="36830"/>
                  </a:lnTo>
                  <a:lnTo>
                    <a:pt x="30111" y="34289"/>
                  </a:lnTo>
                  <a:lnTo>
                    <a:pt x="29870" y="34289"/>
                  </a:lnTo>
                  <a:lnTo>
                    <a:pt x="32031" y="31750"/>
                  </a:lnTo>
                  <a:lnTo>
                    <a:pt x="32912" y="31750"/>
                  </a:lnTo>
                  <a:lnTo>
                    <a:pt x="34043" y="30480"/>
                  </a:lnTo>
                  <a:lnTo>
                    <a:pt x="33781" y="30480"/>
                  </a:lnTo>
                  <a:lnTo>
                    <a:pt x="36154" y="27939"/>
                  </a:lnTo>
                  <a:lnTo>
                    <a:pt x="37109" y="27939"/>
                  </a:lnTo>
                  <a:lnTo>
                    <a:pt x="38346" y="26670"/>
                  </a:lnTo>
                  <a:lnTo>
                    <a:pt x="38054" y="26670"/>
                  </a:lnTo>
                  <a:lnTo>
                    <a:pt x="40618" y="25400"/>
                  </a:lnTo>
                  <a:lnTo>
                    <a:pt x="40317" y="25400"/>
                  </a:lnTo>
                  <a:lnTo>
                    <a:pt x="42961" y="24130"/>
                  </a:lnTo>
                  <a:lnTo>
                    <a:pt x="42659" y="24130"/>
                  </a:lnTo>
                  <a:lnTo>
                    <a:pt x="45393" y="22860"/>
                  </a:lnTo>
                  <a:lnTo>
                    <a:pt x="45072" y="22860"/>
                  </a:lnTo>
                  <a:lnTo>
                    <a:pt x="47887" y="21589"/>
                  </a:lnTo>
                  <a:lnTo>
                    <a:pt x="47556" y="21589"/>
                  </a:lnTo>
                  <a:lnTo>
                    <a:pt x="50452" y="20320"/>
                  </a:lnTo>
                  <a:lnTo>
                    <a:pt x="50109" y="20320"/>
                  </a:lnTo>
                  <a:lnTo>
                    <a:pt x="53075" y="19050"/>
                  </a:lnTo>
                  <a:lnTo>
                    <a:pt x="52734" y="19050"/>
                  </a:lnTo>
                  <a:lnTo>
                    <a:pt x="55769" y="17780"/>
                  </a:lnTo>
                  <a:lnTo>
                    <a:pt x="58143" y="17780"/>
                  </a:lnTo>
                  <a:lnTo>
                    <a:pt x="61310" y="16510"/>
                  </a:lnTo>
                  <a:lnTo>
                    <a:pt x="63783" y="16510"/>
                  </a:lnTo>
                  <a:lnTo>
                    <a:pt x="67050" y="15239"/>
                  </a:lnTo>
                  <a:lnTo>
                    <a:pt x="282883" y="15239"/>
                  </a:lnTo>
                  <a:lnTo>
                    <a:pt x="280028" y="12700"/>
                  </a:lnTo>
                  <a:lnTo>
                    <a:pt x="277082" y="11430"/>
                  </a:lnTo>
                  <a:lnTo>
                    <a:pt x="274035" y="8889"/>
                  </a:lnTo>
                  <a:lnTo>
                    <a:pt x="270567" y="7620"/>
                  </a:lnTo>
                  <a:lnTo>
                    <a:pt x="267671" y="6350"/>
                  </a:lnTo>
                  <a:lnTo>
                    <a:pt x="264364" y="5080"/>
                  </a:lnTo>
                  <a:lnTo>
                    <a:pt x="260614" y="3810"/>
                  </a:lnTo>
                  <a:lnTo>
                    <a:pt x="257154" y="2539"/>
                  </a:lnTo>
                  <a:lnTo>
                    <a:pt x="253988" y="1270"/>
                  </a:lnTo>
                  <a:close/>
                </a:path>
                <a:path w="312420" h="1248410">
                  <a:moveTo>
                    <a:pt x="295146" y="1223126"/>
                  </a:moveTo>
                  <a:lnTo>
                    <a:pt x="273620" y="1223126"/>
                  </a:lnTo>
                  <a:lnTo>
                    <a:pt x="271291" y="1224280"/>
                  </a:lnTo>
                  <a:lnTo>
                    <a:pt x="271593" y="1224280"/>
                  </a:lnTo>
                  <a:lnTo>
                    <a:pt x="268939" y="1225550"/>
                  </a:lnTo>
                  <a:lnTo>
                    <a:pt x="269250" y="1225550"/>
                  </a:lnTo>
                  <a:lnTo>
                    <a:pt x="266515" y="1226820"/>
                  </a:lnTo>
                  <a:lnTo>
                    <a:pt x="266837" y="1226820"/>
                  </a:lnTo>
                  <a:lnTo>
                    <a:pt x="264021" y="1228089"/>
                  </a:lnTo>
                  <a:lnTo>
                    <a:pt x="264354" y="1228089"/>
                  </a:lnTo>
                  <a:lnTo>
                    <a:pt x="261458" y="1229360"/>
                  </a:lnTo>
                  <a:lnTo>
                    <a:pt x="261800" y="1229360"/>
                  </a:lnTo>
                  <a:lnTo>
                    <a:pt x="258824" y="1230630"/>
                  </a:lnTo>
                  <a:lnTo>
                    <a:pt x="259176" y="1230630"/>
                  </a:lnTo>
                  <a:lnTo>
                    <a:pt x="256139" y="1231900"/>
                  </a:lnTo>
                  <a:lnTo>
                    <a:pt x="253756" y="1231900"/>
                  </a:lnTo>
                  <a:lnTo>
                    <a:pt x="250600" y="1233170"/>
                  </a:lnTo>
                  <a:lnTo>
                    <a:pt x="245230" y="1233170"/>
                  </a:lnTo>
                  <a:lnTo>
                    <a:pt x="241913" y="1234439"/>
                  </a:lnTo>
                  <a:lnTo>
                    <a:pt x="282591" y="1234439"/>
                  </a:lnTo>
                  <a:lnTo>
                    <a:pt x="285357" y="1233170"/>
                  </a:lnTo>
                  <a:lnTo>
                    <a:pt x="288001" y="1230630"/>
                  </a:lnTo>
                  <a:lnTo>
                    <a:pt x="290535" y="1228089"/>
                  </a:lnTo>
                  <a:lnTo>
                    <a:pt x="292958" y="1225550"/>
                  </a:lnTo>
                  <a:lnTo>
                    <a:pt x="295146" y="1223126"/>
                  </a:lnTo>
                  <a:close/>
                </a:path>
                <a:path w="312420" h="1248410">
                  <a:moveTo>
                    <a:pt x="38442" y="1223126"/>
                  </a:moveTo>
                  <a:lnTo>
                    <a:pt x="38288" y="1223126"/>
                  </a:lnTo>
                  <a:lnTo>
                    <a:pt x="38618" y="1223289"/>
                  </a:lnTo>
                  <a:lnTo>
                    <a:pt x="38442" y="1223126"/>
                  </a:lnTo>
                  <a:close/>
                </a:path>
                <a:path w="312420" h="1248410">
                  <a:moveTo>
                    <a:pt x="298042" y="1219313"/>
                  </a:moveTo>
                  <a:lnTo>
                    <a:pt x="277917" y="1219313"/>
                  </a:lnTo>
                  <a:lnTo>
                    <a:pt x="276304" y="1220176"/>
                  </a:lnTo>
                  <a:lnTo>
                    <a:pt x="273290" y="1223289"/>
                  </a:lnTo>
                  <a:lnTo>
                    <a:pt x="273620" y="1223126"/>
                  </a:lnTo>
                  <a:lnTo>
                    <a:pt x="295151" y="1223126"/>
                  </a:lnTo>
                  <a:lnTo>
                    <a:pt x="297422" y="1220470"/>
                  </a:lnTo>
                  <a:lnTo>
                    <a:pt x="297953" y="1219478"/>
                  </a:lnTo>
                  <a:lnTo>
                    <a:pt x="298042" y="1219313"/>
                  </a:lnTo>
                  <a:close/>
                </a:path>
                <a:path w="312420" h="1248410">
                  <a:moveTo>
                    <a:pt x="34129" y="1219313"/>
                  </a:moveTo>
                  <a:lnTo>
                    <a:pt x="33993" y="1219313"/>
                  </a:lnTo>
                  <a:lnTo>
                    <a:pt x="34302" y="1219478"/>
                  </a:lnTo>
                  <a:lnTo>
                    <a:pt x="34129" y="1219313"/>
                  </a:lnTo>
                  <a:close/>
                </a:path>
                <a:path w="312420" h="1248410">
                  <a:moveTo>
                    <a:pt x="300334" y="1215495"/>
                  </a:moveTo>
                  <a:lnTo>
                    <a:pt x="281859" y="1215495"/>
                  </a:lnTo>
                  <a:lnTo>
                    <a:pt x="280370" y="1216370"/>
                  </a:lnTo>
                  <a:lnTo>
                    <a:pt x="277607" y="1219478"/>
                  </a:lnTo>
                  <a:lnTo>
                    <a:pt x="277917" y="1219313"/>
                  </a:lnTo>
                  <a:lnTo>
                    <a:pt x="298042" y="1219313"/>
                  </a:lnTo>
                  <a:lnTo>
                    <a:pt x="299463" y="1216660"/>
                  </a:lnTo>
                  <a:lnTo>
                    <a:pt x="300210" y="1215660"/>
                  </a:lnTo>
                  <a:lnTo>
                    <a:pt x="300334" y="1215495"/>
                  </a:lnTo>
                  <a:close/>
                </a:path>
                <a:path w="312420" h="1248410">
                  <a:moveTo>
                    <a:pt x="30197" y="1215495"/>
                  </a:moveTo>
                  <a:lnTo>
                    <a:pt x="30049" y="1215495"/>
                  </a:lnTo>
                  <a:lnTo>
                    <a:pt x="30331" y="1215660"/>
                  </a:lnTo>
                  <a:lnTo>
                    <a:pt x="30197" y="1215495"/>
                  </a:lnTo>
                  <a:close/>
                </a:path>
                <a:path w="312420" h="1248410">
                  <a:moveTo>
                    <a:pt x="285558" y="1210310"/>
                  </a:moveTo>
                  <a:lnTo>
                    <a:pt x="283617" y="1212850"/>
                  </a:lnTo>
                  <a:lnTo>
                    <a:pt x="283848" y="1212850"/>
                  </a:lnTo>
                  <a:lnTo>
                    <a:pt x="281578" y="1215660"/>
                  </a:lnTo>
                  <a:lnTo>
                    <a:pt x="281859" y="1215495"/>
                  </a:lnTo>
                  <a:lnTo>
                    <a:pt x="300334" y="1215495"/>
                  </a:lnTo>
                  <a:lnTo>
                    <a:pt x="301363" y="1214120"/>
                  </a:lnTo>
                  <a:lnTo>
                    <a:pt x="303122" y="1211580"/>
                  </a:lnTo>
                  <a:lnTo>
                    <a:pt x="285347" y="1211580"/>
                  </a:lnTo>
                  <a:lnTo>
                    <a:pt x="285558" y="1210310"/>
                  </a:lnTo>
                  <a:close/>
                </a:path>
                <a:path w="312420" h="1248410">
                  <a:moveTo>
                    <a:pt x="26341" y="1210310"/>
                  </a:moveTo>
                  <a:lnTo>
                    <a:pt x="26563" y="1211580"/>
                  </a:lnTo>
                  <a:lnTo>
                    <a:pt x="27311" y="1211580"/>
                  </a:lnTo>
                  <a:lnTo>
                    <a:pt x="26341" y="1210310"/>
                  </a:lnTo>
                  <a:close/>
                </a:path>
                <a:path w="312420" h="1248410">
                  <a:moveTo>
                    <a:pt x="295159" y="1189989"/>
                  </a:moveTo>
                  <a:lnTo>
                    <a:pt x="294285" y="1193800"/>
                  </a:lnTo>
                  <a:lnTo>
                    <a:pt x="291902" y="1199972"/>
                  </a:lnTo>
                  <a:lnTo>
                    <a:pt x="291157" y="1201420"/>
                  </a:lnTo>
                  <a:lnTo>
                    <a:pt x="291318" y="1201420"/>
                  </a:lnTo>
                  <a:lnTo>
                    <a:pt x="289871" y="1203960"/>
                  </a:lnTo>
                  <a:lnTo>
                    <a:pt x="290052" y="1203960"/>
                  </a:lnTo>
                  <a:lnTo>
                    <a:pt x="288474" y="1206500"/>
                  </a:lnTo>
                  <a:lnTo>
                    <a:pt x="288664" y="1206500"/>
                  </a:lnTo>
                  <a:lnTo>
                    <a:pt x="286965" y="1209039"/>
                  </a:lnTo>
                  <a:lnTo>
                    <a:pt x="287167" y="1209039"/>
                  </a:lnTo>
                  <a:lnTo>
                    <a:pt x="285347" y="1211580"/>
                  </a:lnTo>
                  <a:lnTo>
                    <a:pt x="303122" y="1211580"/>
                  </a:lnTo>
                  <a:lnTo>
                    <a:pt x="304741" y="1207770"/>
                  </a:lnTo>
                  <a:lnTo>
                    <a:pt x="306209" y="1205230"/>
                  </a:lnTo>
                  <a:lnTo>
                    <a:pt x="307526" y="1201420"/>
                  </a:lnTo>
                  <a:lnTo>
                    <a:pt x="308792" y="1197610"/>
                  </a:lnTo>
                  <a:lnTo>
                    <a:pt x="309768" y="1193800"/>
                  </a:lnTo>
                  <a:lnTo>
                    <a:pt x="310573" y="1191260"/>
                  </a:lnTo>
                  <a:lnTo>
                    <a:pt x="295069" y="1191260"/>
                  </a:lnTo>
                  <a:lnTo>
                    <a:pt x="295159" y="1189989"/>
                  </a:lnTo>
                  <a:close/>
                </a:path>
                <a:path w="312420" h="1248410">
                  <a:moveTo>
                    <a:pt x="16739" y="1189989"/>
                  </a:moveTo>
                  <a:lnTo>
                    <a:pt x="16840" y="1191260"/>
                  </a:lnTo>
                  <a:lnTo>
                    <a:pt x="16998" y="1191260"/>
                  </a:lnTo>
                  <a:lnTo>
                    <a:pt x="16739" y="1189989"/>
                  </a:lnTo>
                  <a:close/>
                </a:path>
                <a:path w="312420" h="1248410">
                  <a:moveTo>
                    <a:pt x="295803" y="1187450"/>
                  </a:moveTo>
                  <a:lnTo>
                    <a:pt x="295069" y="1191260"/>
                  </a:lnTo>
                  <a:lnTo>
                    <a:pt x="310573" y="1191260"/>
                  </a:lnTo>
                  <a:lnTo>
                    <a:pt x="310995" y="1188720"/>
                  </a:lnTo>
                  <a:lnTo>
                    <a:pt x="295723" y="1188720"/>
                  </a:lnTo>
                  <a:lnTo>
                    <a:pt x="295803" y="1187450"/>
                  </a:lnTo>
                  <a:close/>
                </a:path>
                <a:path w="312420" h="1248410">
                  <a:moveTo>
                    <a:pt x="16106" y="1187450"/>
                  </a:moveTo>
                  <a:lnTo>
                    <a:pt x="16187" y="1188720"/>
                  </a:lnTo>
                  <a:lnTo>
                    <a:pt x="16350" y="1188720"/>
                  </a:lnTo>
                  <a:lnTo>
                    <a:pt x="16106" y="1187450"/>
                  </a:lnTo>
                  <a:close/>
                </a:path>
                <a:path w="312420" h="1248410">
                  <a:moveTo>
                    <a:pt x="310955" y="60960"/>
                  </a:moveTo>
                  <a:lnTo>
                    <a:pt x="295723" y="60960"/>
                  </a:lnTo>
                  <a:lnTo>
                    <a:pt x="296658" y="67310"/>
                  </a:lnTo>
                  <a:lnTo>
                    <a:pt x="296785" y="1179830"/>
                  </a:lnTo>
                  <a:lnTo>
                    <a:pt x="296617" y="1182370"/>
                  </a:lnTo>
                  <a:lnTo>
                    <a:pt x="296235" y="1184910"/>
                  </a:lnTo>
                  <a:lnTo>
                    <a:pt x="295723" y="1188720"/>
                  </a:lnTo>
                  <a:lnTo>
                    <a:pt x="310995" y="1188720"/>
                  </a:lnTo>
                  <a:lnTo>
                    <a:pt x="311205" y="1187450"/>
                  </a:lnTo>
                  <a:lnTo>
                    <a:pt x="311659" y="1183639"/>
                  </a:lnTo>
                  <a:lnTo>
                    <a:pt x="311909" y="1179830"/>
                  </a:lnTo>
                  <a:lnTo>
                    <a:pt x="311909" y="69850"/>
                  </a:lnTo>
                  <a:lnTo>
                    <a:pt x="311715" y="67310"/>
                  </a:lnTo>
                  <a:lnTo>
                    <a:pt x="311618" y="66039"/>
                  </a:lnTo>
                  <a:lnTo>
                    <a:pt x="311146" y="62230"/>
                  </a:lnTo>
                  <a:lnTo>
                    <a:pt x="310955" y="60960"/>
                  </a:lnTo>
                  <a:close/>
                </a:path>
                <a:path w="312420" h="1248410">
                  <a:moveTo>
                    <a:pt x="16350" y="60960"/>
                  </a:moveTo>
                  <a:lnTo>
                    <a:pt x="16187" y="60960"/>
                  </a:lnTo>
                  <a:lnTo>
                    <a:pt x="16106" y="62230"/>
                  </a:lnTo>
                  <a:lnTo>
                    <a:pt x="16350" y="60960"/>
                  </a:lnTo>
                  <a:close/>
                </a:path>
                <a:path w="312420" h="1248410">
                  <a:moveTo>
                    <a:pt x="303293" y="38100"/>
                  </a:moveTo>
                  <a:lnTo>
                    <a:pt x="285347" y="38100"/>
                  </a:lnTo>
                  <a:lnTo>
                    <a:pt x="287167" y="40639"/>
                  </a:lnTo>
                  <a:lnTo>
                    <a:pt x="286965" y="40639"/>
                  </a:lnTo>
                  <a:lnTo>
                    <a:pt x="288664" y="43180"/>
                  </a:lnTo>
                  <a:lnTo>
                    <a:pt x="288474" y="43180"/>
                  </a:lnTo>
                  <a:lnTo>
                    <a:pt x="290052" y="45720"/>
                  </a:lnTo>
                  <a:lnTo>
                    <a:pt x="289871" y="45720"/>
                  </a:lnTo>
                  <a:lnTo>
                    <a:pt x="291318" y="48260"/>
                  </a:lnTo>
                  <a:lnTo>
                    <a:pt x="291157" y="48260"/>
                  </a:lnTo>
                  <a:lnTo>
                    <a:pt x="292465" y="50800"/>
                  </a:lnTo>
                  <a:lnTo>
                    <a:pt x="292324" y="50800"/>
                  </a:lnTo>
                  <a:lnTo>
                    <a:pt x="293490" y="53339"/>
                  </a:lnTo>
                  <a:lnTo>
                    <a:pt x="294396" y="55880"/>
                  </a:lnTo>
                  <a:lnTo>
                    <a:pt x="295159" y="58420"/>
                  </a:lnTo>
                  <a:lnTo>
                    <a:pt x="295803" y="62230"/>
                  </a:lnTo>
                  <a:lnTo>
                    <a:pt x="295723" y="60960"/>
                  </a:lnTo>
                  <a:lnTo>
                    <a:pt x="310955" y="60960"/>
                  </a:lnTo>
                  <a:lnTo>
                    <a:pt x="310573" y="58420"/>
                  </a:lnTo>
                  <a:lnTo>
                    <a:pt x="309768" y="54610"/>
                  </a:lnTo>
                  <a:lnTo>
                    <a:pt x="308682" y="50800"/>
                  </a:lnTo>
                  <a:lnTo>
                    <a:pt x="307526" y="48260"/>
                  </a:lnTo>
                  <a:lnTo>
                    <a:pt x="306350" y="44450"/>
                  </a:lnTo>
                  <a:lnTo>
                    <a:pt x="304902" y="41910"/>
                  </a:lnTo>
                  <a:lnTo>
                    <a:pt x="303293" y="38100"/>
                  </a:lnTo>
                  <a:close/>
                </a:path>
                <a:path w="312420" h="1248410">
                  <a:moveTo>
                    <a:pt x="27311" y="38100"/>
                  </a:moveTo>
                  <a:lnTo>
                    <a:pt x="26563" y="38100"/>
                  </a:lnTo>
                  <a:lnTo>
                    <a:pt x="26341" y="39370"/>
                  </a:lnTo>
                  <a:lnTo>
                    <a:pt x="27311" y="38100"/>
                  </a:lnTo>
                  <a:close/>
                </a:path>
                <a:path w="312420" h="1248410">
                  <a:moveTo>
                    <a:pt x="298916" y="31750"/>
                  </a:moveTo>
                  <a:lnTo>
                    <a:pt x="279877" y="31750"/>
                  </a:lnTo>
                  <a:lnTo>
                    <a:pt x="282039" y="34289"/>
                  </a:lnTo>
                  <a:lnTo>
                    <a:pt x="281797" y="34289"/>
                  </a:lnTo>
                  <a:lnTo>
                    <a:pt x="283848" y="36830"/>
                  </a:lnTo>
                  <a:lnTo>
                    <a:pt x="283617" y="36830"/>
                  </a:lnTo>
                  <a:lnTo>
                    <a:pt x="285558" y="39370"/>
                  </a:lnTo>
                  <a:lnTo>
                    <a:pt x="285347" y="38100"/>
                  </a:lnTo>
                  <a:lnTo>
                    <a:pt x="303293" y="38100"/>
                  </a:lnTo>
                  <a:lnTo>
                    <a:pt x="301553" y="35560"/>
                  </a:lnTo>
                  <a:lnTo>
                    <a:pt x="299664" y="33020"/>
                  </a:lnTo>
                  <a:lnTo>
                    <a:pt x="298916" y="31750"/>
                  </a:lnTo>
                  <a:close/>
                </a:path>
                <a:path w="312420" h="1248410">
                  <a:moveTo>
                    <a:pt x="32912" y="31750"/>
                  </a:moveTo>
                  <a:lnTo>
                    <a:pt x="32031" y="31750"/>
                  </a:lnTo>
                  <a:lnTo>
                    <a:pt x="31780" y="33020"/>
                  </a:lnTo>
                  <a:lnTo>
                    <a:pt x="32912" y="31750"/>
                  </a:lnTo>
                  <a:close/>
                </a:path>
                <a:path w="312420" h="1248410">
                  <a:moveTo>
                    <a:pt x="296452" y="27939"/>
                  </a:moveTo>
                  <a:lnTo>
                    <a:pt x="275755" y="27939"/>
                  </a:lnTo>
                  <a:lnTo>
                    <a:pt x="278128" y="30480"/>
                  </a:lnTo>
                  <a:lnTo>
                    <a:pt x="277856" y="30480"/>
                  </a:lnTo>
                  <a:lnTo>
                    <a:pt x="280128" y="33020"/>
                  </a:lnTo>
                  <a:lnTo>
                    <a:pt x="279877" y="31750"/>
                  </a:lnTo>
                  <a:lnTo>
                    <a:pt x="298916" y="31750"/>
                  </a:lnTo>
                  <a:lnTo>
                    <a:pt x="297422" y="29210"/>
                  </a:lnTo>
                  <a:lnTo>
                    <a:pt x="296452" y="27939"/>
                  </a:lnTo>
                  <a:close/>
                </a:path>
                <a:path w="312420" h="1248410">
                  <a:moveTo>
                    <a:pt x="37109" y="27939"/>
                  </a:moveTo>
                  <a:lnTo>
                    <a:pt x="36154" y="27939"/>
                  </a:lnTo>
                  <a:lnTo>
                    <a:pt x="35872" y="29210"/>
                  </a:lnTo>
                  <a:lnTo>
                    <a:pt x="37109" y="27939"/>
                  </a:lnTo>
                  <a:close/>
                </a:path>
                <a:path w="312420" h="1248410">
                  <a:moveTo>
                    <a:pt x="273290" y="26390"/>
                  </a:moveTo>
                  <a:lnTo>
                    <a:pt x="276037" y="29210"/>
                  </a:lnTo>
                  <a:lnTo>
                    <a:pt x="275755" y="27939"/>
                  </a:lnTo>
                  <a:lnTo>
                    <a:pt x="296452" y="27939"/>
                  </a:lnTo>
                  <a:lnTo>
                    <a:pt x="295482" y="26670"/>
                  </a:lnTo>
                  <a:lnTo>
                    <a:pt x="273855" y="26670"/>
                  </a:lnTo>
                  <a:lnTo>
                    <a:pt x="273290" y="26390"/>
                  </a:lnTo>
                  <a:close/>
                </a:path>
                <a:path w="312420" h="1248410">
                  <a:moveTo>
                    <a:pt x="38618" y="26390"/>
                  </a:moveTo>
                  <a:lnTo>
                    <a:pt x="38054" y="26670"/>
                  </a:lnTo>
                  <a:lnTo>
                    <a:pt x="38346" y="26670"/>
                  </a:lnTo>
                  <a:lnTo>
                    <a:pt x="38618" y="26390"/>
                  </a:lnTo>
                  <a:close/>
                </a:path>
                <a:path w="312420" h="1248410">
                  <a:moveTo>
                    <a:pt x="282883" y="15239"/>
                  </a:moveTo>
                  <a:lnTo>
                    <a:pt x="244858" y="15239"/>
                  </a:lnTo>
                  <a:lnTo>
                    <a:pt x="248126" y="16510"/>
                  </a:lnTo>
                  <a:lnTo>
                    <a:pt x="250600" y="16510"/>
                  </a:lnTo>
                  <a:lnTo>
                    <a:pt x="253756" y="17780"/>
                  </a:lnTo>
                  <a:lnTo>
                    <a:pt x="256139" y="17780"/>
                  </a:lnTo>
                  <a:lnTo>
                    <a:pt x="259176" y="19050"/>
                  </a:lnTo>
                  <a:lnTo>
                    <a:pt x="258824" y="19050"/>
                  </a:lnTo>
                  <a:lnTo>
                    <a:pt x="261800" y="20320"/>
                  </a:lnTo>
                  <a:lnTo>
                    <a:pt x="261458" y="20320"/>
                  </a:lnTo>
                  <a:lnTo>
                    <a:pt x="264354" y="21589"/>
                  </a:lnTo>
                  <a:lnTo>
                    <a:pt x="264021" y="21589"/>
                  </a:lnTo>
                  <a:lnTo>
                    <a:pt x="266837" y="22860"/>
                  </a:lnTo>
                  <a:lnTo>
                    <a:pt x="266515" y="22860"/>
                  </a:lnTo>
                  <a:lnTo>
                    <a:pt x="269250" y="24130"/>
                  </a:lnTo>
                  <a:lnTo>
                    <a:pt x="268939" y="24130"/>
                  </a:lnTo>
                  <a:lnTo>
                    <a:pt x="271593" y="25400"/>
                  </a:lnTo>
                  <a:lnTo>
                    <a:pt x="271291" y="25400"/>
                  </a:lnTo>
                  <a:lnTo>
                    <a:pt x="273855" y="26670"/>
                  </a:lnTo>
                  <a:lnTo>
                    <a:pt x="295482" y="26670"/>
                  </a:lnTo>
                  <a:lnTo>
                    <a:pt x="293199" y="24130"/>
                  </a:lnTo>
                  <a:lnTo>
                    <a:pt x="290786" y="21589"/>
                  </a:lnTo>
                  <a:lnTo>
                    <a:pt x="288263" y="19050"/>
                  </a:lnTo>
                  <a:lnTo>
                    <a:pt x="285357" y="16510"/>
                  </a:lnTo>
                  <a:lnTo>
                    <a:pt x="282883" y="15239"/>
                  </a:lnTo>
                  <a:close/>
                </a:path>
                <a:path w="312420" h="1248410">
                  <a:moveTo>
                    <a:pt x="242676" y="0"/>
                  </a:moveTo>
                  <a:lnTo>
                    <a:pt x="68850" y="0"/>
                  </a:lnTo>
                  <a:lnTo>
                    <a:pt x="65150" y="1270"/>
                  </a:lnTo>
                  <a:lnTo>
                    <a:pt x="246377" y="1270"/>
                  </a:lnTo>
                  <a:lnTo>
                    <a:pt x="242676" y="0"/>
                  </a:lnTo>
                  <a:close/>
                </a:path>
              </a:pathLst>
            </a:custGeom>
            <a:solidFill>
              <a:srgbClr val="3B9A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0" name="object 110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152076" y="4731384"/>
              <a:ext cx="161671" cy="167703"/>
            </a:xfrm>
            <a:prstGeom prst="rect">
              <a:avLst/>
            </a:prstGeom>
          </p:spPr>
        </p:pic>
      </p:grpSp>
      <p:sp>
        <p:nvSpPr>
          <p:cNvPr id="111" name="object 111"/>
          <p:cNvSpPr txBox="1"/>
          <p:nvPr/>
        </p:nvSpPr>
        <p:spPr>
          <a:xfrm>
            <a:off x="3156604" y="5021064"/>
            <a:ext cx="125730" cy="79565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840"/>
              </a:lnSpc>
            </a:pPr>
            <a:r>
              <a:rPr dirty="0" sz="750" spc="-10">
                <a:solidFill>
                  <a:srgbClr val="00004A"/>
                </a:solidFill>
                <a:latin typeface="Segoe UI Symbol"/>
                <a:cs typeface="Segoe UI Symbol"/>
              </a:rPr>
              <a:t>SECURE</a:t>
            </a:r>
            <a:r>
              <a:rPr dirty="0" sz="750" spc="-40">
                <a:solidFill>
                  <a:srgbClr val="00004A"/>
                </a:solidFill>
                <a:latin typeface="Segoe UI Symbol"/>
                <a:cs typeface="Segoe UI Symbol"/>
              </a:rPr>
              <a:t> </a:t>
            </a:r>
            <a:r>
              <a:rPr dirty="0" sz="750">
                <a:solidFill>
                  <a:srgbClr val="00004A"/>
                </a:solidFill>
                <a:latin typeface="Segoe UI Symbol"/>
                <a:cs typeface="Segoe UI Symbol"/>
              </a:rPr>
              <a:t>API</a:t>
            </a:r>
            <a:r>
              <a:rPr dirty="0" sz="750" spc="-40">
                <a:solidFill>
                  <a:srgbClr val="00004A"/>
                </a:solidFill>
                <a:latin typeface="Segoe UI Symbol"/>
                <a:cs typeface="Segoe UI Symbol"/>
              </a:rPr>
              <a:t> </a:t>
            </a:r>
            <a:r>
              <a:rPr dirty="0" sz="750" spc="-10">
                <a:solidFill>
                  <a:srgbClr val="00004A"/>
                </a:solidFill>
                <a:latin typeface="Segoe UI Symbol"/>
                <a:cs typeface="Segoe UI Symbol"/>
              </a:rPr>
              <a:t>LAYER</a:t>
            </a:r>
            <a:endParaRPr sz="750">
              <a:latin typeface="Segoe UI Symbol"/>
              <a:cs typeface="Segoe UI Symbol"/>
            </a:endParaRPr>
          </a:p>
        </p:txBody>
      </p:sp>
      <p:grpSp>
        <p:nvGrpSpPr>
          <p:cNvPr id="112" name="object 112"/>
          <p:cNvGrpSpPr/>
          <p:nvPr/>
        </p:nvGrpSpPr>
        <p:grpSpPr>
          <a:xfrm>
            <a:off x="2696060" y="4640470"/>
            <a:ext cx="312420" cy="1248410"/>
            <a:chOff x="2696060" y="4640470"/>
            <a:chExt cx="312420" cy="1248410"/>
          </a:xfrm>
        </p:grpSpPr>
        <p:sp>
          <p:nvSpPr>
            <p:cNvPr id="113" name="object 113"/>
            <p:cNvSpPr/>
            <p:nvPr/>
          </p:nvSpPr>
          <p:spPr>
            <a:xfrm>
              <a:off x="2703258" y="4648136"/>
              <a:ext cx="297180" cy="1233170"/>
            </a:xfrm>
            <a:custGeom>
              <a:avLst/>
              <a:gdLst/>
              <a:ahLst/>
              <a:cxnLst/>
              <a:rect l="l" t="t" r="r" b="b"/>
              <a:pathLst>
                <a:path w="297180" h="1233170">
                  <a:moveTo>
                    <a:pt x="231648" y="0"/>
                  </a:moveTo>
                  <a:lnTo>
                    <a:pt x="65151" y="0"/>
                  </a:lnTo>
                  <a:lnTo>
                    <a:pt x="39964" y="4883"/>
                  </a:lnTo>
                  <a:lnTo>
                    <a:pt x="19296" y="18783"/>
                  </a:lnTo>
                  <a:lnTo>
                    <a:pt x="5267" y="39579"/>
                  </a:lnTo>
                  <a:lnTo>
                    <a:pt x="0" y="65150"/>
                  </a:lnTo>
                  <a:lnTo>
                    <a:pt x="0" y="1167891"/>
                  </a:lnTo>
                  <a:lnTo>
                    <a:pt x="5267" y="1193361"/>
                  </a:lnTo>
                  <a:lnTo>
                    <a:pt x="19296" y="1214123"/>
                  </a:lnTo>
                  <a:lnTo>
                    <a:pt x="39964" y="1228057"/>
                  </a:lnTo>
                  <a:lnTo>
                    <a:pt x="65151" y="1233042"/>
                  </a:lnTo>
                  <a:lnTo>
                    <a:pt x="231648" y="1233042"/>
                  </a:lnTo>
                  <a:lnTo>
                    <a:pt x="257241" y="1228057"/>
                  </a:lnTo>
                  <a:lnTo>
                    <a:pt x="278045" y="1214123"/>
                  </a:lnTo>
                  <a:lnTo>
                    <a:pt x="291938" y="1193361"/>
                  </a:lnTo>
                  <a:lnTo>
                    <a:pt x="296799" y="1167891"/>
                  </a:lnTo>
                  <a:lnTo>
                    <a:pt x="296799" y="65150"/>
                  </a:lnTo>
                  <a:lnTo>
                    <a:pt x="291938" y="39579"/>
                  </a:lnTo>
                  <a:lnTo>
                    <a:pt x="278045" y="18783"/>
                  </a:lnTo>
                  <a:lnTo>
                    <a:pt x="257241" y="4883"/>
                  </a:lnTo>
                  <a:lnTo>
                    <a:pt x="231648" y="0"/>
                  </a:lnTo>
                  <a:close/>
                </a:path>
              </a:pathLst>
            </a:custGeom>
            <a:solidFill>
              <a:srgbClr val="D8F3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2696060" y="4640470"/>
              <a:ext cx="312420" cy="1248410"/>
            </a:xfrm>
            <a:custGeom>
              <a:avLst/>
              <a:gdLst/>
              <a:ahLst/>
              <a:cxnLst/>
              <a:rect l="l" t="t" r="r" b="b"/>
              <a:pathLst>
                <a:path w="312419" h="1248410">
                  <a:moveTo>
                    <a:pt x="253987" y="1247139"/>
                  </a:moveTo>
                  <a:lnTo>
                    <a:pt x="58284" y="1247139"/>
                  </a:lnTo>
                  <a:lnTo>
                    <a:pt x="61511" y="1248410"/>
                  </a:lnTo>
                  <a:lnTo>
                    <a:pt x="250408" y="1248410"/>
                  </a:lnTo>
                  <a:lnTo>
                    <a:pt x="253987" y="1247139"/>
                  </a:lnTo>
                  <a:close/>
                </a:path>
                <a:path w="312419" h="1248410">
                  <a:moveTo>
                    <a:pt x="253625" y="1270"/>
                  </a:moveTo>
                  <a:lnTo>
                    <a:pt x="57922" y="1270"/>
                  </a:lnTo>
                  <a:lnTo>
                    <a:pt x="50933" y="3810"/>
                  </a:lnTo>
                  <a:lnTo>
                    <a:pt x="47898" y="5079"/>
                  </a:lnTo>
                  <a:lnTo>
                    <a:pt x="41342" y="7620"/>
                  </a:lnTo>
                  <a:lnTo>
                    <a:pt x="38195" y="8890"/>
                  </a:lnTo>
                  <a:lnTo>
                    <a:pt x="35138" y="10160"/>
                  </a:lnTo>
                  <a:lnTo>
                    <a:pt x="32172" y="12700"/>
                  </a:lnTo>
                  <a:lnTo>
                    <a:pt x="29317" y="15240"/>
                  </a:lnTo>
                  <a:lnTo>
                    <a:pt x="26553" y="16510"/>
                  </a:lnTo>
                  <a:lnTo>
                    <a:pt x="23907" y="19050"/>
                  </a:lnTo>
                  <a:lnTo>
                    <a:pt x="21113" y="21590"/>
                  </a:lnTo>
                  <a:lnTo>
                    <a:pt x="18952" y="24129"/>
                  </a:lnTo>
                  <a:lnTo>
                    <a:pt x="16659" y="26670"/>
                  </a:lnTo>
                  <a:lnTo>
                    <a:pt x="14488" y="29210"/>
                  </a:lnTo>
                  <a:lnTo>
                    <a:pt x="12446" y="31750"/>
                  </a:lnTo>
                  <a:lnTo>
                    <a:pt x="10546" y="35560"/>
                  </a:lnTo>
                  <a:lnTo>
                    <a:pt x="8605" y="38100"/>
                  </a:lnTo>
                  <a:lnTo>
                    <a:pt x="7167" y="41910"/>
                  </a:lnTo>
                  <a:lnTo>
                    <a:pt x="5699" y="44450"/>
                  </a:lnTo>
                  <a:lnTo>
                    <a:pt x="4382" y="48260"/>
                  </a:lnTo>
                  <a:lnTo>
                    <a:pt x="3116" y="52070"/>
                  </a:lnTo>
                  <a:lnTo>
                    <a:pt x="2141" y="54610"/>
                  </a:lnTo>
                  <a:lnTo>
                    <a:pt x="1337" y="58420"/>
                  </a:lnTo>
                  <a:lnTo>
                    <a:pt x="703" y="62229"/>
                  </a:lnTo>
                  <a:lnTo>
                    <a:pt x="251" y="66040"/>
                  </a:lnTo>
                  <a:lnTo>
                    <a:pt x="0" y="69850"/>
                  </a:lnTo>
                  <a:lnTo>
                    <a:pt x="0" y="1179830"/>
                  </a:lnTo>
                  <a:lnTo>
                    <a:pt x="193" y="1182370"/>
                  </a:lnTo>
                  <a:lnTo>
                    <a:pt x="290" y="1183639"/>
                  </a:lnTo>
                  <a:lnTo>
                    <a:pt x="763" y="1187450"/>
                  </a:lnTo>
                  <a:lnTo>
                    <a:pt x="1417" y="1191260"/>
                  </a:lnTo>
                  <a:lnTo>
                    <a:pt x="2141" y="1193800"/>
                  </a:lnTo>
                  <a:lnTo>
                    <a:pt x="2241" y="1195070"/>
                  </a:lnTo>
                  <a:lnTo>
                    <a:pt x="3227" y="1197610"/>
                  </a:lnTo>
                  <a:lnTo>
                    <a:pt x="4382" y="1201420"/>
                  </a:lnTo>
                  <a:lnTo>
                    <a:pt x="5560" y="1203960"/>
                  </a:lnTo>
                  <a:lnTo>
                    <a:pt x="7007" y="1207770"/>
                  </a:lnTo>
                  <a:lnTo>
                    <a:pt x="8605" y="1210310"/>
                  </a:lnTo>
                  <a:lnTo>
                    <a:pt x="10355" y="1214120"/>
                  </a:lnTo>
                  <a:lnTo>
                    <a:pt x="12245" y="1216660"/>
                  </a:lnTo>
                  <a:lnTo>
                    <a:pt x="14339" y="1219312"/>
                  </a:lnTo>
                  <a:lnTo>
                    <a:pt x="16531" y="1223126"/>
                  </a:lnTo>
                  <a:lnTo>
                    <a:pt x="18710" y="1225550"/>
                  </a:lnTo>
                  <a:lnTo>
                    <a:pt x="21113" y="1228089"/>
                  </a:lnTo>
                  <a:lnTo>
                    <a:pt x="23637" y="1230630"/>
                  </a:lnTo>
                  <a:lnTo>
                    <a:pt x="26281" y="1231900"/>
                  </a:lnTo>
                  <a:lnTo>
                    <a:pt x="29025" y="1234439"/>
                  </a:lnTo>
                  <a:lnTo>
                    <a:pt x="32172" y="1236980"/>
                  </a:lnTo>
                  <a:lnTo>
                    <a:pt x="34827" y="1238250"/>
                  </a:lnTo>
                  <a:lnTo>
                    <a:pt x="37873" y="1240789"/>
                  </a:lnTo>
                  <a:lnTo>
                    <a:pt x="41010" y="1242060"/>
                  </a:lnTo>
                  <a:lnTo>
                    <a:pt x="47546" y="1244600"/>
                  </a:lnTo>
                  <a:lnTo>
                    <a:pt x="51295" y="1245870"/>
                  </a:lnTo>
                  <a:lnTo>
                    <a:pt x="54754" y="1247139"/>
                  </a:lnTo>
                  <a:lnTo>
                    <a:pt x="257516" y="1247139"/>
                  </a:lnTo>
                  <a:lnTo>
                    <a:pt x="260976" y="1245870"/>
                  </a:lnTo>
                  <a:lnTo>
                    <a:pt x="264011" y="1244600"/>
                  </a:lnTo>
                  <a:lnTo>
                    <a:pt x="270567" y="1242060"/>
                  </a:lnTo>
                  <a:lnTo>
                    <a:pt x="273714" y="1240789"/>
                  </a:lnTo>
                  <a:lnTo>
                    <a:pt x="277082" y="1238250"/>
                  </a:lnTo>
                  <a:lnTo>
                    <a:pt x="279736" y="1236980"/>
                  </a:lnTo>
                  <a:lnTo>
                    <a:pt x="282591" y="1234439"/>
                  </a:lnTo>
                  <a:lnTo>
                    <a:pt x="69996" y="1234439"/>
                  </a:lnTo>
                  <a:lnTo>
                    <a:pt x="66678" y="1233170"/>
                  </a:lnTo>
                  <a:lnTo>
                    <a:pt x="61309" y="1233170"/>
                  </a:lnTo>
                  <a:lnTo>
                    <a:pt x="58153" y="1231900"/>
                  </a:lnTo>
                  <a:lnTo>
                    <a:pt x="55769" y="1231900"/>
                  </a:lnTo>
                  <a:lnTo>
                    <a:pt x="52734" y="1230630"/>
                  </a:lnTo>
                  <a:lnTo>
                    <a:pt x="53086" y="1230630"/>
                  </a:lnTo>
                  <a:lnTo>
                    <a:pt x="50109" y="1229360"/>
                  </a:lnTo>
                  <a:lnTo>
                    <a:pt x="50450" y="1229360"/>
                  </a:lnTo>
                  <a:lnTo>
                    <a:pt x="47555" y="1228089"/>
                  </a:lnTo>
                  <a:lnTo>
                    <a:pt x="47887" y="1228089"/>
                  </a:lnTo>
                  <a:lnTo>
                    <a:pt x="45072" y="1226820"/>
                  </a:lnTo>
                  <a:lnTo>
                    <a:pt x="45393" y="1226820"/>
                  </a:lnTo>
                  <a:lnTo>
                    <a:pt x="42659" y="1225550"/>
                  </a:lnTo>
                  <a:lnTo>
                    <a:pt x="42970" y="1225550"/>
                  </a:lnTo>
                  <a:lnTo>
                    <a:pt x="40316" y="1224280"/>
                  </a:lnTo>
                  <a:lnTo>
                    <a:pt x="40618" y="1224280"/>
                  </a:lnTo>
                  <a:lnTo>
                    <a:pt x="38288" y="1223126"/>
                  </a:lnTo>
                  <a:lnTo>
                    <a:pt x="38442" y="1223126"/>
                  </a:lnTo>
                  <a:lnTo>
                    <a:pt x="35585" y="1220175"/>
                  </a:lnTo>
                  <a:lnTo>
                    <a:pt x="33992" y="1219312"/>
                  </a:lnTo>
                  <a:lnTo>
                    <a:pt x="34137" y="1219312"/>
                  </a:lnTo>
                  <a:lnTo>
                    <a:pt x="31521" y="1216370"/>
                  </a:lnTo>
                  <a:lnTo>
                    <a:pt x="30049" y="1215495"/>
                  </a:lnTo>
                  <a:lnTo>
                    <a:pt x="30196" y="1215495"/>
                  </a:lnTo>
                  <a:lnTo>
                    <a:pt x="28060" y="1212850"/>
                  </a:lnTo>
                  <a:lnTo>
                    <a:pt x="28281" y="1212850"/>
                  </a:lnTo>
                  <a:lnTo>
                    <a:pt x="27311" y="1211580"/>
                  </a:lnTo>
                  <a:lnTo>
                    <a:pt x="26562" y="1211580"/>
                  </a:lnTo>
                  <a:lnTo>
                    <a:pt x="24743" y="1209039"/>
                  </a:lnTo>
                  <a:lnTo>
                    <a:pt x="24944" y="1209039"/>
                  </a:lnTo>
                  <a:lnTo>
                    <a:pt x="23244" y="1206500"/>
                  </a:lnTo>
                  <a:lnTo>
                    <a:pt x="23435" y="1206500"/>
                  </a:lnTo>
                  <a:lnTo>
                    <a:pt x="21856" y="1203960"/>
                  </a:lnTo>
                  <a:lnTo>
                    <a:pt x="22038" y="1203960"/>
                  </a:lnTo>
                  <a:lnTo>
                    <a:pt x="20590" y="1201420"/>
                  </a:lnTo>
                  <a:lnTo>
                    <a:pt x="20751" y="1201420"/>
                  </a:lnTo>
                  <a:lnTo>
                    <a:pt x="19443" y="1198880"/>
                  </a:lnTo>
                  <a:lnTo>
                    <a:pt x="19584" y="1198880"/>
                  </a:lnTo>
                  <a:lnTo>
                    <a:pt x="18418" y="1196339"/>
                  </a:lnTo>
                  <a:lnTo>
                    <a:pt x="17513" y="1193800"/>
                  </a:lnTo>
                  <a:lnTo>
                    <a:pt x="17004" y="1191260"/>
                  </a:lnTo>
                  <a:lnTo>
                    <a:pt x="16840" y="1191260"/>
                  </a:lnTo>
                  <a:lnTo>
                    <a:pt x="16350" y="1188720"/>
                  </a:lnTo>
                  <a:lnTo>
                    <a:pt x="16186" y="1188720"/>
                  </a:lnTo>
                  <a:lnTo>
                    <a:pt x="15251" y="1182370"/>
                  </a:lnTo>
                  <a:lnTo>
                    <a:pt x="15110" y="1179830"/>
                  </a:lnTo>
                  <a:lnTo>
                    <a:pt x="15060" y="69850"/>
                  </a:lnTo>
                  <a:lnTo>
                    <a:pt x="15292" y="67310"/>
                  </a:lnTo>
                  <a:lnTo>
                    <a:pt x="15664" y="64770"/>
                  </a:lnTo>
                  <a:lnTo>
                    <a:pt x="16186" y="60960"/>
                  </a:lnTo>
                  <a:lnTo>
                    <a:pt x="16350" y="60960"/>
                  </a:lnTo>
                  <a:lnTo>
                    <a:pt x="16840" y="58420"/>
                  </a:lnTo>
                  <a:lnTo>
                    <a:pt x="17625" y="55879"/>
                  </a:lnTo>
                  <a:lnTo>
                    <a:pt x="20005" y="49709"/>
                  </a:lnTo>
                  <a:lnTo>
                    <a:pt x="20751" y="48260"/>
                  </a:lnTo>
                  <a:lnTo>
                    <a:pt x="20590" y="48260"/>
                  </a:lnTo>
                  <a:lnTo>
                    <a:pt x="22038" y="45720"/>
                  </a:lnTo>
                  <a:lnTo>
                    <a:pt x="21856" y="45720"/>
                  </a:lnTo>
                  <a:lnTo>
                    <a:pt x="23435" y="43179"/>
                  </a:lnTo>
                  <a:lnTo>
                    <a:pt x="23244" y="43179"/>
                  </a:lnTo>
                  <a:lnTo>
                    <a:pt x="24944" y="40640"/>
                  </a:lnTo>
                  <a:lnTo>
                    <a:pt x="24743" y="40640"/>
                  </a:lnTo>
                  <a:lnTo>
                    <a:pt x="26562" y="38100"/>
                  </a:lnTo>
                  <a:lnTo>
                    <a:pt x="27311" y="38100"/>
                  </a:lnTo>
                  <a:lnTo>
                    <a:pt x="28281" y="36829"/>
                  </a:lnTo>
                  <a:lnTo>
                    <a:pt x="28060" y="36829"/>
                  </a:lnTo>
                  <a:lnTo>
                    <a:pt x="30111" y="34290"/>
                  </a:lnTo>
                  <a:lnTo>
                    <a:pt x="29870" y="34290"/>
                  </a:lnTo>
                  <a:lnTo>
                    <a:pt x="32031" y="31750"/>
                  </a:lnTo>
                  <a:lnTo>
                    <a:pt x="32916" y="31750"/>
                  </a:lnTo>
                  <a:lnTo>
                    <a:pt x="34052" y="30479"/>
                  </a:lnTo>
                  <a:lnTo>
                    <a:pt x="33782" y="30479"/>
                  </a:lnTo>
                  <a:lnTo>
                    <a:pt x="36154" y="27940"/>
                  </a:lnTo>
                  <a:lnTo>
                    <a:pt x="37109" y="27940"/>
                  </a:lnTo>
                  <a:lnTo>
                    <a:pt x="38346" y="26670"/>
                  </a:lnTo>
                  <a:lnTo>
                    <a:pt x="38054" y="26670"/>
                  </a:lnTo>
                  <a:lnTo>
                    <a:pt x="40618" y="25400"/>
                  </a:lnTo>
                  <a:lnTo>
                    <a:pt x="40316" y="25400"/>
                  </a:lnTo>
                  <a:lnTo>
                    <a:pt x="42970" y="24129"/>
                  </a:lnTo>
                  <a:lnTo>
                    <a:pt x="42659" y="24129"/>
                  </a:lnTo>
                  <a:lnTo>
                    <a:pt x="45393" y="22860"/>
                  </a:lnTo>
                  <a:lnTo>
                    <a:pt x="45072" y="22860"/>
                  </a:lnTo>
                  <a:lnTo>
                    <a:pt x="47887" y="21590"/>
                  </a:lnTo>
                  <a:lnTo>
                    <a:pt x="47555" y="21590"/>
                  </a:lnTo>
                  <a:lnTo>
                    <a:pt x="50450" y="20320"/>
                  </a:lnTo>
                  <a:lnTo>
                    <a:pt x="50109" y="20320"/>
                  </a:lnTo>
                  <a:lnTo>
                    <a:pt x="53086" y="19050"/>
                  </a:lnTo>
                  <a:lnTo>
                    <a:pt x="52734" y="19050"/>
                  </a:lnTo>
                  <a:lnTo>
                    <a:pt x="55769" y="17779"/>
                  </a:lnTo>
                  <a:lnTo>
                    <a:pt x="58153" y="17779"/>
                  </a:lnTo>
                  <a:lnTo>
                    <a:pt x="61309" y="16510"/>
                  </a:lnTo>
                  <a:lnTo>
                    <a:pt x="63783" y="16510"/>
                  </a:lnTo>
                  <a:lnTo>
                    <a:pt x="67050" y="15240"/>
                  </a:lnTo>
                  <a:lnTo>
                    <a:pt x="282883" y="15240"/>
                  </a:lnTo>
                  <a:lnTo>
                    <a:pt x="280038" y="12700"/>
                  </a:lnTo>
                  <a:lnTo>
                    <a:pt x="277082" y="11429"/>
                  </a:lnTo>
                  <a:lnTo>
                    <a:pt x="273714" y="8890"/>
                  </a:lnTo>
                  <a:lnTo>
                    <a:pt x="270898" y="7620"/>
                  </a:lnTo>
                  <a:lnTo>
                    <a:pt x="267329" y="6350"/>
                  </a:lnTo>
                  <a:lnTo>
                    <a:pt x="264363" y="5079"/>
                  </a:lnTo>
                  <a:lnTo>
                    <a:pt x="260623" y="3810"/>
                  </a:lnTo>
                  <a:lnTo>
                    <a:pt x="253625" y="1270"/>
                  </a:lnTo>
                  <a:close/>
                </a:path>
                <a:path w="312419" h="1248410">
                  <a:moveTo>
                    <a:pt x="295144" y="1223126"/>
                  </a:moveTo>
                  <a:lnTo>
                    <a:pt x="273620" y="1223126"/>
                  </a:lnTo>
                  <a:lnTo>
                    <a:pt x="271291" y="1224280"/>
                  </a:lnTo>
                  <a:lnTo>
                    <a:pt x="271593" y="1224280"/>
                  </a:lnTo>
                  <a:lnTo>
                    <a:pt x="268939" y="1225550"/>
                  </a:lnTo>
                  <a:lnTo>
                    <a:pt x="269250" y="1225550"/>
                  </a:lnTo>
                  <a:lnTo>
                    <a:pt x="266515" y="1226820"/>
                  </a:lnTo>
                  <a:lnTo>
                    <a:pt x="266837" y="1226820"/>
                  </a:lnTo>
                  <a:lnTo>
                    <a:pt x="264021" y="1228089"/>
                  </a:lnTo>
                  <a:lnTo>
                    <a:pt x="264354" y="1228089"/>
                  </a:lnTo>
                  <a:lnTo>
                    <a:pt x="261458" y="1229360"/>
                  </a:lnTo>
                  <a:lnTo>
                    <a:pt x="261800" y="1229360"/>
                  </a:lnTo>
                  <a:lnTo>
                    <a:pt x="258833" y="1230630"/>
                  </a:lnTo>
                  <a:lnTo>
                    <a:pt x="259175" y="1230630"/>
                  </a:lnTo>
                  <a:lnTo>
                    <a:pt x="256139" y="1231900"/>
                  </a:lnTo>
                  <a:lnTo>
                    <a:pt x="253766" y="1231900"/>
                  </a:lnTo>
                  <a:lnTo>
                    <a:pt x="250600" y="1233170"/>
                  </a:lnTo>
                  <a:lnTo>
                    <a:pt x="245240" y="1233170"/>
                  </a:lnTo>
                  <a:lnTo>
                    <a:pt x="241913" y="1234439"/>
                  </a:lnTo>
                  <a:lnTo>
                    <a:pt x="282591" y="1234439"/>
                  </a:lnTo>
                  <a:lnTo>
                    <a:pt x="285356" y="1233170"/>
                  </a:lnTo>
                  <a:lnTo>
                    <a:pt x="288001" y="1230630"/>
                  </a:lnTo>
                  <a:lnTo>
                    <a:pt x="290795" y="1228089"/>
                  </a:lnTo>
                  <a:lnTo>
                    <a:pt x="292957" y="1225550"/>
                  </a:lnTo>
                  <a:lnTo>
                    <a:pt x="295144" y="1223126"/>
                  </a:lnTo>
                  <a:close/>
                </a:path>
                <a:path w="312419" h="1248410">
                  <a:moveTo>
                    <a:pt x="38442" y="1223126"/>
                  </a:moveTo>
                  <a:lnTo>
                    <a:pt x="38288" y="1223126"/>
                  </a:lnTo>
                  <a:lnTo>
                    <a:pt x="38618" y="1223289"/>
                  </a:lnTo>
                  <a:lnTo>
                    <a:pt x="38442" y="1223126"/>
                  </a:lnTo>
                  <a:close/>
                </a:path>
                <a:path w="312419" h="1248410">
                  <a:moveTo>
                    <a:pt x="298041" y="1219312"/>
                  </a:moveTo>
                  <a:lnTo>
                    <a:pt x="277917" y="1219312"/>
                  </a:lnTo>
                  <a:lnTo>
                    <a:pt x="276304" y="1220175"/>
                  </a:lnTo>
                  <a:lnTo>
                    <a:pt x="273290" y="1223289"/>
                  </a:lnTo>
                  <a:lnTo>
                    <a:pt x="273620" y="1223126"/>
                  </a:lnTo>
                  <a:lnTo>
                    <a:pt x="295150" y="1223126"/>
                  </a:lnTo>
                  <a:lnTo>
                    <a:pt x="297421" y="1220470"/>
                  </a:lnTo>
                  <a:lnTo>
                    <a:pt x="297959" y="1219466"/>
                  </a:lnTo>
                  <a:lnTo>
                    <a:pt x="298041" y="1219312"/>
                  </a:lnTo>
                  <a:close/>
                </a:path>
                <a:path w="312419" h="1248410">
                  <a:moveTo>
                    <a:pt x="34137" y="1219312"/>
                  </a:moveTo>
                  <a:lnTo>
                    <a:pt x="33992" y="1219312"/>
                  </a:lnTo>
                  <a:lnTo>
                    <a:pt x="34279" y="1219466"/>
                  </a:lnTo>
                  <a:lnTo>
                    <a:pt x="34137" y="1219312"/>
                  </a:lnTo>
                  <a:close/>
                </a:path>
                <a:path w="312419" h="1248410">
                  <a:moveTo>
                    <a:pt x="300334" y="1215495"/>
                  </a:moveTo>
                  <a:lnTo>
                    <a:pt x="281859" y="1215495"/>
                  </a:lnTo>
                  <a:lnTo>
                    <a:pt x="280369" y="1216370"/>
                  </a:lnTo>
                  <a:lnTo>
                    <a:pt x="277629" y="1219466"/>
                  </a:lnTo>
                  <a:lnTo>
                    <a:pt x="277917" y="1219312"/>
                  </a:lnTo>
                  <a:lnTo>
                    <a:pt x="298041" y="1219312"/>
                  </a:lnTo>
                  <a:lnTo>
                    <a:pt x="299463" y="1216660"/>
                  </a:lnTo>
                  <a:lnTo>
                    <a:pt x="300211" y="1215659"/>
                  </a:lnTo>
                  <a:lnTo>
                    <a:pt x="300334" y="1215495"/>
                  </a:lnTo>
                  <a:close/>
                </a:path>
                <a:path w="312419" h="1248410">
                  <a:moveTo>
                    <a:pt x="30196" y="1215495"/>
                  </a:moveTo>
                  <a:lnTo>
                    <a:pt x="30049" y="1215495"/>
                  </a:lnTo>
                  <a:lnTo>
                    <a:pt x="30329" y="1215659"/>
                  </a:lnTo>
                  <a:lnTo>
                    <a:pt x="30196" y="1215495"/>
                  </a:lnTo>
                  <a:close/>
                </a:path>
                <a:path w="312419" h="1248410">
                  <a:moveTo>
                    <a:pt x="285568" y="1210310"/>
                  </a:moveTo>
                  <a:lnTo>
                    <a:pt x="283627" y="1212850"/>
                  </a:lnTo>
                  <a:lnTo>
                    <a:pt x="283848" y="1212850"/>
                  </a:lnTo>
                  <a:lnTo>
                    <a:pt x="281579" y="1215659"/>
                  </a:lnTo>
                  <a:lnTo>
                    <a:pt x="281859" y="1215495"/>
                  </a:lnTo>
                  <a:lnTo>
                    <a:pt x="300334" y="1215495"/>
                  </a:lnTo>
                  <a:lnTo>
                    <a:pt x="301363" y="1214120"/>
                  </a:lnTo>
                  <a:lnTo>
                    <a:pt x="302657" y="1211580"/>
                  </a:lnTo>
                  <a:lnTo>
                    <a:pt x="285347" y="1211580"/>
                  </a:lnTo>
                  <a:lnTo>
                    <a:pt x="285568" y="1210310"/>
                  </a:lnTo>
                  <a:close/>
                </a:path>
                <a:path w="312419" h="1248410">
                  <a:moveTo>
                    <a:pt x="26341" y="1210310"/>
                  </a:moveTo>
                  <a:lnTo>
                    <a:pt x="26562" y="1211580"/>
                  </a:lnTo>
                  <a:lnTo>
                    <a:pt x="27311" y="1211580"/>
                  </a:lnTo>
                  <a:lnTo>
                    <a:pt x="26341" y="1210310"/>
                  </a:lnTo>
                  <a:close/>
                </a:path>
                <a:path w="312419" h="1248410">
                  <a:moveTo>
                    <a:pt x="295159" y="1189989"/>
                  </a:moveTo>
                  <a:lnTo>
                    <a:pt x="294284" y="1193800"/>
                  </a:lnTo>
                  <a:lnTo>
                    <a:pt x="291904" y="1199970"/>
                  </a:lnTo>
                  <a:lnTo>
                    <a:pt x="291157" y="1201420"/>
                  </a:lnTo>
                  <a:lnTo>
                    <a:pt x="291318" y="1201420"/>
                  </a:lnTo>
                  <a:lnTo>
                    <a:pt x="289881" y="1203960"/>
                  </a:lnTo>
                  <a:lnTo>
                    <a:pt x="290052" y="1203960"/>
                  </a:lnTo>
                  <a:lnTo>
                    <a:pt x="288474" y="1206500"/>
                  </a:lnTo>
                  <a:lnTo>
                    <a:pt x="288664" y="1206500"/>
                  </a:lnTo>
                  <a:lnTo>
                    <a:pt x="286965" y="1209039"/>
                  </a:lnTo>
                  <a:lnTo>
                    <a:pt x="287166" y="1209039"/>
                  </a:lnTo>
                  <a:lnTo>
                    <a:pt x="285347" y="1211580"/>
                  </a:lnTo>
                  <a:lnTo>
                    <a:pt x="302657" y="1211580"/>
                  </a:lnTo>
                  <a:lnTo>
                    <a:pt x="303303" y="1210310"/>
                  </a:lnTo>
                  <a:lnTo>
                    <a:pt x="304741" y="1207770"/>
                  </a:lnTo>
                  <a:lnTo>
                    <a:pt x="306359" y="1203960"/>
                  </a:lnTo>
                  <a:lnTo>
                    <a:pt x="307657" y="1201420"/>
                  </a:lnTo>
                  <a:lnTo>
                    <a:pt x="308792" y="1197610"/>
                  </a:lnTo>
                  <a:lnTo>
                    <a:pt x="309768" y="1193800"/>
                  </a:lnTo>
                  <a:lnTo>
                    <a:pt x="310572" y="1191260"/>
                  </a:lnTo>
                  <a:lnTo>
                    <a:pt x="295069" y="1191260"/>
                  </a:lnTo>
                  <a:lnTo>
                    <a:pt x="295159" y="1189989"/>
                  </a:lnTo>
                  <a:close/>
                </a:path>
                <a:path w="312419" h="1248410">
                  <a:moveTo>
                    <a:pt x="16750" y="1189989"/>
                  </a:moveTo>
                  <a:lnTo>
                    <a:pt x="16840" y="1191260"/>
                  </a:lnTo>
                  <a:lnTo>
                    <a:pt x="17004" y="1191260"/>
                  </a:lnTo>
                  <a:lnTo>
                    <a:pt x="16750" y="1189989"/>
                  </a:lnTo>
                  <a:close/>
                </a:path>
                <a:path w="312419" h="1248410">
                  <a:moveTo>
                    <a:pt x="295803" y="1187450"/>
                  </a:moveTo>
                  <a:lnTo>
                    <a:pt x="295069" y="1191260"/>
                  </a:lnTo>
                  <a:lnTo>
                    <a:pt x="310572" y="1191260"/>
                  </a:lnTo>
                  <a:lnTo>
                    <a:pt x="310994" y="1188720"/>
                  </a:lnTo>
                  <a:lnTo>
                    <a:pt x="295723" y="1188720"/>
                  </a:lnTo>
                  <a:lnTo>
                    <a:pt x="295803" y="1187450"/>
                  </a:lnTo>
                  <a:close/>
                </a:path>
                <a:path w="312419" h="1248410">
                  <a:moveTo>
                    <a:pt x="16106" y="1187450"/>
                  </a:moveTo>
                  <a:lnTo>
                    <a:pt x="16186" y="1188720"/>
                  </a:lnTo>
                  <a:lnTo>
                    <a:pt x="16350" y="1188720"/>
                  </a:lnTo>
                  <a:lnTo>
                    <a:pt x="16106" y="1187450"/>
                  </a:lnTo>
                  <a:close/>
                </a:path>
                <a:path w="312419" h="1248410">
                  <a:moveTo>
                    <a:pt x="310928" y="60960"/>
                  </a:moveTo>
                  <a:lnTo>
                    <a:pt x="295723" y="60960"/>
                  </a:lnTo>
                  <a:lnTo>
                    <a:pt x="296658" y="67310"/>
                  </a:lnTo>
                  <a:lnTo>
                    <a:pt x="296868" y="69850"/>
                  </a:lnTo>
                  <a:lnTo>
                    <a:pt x="296785" y="1179830"/>
                  </a:lnTo>
                  <a:lnTo>
                    <a:pt x="296617" y="1182370"/>
                  </a:lnTo>
                  <a:lnTo>
                    <a:pt x="296245" y="1184910"/>
                  </a:lnTo>
                  <a:lnTo>
                    <a:pt x="295723" y="1188720"/>
                  </a:lnTo>
                  <a:lnTo>
                    <a:pt x="310994" y="1188720"/>
                  </a:lnTo>
                  <a:lnTo>
                    <a:pt x="311205" y="1187450"/>
                  </a:lnTo>
                  <a:lnTo>
                    <a:pt x="311658" y="1183639"/>
                  </a:lnTo>
                  <a:lnTo>
                    <a:pt x="311909" y="1179830"/>
                  </a:lnTo>
                  <a:lnTo>
                    <a:pt x="311909" y="69850"/>
                  </a:lnTo>
                  <a:lnTo>
                    <a:pt x="311715" y="67310"/>
                  </a:lnTo>
                  <a:lnTo>
                    <a:pt x="311618" y="66040"/>
                  </a:lnTo>
                  <a:lnTo>
                    <a:pt x="311146" y="62229"/>
                  </a:lnTo>
                  <a:lnTo>
                    <a:pt x="310928" y="60960"/>
                  </a:lnTo>
                  <a:close/>
                </a:path>
                <a:path w="312419" h="1248410">
                  <a:moveTo>
                    <a:pt x="16350" y="60960"/>
                  </a:moveTo>
                  <a:lnTo>
                    <a:pt x="16186" y="60960"/>
                  </a:lnTo>
                  <a:lnTo>
                    <a:pt x="16106" y="62229"/>
                  </a:lnTo>
                  <a:lnTo>
                    <a:pt x="16350" y="60960"/>
                  </a:lnTo>
                  <a:close/>
                </a:path>
                <a:path w="312419" h="1248410">
                  <a:moveTo>
                    <a:pt x="303303" y="38100"/>
                  </a:moveTo>
                  <a:lnTo>
                    <a:pt x="285347" y="38100"/>
                  </a:lnTo>
                  <a:lnTo>
                    <a:pt x="287166" y="40640"/>
                  </a:lnTo>
                  <a:lnTo>
                    <a:pt x="286965" y="40640"/>
                  </a:lnTo>
                  <a:lnTo>
                    <a:pt x="288664" y="43179"/>
                  </a:lnTo>
                  <a:lnTo>
                    <a:pt x="288474" y="43179"/>
                  </a:lnTo>
                  <a:lnTo>
                    <a:pt x="290052" y="45720"/>
                  </a:lnTo>
                  <a:lnTo>
                    <a:pt x="289881" y="45720"/>
                  </a:lnTo>
                  <a:lnTo>
                    <a:pt x="291318" y="48260"/>
                  </a:lnTo>
                  <a:lnTo>
                    <a:pt x="291157" y="48260"/>
                  </a:lnTo>
                  <a:lnTo>
                    <a:pt x="292490" y="50847"/>
                  </a:lnTo>
                  <a:lnTo>
                    <a:pt x="292346" y="50847"/>
                  </a:lnTo>
                  <a:lnTo>
                    <a:pt x="293490" y="53340"/>
                  </a:lnTo>
                  <a:lnTo>
                    <a:pt x="294396" y="55879"/>
                  </a:lnTo>
                  <a:lnTo>
                    <a:pt x="295159" y="58420"/>
                  </a:lnTo>
                  <a:lnTo>
                    <a:pt x="295803" y="62229"/>
                  </a:lnTo>
                  <a:lnTo>
                    <a:pt x="295723" y="60960"/>
                  </a:lnTo>
                  <a:lnTo>
                    <a:pt x="310928" y="60960"/>
                  </a:lnTo>
                  <a:lnTo>
                    <a:pt x="310492" y="58420"/>
                  </a:lnTo>
                  <a:lnTo>
                    <a:pt x="309768" y="54610"/>
                  </a:lnTo>
                  <a:lnTo>
                    <a:pt x="308695" y="50847"/>
                  </a:lnTo>
                  <a:lnTo>
                    <a:pt x="307657" y="48260"/>
                  </a:lnTo>
                  <a:lnTo>
                    <a:pt x="306359" y="44450"/>
                  </a:lnTo>
                  <a:lnTo>
                    <a:pt x="304901" y="41910"/>
                  </a:lnTo>
                  <a:lnTo>
                    <a:pt x="303303" y="38100"/>
                  </a:lnTo>
                  <a:close/>
                </a:path>
                <a:path w="312419" h="1248410">
                  <a:moveTo>
                    <a:pt x="27311" y="38100"/>
                  </a:moveTo>
                  <a:lnTo>
                    <a:pt x="26562" y="38100"/>
                  </a:lnTo>
                  <a:lnTo>
                    <a:pt x="26341" y="39370"/>
                  </a:lnTo>
                  <a:lnTo>
                    <a:pt x="27311" y="38100"/>
                  </a:lnTo>
                  <a:close/>
                </a:path>
                <a:path w="312419" h="1248410">
                  <a:moveTo>
                    <a:pt x="298987" y="31750"/>
                  </a:moveTo>
                  <a:lnTo>
                    <a:pt x="279877" y="31750"/>
                  </a:lnTo>
                  <a:lnTo>
                    <a:pt x="282039" y="34290"/>
                  </a:lnTo>
                  <a:lnTo>
                    <a:pt x="281797" y="34290"/>
                  </a:lnTo>
                  <a:lnTo>
                    <a:pt x="283848" y="36829"/>
                  </a:lnTo>
                  <a:lnTo>
                    <a:pt x="283627" y="36829"/>
                  </a:lnTo>
                  <a:lnTo>
                    <a:pt x="285568" y="39370"/>
                  </a:lnTo>
                  <a:lnTo>
                    <a:pt x="285347" y="38100"/>
                  </a:lnTo>
                  <a:lnTo>
                    <a:pt x="303303" y="38100"/>
                  </a:lnTo>
                  <a:lnTo>
                    <a:pt x="301553" y="35560"/>
                  </a:lnTo>
                  <a:lnTo>
                    <a:pt x="299664" y="33020"/>
                  </a:lnTo>
                  <a:lnTo>
                    <a:pt x="298987" y="31750"/>
                  </a:lnTo>
                  <a:close/>
                </a:path>
                <a:path w="312419" h="1248410">
                  <a:moveTo>
                    <a:pt x="32916" y="31750"/>
                  </a:moveTo>
                  <a:lnTo>
                    <a:pt x="32031" y="31750"/>
                  </a:lnTo>
                  <a:lnTo>
                    <a:pt x="31780" y="33020"/>
                  </a:lnTo>
                  <a:lnTo>
                    <a:pt x="32916" y="31750"/>
                  </a:lnTo>
                  <a:close/>
                </a:path>
                <a:path w="312419" h="1248410">
                  <a:moveTo>
                    <a:pt x="296557" y="27940"/>
                  </a:moveTo>
                  <a:lnTo>
                    <a:pt x="275755" y="27940"/>
                  </a:lnTo>
                  <a:lnTo>
                    <a:pt x="278127" y="30479"/>
                  </a:lnTo>
                  <a:lnTo>
                    <a:pt x="277867" y="30479"/>
                  </a:lnTo>
                  <a:lnTo>
                    <a:pt x="280128" y="33020"/>
                  </a:lnTo>
                  <a:lnTo>
                    <a:pt x="279877" y="31750"/>
                  </a:lnTo>
                  <a:lnTo>
                    <a:pt x="298987" y="31750"/>
                  </a:lnTo>
                  <a:lnTo>
                    <a:pt x="297633" y="29210"/>
                  </a:lnTo>
                  <a:lnTo>
                    <a:pt x="296557" y="27940"/>
                  </a:lnTo>
                  <a:close/>
                </a:path>
                <a:path w="312419" h="1248410">
                  <a:moveTo>
                    <a:pt x="37109" y="27940"/>
                  </a:moveTo>
                  <a:lnTo>
                    <a:pt x="36154" y="27940"/>
                  </a:lnTo>
                  <a:lnTo>
                    <a:pt x="35872" y="29210"/>
                  </a:lnTo>
                  <a:lnTo>
                    <a:pt x="37109" y="27940"/>
                  </a:lnTo>
                  <a:close/>
                </a:path>
                <a:path w="312419" h="1248410">
                  <a:moveTo>
                    <a:pt x="273290" y="26390"/>
                  </a:moveTo>
                  <a:lnTo>
                    <a:pt x="276037" y="29210"/>
                  </a:lnTo>
                  <a:lnTo>
                    <a:pt x="275755" y="27940"/>
                  </a:lnTo>
                  <a:lnTo>
                    <a:pt x="296557" y="27940"/>
                  </a:lnTo>
                  <a:lnTo>
                    <a:pt x="295482" y="26670"/>
                  </a:lnTo>
                  <a:lnTo>
                    <a:pt x="273855" y="26670"/>
                  </a:lnTo>
                  <a:lnTo>
                    <a:pt x="273290" y="26390"/>
                  </a:lnTo>
                  <a:close/>
                </a:path>
                <a:path w="312419" h="1248410">
                  <a:moveTo>
                    <a:pt x="38618" y="26390"/>
                  </a:moveTo>
                  <a:lnTo>
                    <a:pt x="38054" y="26670"/>
                  </a:lnTo>
                  <a:lnTo>
                    <a:pt x="38346" y="26670"/>
                  </a:lnTo>
                  <a:lnTo>
                    <a:pt x="38618" y="26390"/>
                  </a:lnTo>
                  <a:close/>
                </a:path>
                <a:path w="312419" h="1248410">
                  <a:moveTo>
                    <a:pt x="282883" y="15240"/>
                  </a:moveTo>
                  <a:lnTo>
                    <a:pt x="244858" y="15240"/>
                  </a:lnTo>
                  <a:lnTo>
                    <a:pt x="248126" y="16510"/>
                  </a:lnTo>
                  <a:lnTo>
                    <a:pt x="250600" y="16510"/>
                  </a:lnTo>
                  <a:lnTo>
                    <a:pt x="253766" y="17779"/>
                  </a:lnTo>
                  <a:lnTo>
                    <a:pt x="256139" y="17779"/>
                  </a:lnTo>
                  <a:lnTo>
                    <a:pt x="259175" y="19050"/>
                  </a:lnTo>
                  <a:lnTo>
                    <a:pt x="258833" y="19050"/>
                  </a:lnTo>
                  <a:lnTo>
                    <a:pt x="261800" y="20320"/>
                  </a:lnTo>
                  <a:lnTo>
                    <a:pt x="261458" y="20320"/>
                  </a:lnTo>
                  <a:lnTo>
                    <a:pt x="264354" y="21590"/>
                  </a:lnTo>
                  <a:lnTo>
                    <a:pt x="264021" y="21590"/>
                  </a:lnTo>
                  <a:lnTo>
                    <a:pt x="266837" y="22860"/>
                  </a:lnTo>
                  <a:lnTo>
                    <a:pt x="266515" y="22860"/>
                  </a:lnTo>
                  <a:lnTo>
                    <a:pt x="269250" y="24129"/>
                  </a:lnTo>
                  <a:lnTo>
                    <a:pt x="268939" y="24129"/>
                  </a:lnTo>
                  <a:lnTo>
                    <a:pt x="271593" y="25400"/>
                  </a:lnTo>
                  <a:lnTo>
                    <a:pt x="271291" y="25400"/>
                  </a:lnTo>
                  <a:lnTo>
                    <a:pt x="273855" y="26670"/>
                  </a:lnTo>
                  <a:lnTo>
                    <a:pt x="295482" y="26670"/>
                  </a:lnTo>
                  <a:lnTo>
                    <a:pt x="293198" y="24129"/>
                  </a:lnTo>
                  <a:lnTo>
                    <a:pt x="290795" y="21590"/>
                  </a:lnTo>
                  <a:lnTo>
                    <a:pt x="288272" y="19050"/>
                  </a:lnTo>
                  <a:lnTo>
                    <a:pt x="285628" y="16510"/>
                  </a:lnTo>
                  <a:lnTo>
                    <a:pt x="282883" y="15240"/>
                  </a:lnTo>
                  <a:close/>
                </a:path>
                <a:path w="312419" h="1248410">
                  <a:moveTo>
                    <a:pt x="242676" y="0"/>
                  </a:moveTo>
                  <a:lnTo>
                    <a:pt x="68850" y="0"/>
                  </a:lnTo>
                  <a:lnTo>
                    <a:pt x="65151" y="1270"/>
                  </a:lnTo>
                  <a:lnTo>
                    <a:pt x="246377" y="1270"/>
                  </a:lnTo>
                  <a:lnTo>
                    <a:pt x="242676" y="0"/>
                  </a:lnTo>
                  <a:close/>
                </a:path>
              </a:pathLst>
            </a:custGeom>
            <a:solidFill>
              <a:srgbClr val="3EA9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2769505" y="4790503"/>
              <a:ext cx="146685" cy="151130"/>
            </a:xfrm>
            <a:custGeom>
              <a:avLst/>
              <a:gdLst/>
              <a:ahLst/>
              <a:cxnLst/>
              <a:rect l="l" t="t" r="r" b="b"/>
              <a:pathLst>
                <a:path w="146685" h="151129">
                  <a:moveTo>
                    <a:pt x="146096" y="0"/>
                  </a:moveTo>
                  <a:lnTo>
                    <a:pt x="19414" y="0"/>
                  </a:lnTo>
                  <a:lnTo>
                    <a:pt x="11757" y="5860"/>
                  </a:lnTo>
                  <a:lnTo>
                    <a:pt x="5597" y="22011"/>
                  </a:lnTo>
                  <a:lnTo>
                    <a:pt x="1492" y="46007"/>
                  </a:lnTo>
                  <a:lnTo>
                    <a:pt x="0" y="75406"/>
                  </a:lnTo>
                  <a:lnTo>
                    <a:pt x="1492" y="104805"/>
                  </a:lnTo>
                  <a:lnTo>
                    <a:pt x="5597" y="128801"/>
                  </a:lnTo>
                  <a:lnTo>
                    <a:pt x="11757" y="144951"/>
                  </a:lnTo>
                  <a:lnTo>
                    <a:pt x="19414" y="150812"/>
                  </a:lnTo>
                  <a:lnTo>
                    <a:pt x="146096" y="150812"/>
                  </a:lnTo>
                  <a:lnTo>
                    <a:pt x="138771" y="144951"/>
                  </a:lnTo>
                  <a:lnTo>
                    <a:pt x="132781" y="128801"/>
                  </a:lnTo>
                  <a:lnTo>
                    <a:pt x="128738" y="104805"/>
                  </a:lnTo>
                  <a:lnTo>
                    <a:pt x="127255" y="75406"/>
                  </a:lnTo>
                  <a:lnTo>
                    <a:pt x="128738" y="46007"/>
                  </a:lnTo>
                  <a:lnTo>
                    <a:pt x="132781" y="22011"/>
                  </a:lnTo>
                  <a:lnTo>
                    <a:pt x="138771" y="5860"/>
                  </a:lnTo>
                  <a:lnTo>
                    <a:pt x="146096" y="0"/>
                  </a:lnTo>
                  <a:close/>
                </a:path>
              </a:pathLst>
            </a:custGeom>
            <a:solidFill>
              <a:srgbClr val="1D60B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6" name="object 116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2895091" y="4788090"/>
              <a:ext cx="42227" cy="155638"/>
            </a:xfrm>
            <a:prstGeom prst="rect">
              <a:avLst/>
            </a:prstGeom>
          </p:spPr>
        </p:pic>
        <p:sp>
          <p:nvSpPr>
            <p:cNvPr id="117" name="object 117"/>
            <p:cNvSpPr/>
            <p:nvPr/>
          </p:nvSpPr>
          <p:spPr>
            <a:xfrm>
              <a:off x="2868518" y="4790503"/>
              <a:ext cx="66040" cy="151130"/>
            </a:xfrm>
            <a:custGeom>
              <a:avLst/>
              <a:gdLst/>
              <a:ahLst/>
              <a:cxnLst/>
              <a:rect l="l" t="t" r="r" b="b"/>
              <a:pathLst>
                <a:path w="66039" h="151129">
                  <a:moveTo>
                    <a:pt x="32605" y="0"/>
                  </a:moveTo>
                  <a:lnTo>
                    <a:pt x="19991" y="5860"/>
                  </a:lnTo>
                  <a:lnTo>
                    <a:pt x="9618" y="22011"/>
                  </a:lnTo>
                  <a:lnTo>
                    <a:pt x="2587" y="46007"/>
                  </a:lnTo>
                  <a:lnTo>
                    <a:pt x="0" y="75406"/>
                  </a:lnTo>
                  <a:lnTo>
                    <a:pt x="2594" y="104807"/>
                  </a:lnTo>
                  <a:lnTo>
                    <a:pt x="9668" y="128817"/>
                  </a:lnTo>
                  <a:lnTo>
                    <a:pt x="20160" y="145006"/>
                  </a:lnTo>
                  <a:lnTo>
                    <a:pt x="33008" y="150943"/>
                  </a:lnTo>
                  <a:lnTo>
                    <a:pt x="45854" y="145006"/>
                  </a:lnTo>
                  <a:lnTo>
                    <a:pt x="56342" y="128817"/>
                  </a:lnTo>
                  <a:lnTo>
                    <a:pt x="63413" y="104807"/>
                  </a:lnTo>
                  <a:lnTo>
                    <a:pt x="66005" y="75406"/>
                  </a:lnTo>
                  <a:lnTo>
                    <a:pt x="63406" y="46007"/>
                  </a:lnTo>
                  <a:lnTo>
                    <a:pt x="56292" y="22011"/>
                  </a:lnTo>
                  <a:lnTo>
                    <a:pt x="45684" y="5860"/>
                  </a:lnTo>
                  <a:lnTo>
                    <a:pt x="32605" y="0"/>
                  </a:lnTo>
                  <a:close/>
                </a:path>
              </a:pathLst>
            </a:custGeom>
            <a:solidFill>
              <a:srgbClr val="2E86E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8" name="object 118"/>
          <p:cNvSpPr/>
          <p:nvPr/>
        </p:nvSpPr>
        <p:spPr>
          <a:xfrm>
            <a:off x="2821216" y="4790376"/>
            <a:ext cx="61594" cy="151130"/>
          </a:xfrm>
          <a:custGeom>
            <a:avLst/>
            <a:gdLst/>
            <a:ahLst/>
            <a:cxnLst/>
            <a:rect l="l" t="t" r="r" b="b"/>
            <a:pathLst>
              <a:path w="61594" h="151129">
                <a:moveTo>
                  <a:pt x="12065" y="0"/>
                </a:moveTo>
                <a:lnTo>
                  <a:pt x="0" y="0"/>
                </a:lnTo>
                <a:lnTo>
                  <a:pt x="0" y="151079"/>
                </a:lnTo>
                <a:lnTo>
                  <a:pt x="12065" y="151079"/>
                </a:lnTo>
                <a:lnTo>
                  <a:pt x="12065" y="0"/>
                </a:lnTo>
                <a:close/>
              </a:path>
              <a:path w="61594" h="151129">
                <a:moveTo>
                  <a:pt x="61582" y="0"/>
                </a:moveTo>
                <a:lnTo>
                  <a:pt x="49517" y="0"/>
                </a:lnTo>
                <a:lnTo>
                  <a:pt x="49517" y="151079"/>
                </a:lnTo>
                <a:lnTo>
                  <a:pt x="61582" y="151079"/>
                </a:lnTo>
                <a:lnTo>
                  <a:pt x="6158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 txBox="1"/>
          <p:nvPr/>
        </p:nvSpPr>
        <p:spPr>
          <a:xfrm>
            <a:off x="2777049" y="5046250"/>
            <a:ext cx="125730" cy="65595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840"/>
              </a:lnSpc>
            </a:pPr>
            <a:r>
              <a:rPr dirty="0" sz="750" spc="-20">
                <a:solidFill>
                  <a:srgbClr val="00004A"/>
                </a:solidFill>
                <a:latin typeface="Segoe UI Symbol"/>
                <a:cs typeface="Segoe UI Symbol"/>
              </a:rPr>
              <a:t>DATA </a:t>
            </a:r>
            <a:r>
              <a:rPr dirty="0" sz="750" spc="-50">
                <a:solidFill>
                  <a:srgbClr val="00004A"/>
                </a:solidFill>
                <a:latin typeface="Segoe UI Symbol"/>
                <a:cs typeface="Segoe UI Symbol"/>
              </a:rPr>
              <a:t>&amp;</a:t>
            </a:r>
            <a:r>
              <a:rPr dirty="0" sz="750" spc="-15">
                <a:solidFill>
                  <a:srgbClr val="00004A"/>
                </a:solidFill>
                <a:latin typeface="Segoe UI Symbol"/>
                <a:cs typeface="Segoe UI Symbol"/>
              </a:rPr>
              <a:t> </a:t>
            </a:r>
            <a:r>
              <a:rPr dirty="0" sz="750" spc="-10">
                <a:solidFill>
                  <a:srgbClr val="00004A"/>
                </a:solidFill>
                <a:latin typeface="Segoe UI Symbol"/>
                <a:cs typeface="Segoe UI Symbol"/>
              </a:rPr>
              <a:t>CACHE</a:t>
            </a:r>
            <a:endParaRPr sz="750">
              <a:latin typeface="Segoe UI Symbol"/>
              <a:cs typeface="Segoe UI Symbol"/>
            </a:endParaRPr>
          </a:p>
        </p:txBody>
      </p:sp>
      <p:sp>
        <p:nvSpPr>
          <p:cNvPr id="120" name="object 120"/>
          <p:cNvSpPr/>
          <p:nvPr/>
        </p:nvSpPr>
        <p:spPr>
          <a:xfrm>
            <a:off x="2188082" y="4334446"/>
            <a:ext cx="20955" cy="151130"/>
          </a:xfrm>
          <a:custGeom>
            <a:avLst/>
            <a:gdLst/>
            <a:ahLst/>
            <a:cxnLst/>
            <a:rect l="l" t="t" r="r" b="b"/>
            <a:pathLst>
              <a:path w="20955" h="151129">
                <a:moveTo>
                  <a:pt x="20510" y="0"/>
                </a:moveTo>
                <a:lnTo>
                  <a:pt x="0" y="0"/>
                </a:lnTo>
                <a:lnTo>
                  <a:pt x="0" y="150812"/>
                </a:lnTo>
                <a:lnTo>
                  <a:pt x="20510" y="150812"/>
                </a:lnTo>
                <a:lnTo>
                  <a:pt x="20510" y="0"/>
                </a:lnTo>
                <a:close/>
              </a:path>
            </a:pathLst>
          </a:custGeom>
          <a:solidFill>
            <a:srgbClr val="1B4A8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1" name="object 121"/>
          <p:cNvGrpSpPr/>
          <p:nvPr/>
        </p:nvGrpSpPr>
        <p:grpSpPr>
          <a:xfrm>
            <a:off x="1913724" y="3984561"/>
            <a:ext cx="1553210" cy="2557780"/>
            <a:chOff x="1913724" y="3984561"/>
            <a:chExt cx="1553210" cy="2557780"/>
          </a:xfrm>
        </p:grpSpPr>
        <p:sp>
          <p:nvSpPr>
            <p:cNvPr id="122" name="object 122"/>
            <p:cNvSpPr/>
            <p:nvPr/>
          </p:nvSpPr>
          <p:spPr>
            <a:xfrm>
              <a:off x="2599651" y="4404308"/>
              <a:ext cx="867410" cy="1712595"/>
            </a:xfrm>
            <a:custGeom>
              <a:avLst/>
              <a:gdLst/>
              <a:ahLst/>
              <a:cxnLst/>
              <a:rect l="l" t="t" r="r" b="b"/>
              <a:pathLst>
                <a:path w="867410" h="1712595">
                  <a:moveTo>
                    <a:pt x="136842" y="817829"/>
                  </a:moveTo>
                  <a:lnTo>
                    <a:pt x="26149" y="817829"/>
                  </a:lnTo>
                  <a:lnTo>
                    <a:pt x="26149" y="0"/>
                  </a:lnTo>
                  <a:lnTo>
                    <a:pt x="0" y="0"/>
                  </a:lnTo>
                  <a:lnTo>
                    <a:pt x="0" y="1712137"/>
                  </a:lnTo>
                  <a:lnTo>
                    <a:pt x="26149" y="1712137"/>
                  </a:lnTo>
                  <a:lnTo>
                    <a:pt x="26149" y="843965"/>
                  </a:lnTo>
                  <a:lnTo>
                    <a:pt x="136842" y="843965"/>
                  </a:lnTo>
                  <a:lnTo>
                    <a:pt x="136842" y="817829"/>
                  </a:lnTo>
                  <a:close/>
                </a:path>
                <a:path w="867410" h="1712595">
                  <a:moveTo>
                    <a:pt x="504063" y="765543"/>
                  </a:moveTo>
                  <a:lnTo>
                    <a:pt x="425640" y="830897"/>
                  </a:lnTo>
                  <a:lnTo>
                    <a:pt x="504063" y="896251"/>
                  </a:lnTo>
                  <a:lnTo>
                    <a:pt x="504063" y="765543"/>
                  </a:lnTo>
                  <a:close/>
                </a:path>
                <a:path w="867410" h="1712595">
                  <a:moveTo>
                    <a:pt x="867105" y="765543"/>
                  </a:moveTo>
                  <a:lnTo>
                    <a:pt x="788682" y="830897"/>
                  </a:lnTo>
                  <a:lnTo>
                    <a:pt x="867105" y="896251"/>
                  </a:lnTo>
                  <a:lnTo>
                    <a:pt x="867105" y="765543"/>
                  </a:lnTo>
                  <a:close/>
                </a:path>
              </a:pathLst>
            </a:custGeom>
            <a:solidFill>
              <a:srgbClr val="2E7BD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3" name="object 123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2497218" y="4338951"/>
              <a:ext cx="115511" cy="130703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2497218" y="5169847"/>
              <a:ext cx="115511" cy="130704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2497218" y="6051095"/>
              <a:ext cx="115511" cy="130703"/>
            </a:xfrm>
            <a:prstGeom prst="rect">
              <a:avLst/>
            </a:prstGeom>
          </p:spPr>
        </p:pic>
        <p:sp>
          <p:nvSpPr>
            <p:cNvPr id="126" name="object 126"/>
            <p:cNvSpPr/>
            <p:nvPr/>
          </p:nvSpPr>
          <p:spPr>
            <a:xfrm>
              <a:off x="1919033" y="3984561"/>
              <a:ext cx="545465" cy="2552065"/>
            </a:xfrm>
            <a:custGeom>
              <a:avLst/>
              <a:gdLst/>
              <a:ahLst/>
              <a:cxnLst/>
              <a:rect l="l" t="t" r="r" b="b"/>
              <a:pathLst>
                <a:path w="545464" h="2552065">
                  <a:moveTo>
                    <a:pt x="469328" y="0"/>
                  </a:moveTo>
                  <a:lnTo>
                    <a:pt x="77216" y="0"/>
                  </a:lnTo>
                  <a:lnTo>
                    <a:pt x="47315" y="6044"/>
                  </a:lnTo>
                  <a:lnTo>
                    <a:pt x="22904" y="22376"/>
                  </a:lnTo>
                  <a:lnTo>
                    <a:pt x="6345" y="46523"/>
                  </a:lnTo>
                  <a:lnTo>
                    <a:pt x="0" y="76009"/>
                  </a:lnTo>
                  <a:lnTo>
                    <a:pt x="0" y="2475738"/>
                  </a:lnTo>
                  <a:lnTo>
                    <a:pt x="6345" y="2505156"/>
                  </a:lnTo>
                  <a:lnTo>
                    <a:pt x="22904" y="2529280"/>
                  </a:lnTo>
                  <a:lnTo>
                    <a:pt x="47315" y="2545635"/>
                  </a:lnTo>
                  <a:lnTo>
                    <a:pt x="77216" y="2551747"/>
                  </a:lnTo>
                  <a:lnTo>
                    <a:pt x="469328" y="2551747"/>
                  </a:lnTo>
                  <a:lnTo>
                    <a:pt x="498780" y="2545635"/>
                  </a:lnTo>
                  <a:lnTo>
                    <a:pt x="522915" y="2529280"/>
                  </a:lnTo>
                  <a:lnTo>
                    <a:pt x="539259" y="2505156"/>
                  </a:lnTo>
                  <a:lnTo>
                    <a:pt x="545338" y="2475738"/>
                  </a:lnTo>
                  <a:lnTo>
                    <a:pt x="545338" y="76009"/>
                  </a:lnTo>
                  <a:lnTo>
                    <a:pt x="539259" y="46523"/>
                  </a:lnTo>
                  <a:lnTo>
                    <a:pt x="522915" y="22376"/>
                  </a:lnTo>
                  <a:lnTo>
                    <a:pt x="498780" y="6044"/>
                  </a:lnTo>
                  <a:lnTo>
                    <a:pt x="469328" y="0"/>
                  </a:lnTo>
                  <a:close/>
                </a:path>
              </a:pathLst>
            </a:custGeom>
            <a:solidFill>
              <a:srgbClr val="E3F3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1913724" y="3989299"/>
              <a:ext cx="556895" cy="2552700"/>
            </a:xfrm>
            <a:custGeom>
              <a:avLst/>
              <a:gdLst/>
              <a:ahLst/>
              <a:cxnLst/>
              <a:rect l="l" t="t" r="r" b="b"/>
              <a:pathLst>
                <a:path w="556894" h="2552700">
                  <a:moveTo>
                    <a:pt x="71304" y="2540000"/>
                  </a:moveTo>
                  <a:lnTo>
                    <a:pt x="36033" y="2540000"/>
                  </a:lnTo>
                  <a:lnTo>
                    <a:pt x="39362" y="2552700"/>
                  </a:lnTo>
                  <a:lnTo>
                    <a:pt x="75114" y="2552700"/>
                  </a:lnTo>
                  <a:lnTo>
                    <a:pt x="71304" y="2540000"/>
                  </a:lnTo>
                  <a:close/>
                </a:path>
                <a:path w="556894" h="2552700">
                  <a:moveTo>
                    <a:pt x="520132" y="2540000"/>
                  </a:moveTo>
                  <a:lnTo>
                    <a:pt x="485093" y="2540000"/>
                  </a:lnTo>
                  <a:lnTo>
                    <a:pt x="481283" y="2552700"/>
                  </a:lnTo>
                  <a:lnTo>
                    <a:pt x="516784" y="2552700"/>
                  </a:lnTo>
                  <a:lnTo>
                    <a:pt x="520132" y="2540000"/>
                  </a:lnTo>
                  <a:close/>
                </a:path>
                <a:path w="556894" h="2552700">
                  <a:moveTo>
                    <a:pt x="40035" y="2527300"/>
                  </a:moveTo>
                  <a:lnTo>
                    <a:pt x="21154" y="2527300"/>
                  </a:lnTo>
                  <a:lnTo>
                    <a:pt x="23878" y="2540000"/>
                  </a:lnTo>
                  <a:lnTo>
                    <a:pt x="43021" y="2540000"/>
                  </a:lnTo>
                  <a:lnTo>
                    <a:pt x="40035" y="2527300"/>
                  </a:lnTo>
                  <a:close/>
                </a:path>
                <a:path w="556894" h="2552700">
                  <a:moveTo>
                    <a:pt x="535244" y="2527300"/>
                  </a:moveTo>
                  <a:lnTo>
                    <a:pt x="516361" y="2527300"/>
                  </a:lnTo>
                  <a:lnTo>
                    <a:pt x="513375" y="2540000"/>
                  </a:lnTo>
                  <a:lnTo>
                    <a:pt x="532317" y="2540000"/>
                  </a:lnTo>
                  <a:lnTo>
                    <a:pt x="535244" y="2527300"/>
                  </a:lnTo>
                  <a:close/>
                </a:path>
                <a:path w="556894" h="2552700">
                  <a:moveTo>
                    <a:pt x="25798" y="2514600"/>
                  </a:moveTo>
                  <a:lnTo>
                    <a:pt x="11723" y="2514600"/>
                  </a:lnTo>
                  <a:lnTo>
                    <a:pt x="13854" y="2527300"/>
                  </a:lnTo>
                  <a:lnTo>
                    <a:pt x="28060" y="2527300"/>
                  </a:lnTo>
                  <a:lnTo>
                    <a:pt x="25798" y="2514600"/>
                  </a:lnTo>
                  <a:close/>
                </a:path>
                <a:path w="556894" h="2552700">
                  <a:moveTo>
                    <a:pt x="544523" y="2514600"/>
                  </a:moveTo>
                  <a:lnTo>
                    <a:pt x="530598" y="2514600"/>
                  </a:lnTo>
                  <a:lnTo>
                    <a:pt x="528336" y="2527300"/>
                  </a:lnTo>
                  <a:lnTo>
                    <a:pt x="542381" y="2527300"/>
                  </a:lnTo>
                  <a:lnTo>
                    <a:pt x="544523" y="2514600"/>
                  </a:lnTo>
                  <a:close/>
                </a:path>
                <a:path w="556894" h="2552700">
                  <a:moveTo>
                    <a:pt x="18801" y="2501900"/>
                  </a:moveTo>
                  <a:lnTo>
                    <a:pt x="4926" y="2501900"/>
                  </a:lnTo>
                  <a:lnTo>
                    <a:pt x="6404" y="2514600"/>
                  </a:lnTo>
                  <a:lnTo>
                    <a:pt x="20480" y="2514600"/>
                  </a:lnTo>
                  <a:lnTo>
                    <a:pt x="18801" y="2501900"/>
                  </a:lnTo>
                  <a:close/>
                </a:path>
                <a:path w="556894" h="2552700">
                  <a:moveTo>
                    <a:pt x="551571" y="2501900"/>
                  </a:moveTo>
                  <a:lnTo>
                    <a:pt x="537475" y="2501900"/>
                  </a:lnTo>
                  <a:lnTo>
                    <a:pt x="535917" y="2514600"/>
                  </a:lnTo>
                  <a:lnTo>
                    <a:pt x="550104" y="2514600"/>
                  </a:lnTo>
                  <a:lnTo>
                    <a:pt x="551571" y="2501900"/>
                  </a:lnTo>
                  <a:close/>
                </a:path>
                <a:path w="556894" h="2552700">
                  <a:moveTo>
                    <a:pt x="14116" y="2489200"/>
                  </a:moveTo>
                  <a:lnTo>
                    <a:pt x="1578" y="2489200"/>
                  </a:lnTo>
                  <a:lnTo>
                    <a:pt x="2513" y="2501900"/>
                  </a:lnTo>
                  <a:lnTo>
                    <a:pt x="15050" y="2501900"/>
                  </a:lnTo>
                  <a:lnTo>
                    <a:pt x="14116" y="2489200"/>
                  </a:lnTo>
                  <a:close/>
                </a:path>
                <a:path w="556894" h="2552700">
                  <a:moveTo>
                    <a:pt x="554879" y="2489200"/>
                  </a:moveTo>
                  <a:lnTo>
                    <a:pt x="542211" y="2489200"/>
                  </a:lnTo>
                  <a:lnTo>
                    <a:pt x="541256" y="2501900"/>
                  </a:lnTo>
                  <a:lnTo>
                    <a:pt x="553963" y="2501900"/>
                  </a:lnTo>
                  <a:lnTo>
                    <a:pt x="554879" y="2489200"/>
                  </a:lnTo>
                  <a:close/>
                </a:path>
                <a:path w="556894" h="2552700">
                  <a:moveTo>
                    <a:pt x="12778" y="63500"/>
                  </a:moveTo>
                  <a:lnTo>
                    <a:pt x="292" y="63500"/>
                  </a:lnTo>
                  <a:lnTo>
                    <a:pt x="0" y="76200"/>
                  </a:lnTo>
                  <a:lnTo>
                    <a:pt x="0" y="2476500"/>
                  </a:lnTo>
                  <a:lnTo>
                    <a:pt x="321" y="2489200"/>
                  </a:lnTo>
                  <a:lnTo>
                    <a:pt x="12285" y="2489200"/>
                  </a:lnTo>
                  <a:lnTo>
                    <a:pt x="12024" y="2476500"/>
                  </a:lnTo>
                  <a:lnTo>
                    <a:pt x="11944" y="76200"/>
                  </a:lnTo>
                  <a:lnTo>
                    <a:pt x="12316" y="76200"/>
                  </a:lnTo>
                  <a:lnTo>
                    <a:pt x="12778" y="63500"/>
                  </a:lnTo>
                  <a:close/>
                </a:path>
                <a:path w="556894" h="2552700">
                  <a:moveTo>
                    <a:pt x="556075" y="63500"/>
                  </a:moveTo>
                  <a:lnTo>
                    <a:pt x="543669" y="63500"/>
                  </a:lnTo>
                  <a:lnTo>
                    <a:pt x="544111" y="76200"/>
                  </a:lnTo>
                  <a:lnTo>
                    <a:pt x="544372" y="76200"/>
                  </a:lnTo>
                  <a:lnTo>
                    <a:pt x="544452" y="2476500"/>
                  </a:lnTo>
                  <a:lnTo>
                    <a:pt x="544080" y="2489200"/>
                  </a:lnTo>
                  <a:lnTo>
                    <a:pt x="556106" y="2489200"/>
                  </a:lnTo>
                  <a:lnTo>
                    <a:pt x="556407" y="2476500"/>
                  </a:lnTo>
                  <a:lnTo>
                    <a:pt x="556407" y="76200"/>
                  </a:lnTo>
                  <a:lnTo>
                    <a:pt x="556075" y="63500"/>
                  </a:lnTo>
                  <a:close/>
                </a:path>
                <a:path w="556894" h="2552700">
                  <a:moveTo>
                    <a:pt x="15140" y="50800"/>
                  </a:moveTo>
                  <a:lnTo>
                    <a:pt x="3539" y="50800"/>
                  </a:lnTo>
                  <a:lnTo>
                    <a:pt x="2433" y="63500"/>
                  </a:lnTo>
                  <a:lnTo>
                    <a:pt x="14185" y="63500"/>
                  </a:lnTo>
                  <a:lnTo>
                    <a:pt x="15140" y="50800"/>
                  </a:lnTo>
                  <a:close/>
                </a:path>
                <a:path w="556894" h="2552700">
                  <a:moveTo>
                    <a:pt x="16247" y="50800"/>
                  </a:moveTo>
                  <a:lnTo>
                    <a:pt x="15140" y="50800"/>
                  </a:lnTo>
                  <a:lnTo>
                    <a:pt x="15050" y="63500"/>
                  </a:lnTo>
                  <a:lnTo>
                    <a:pt x="16247" y="50800"/>
                  </a:lnTo>
                  <a:close/>
                </a:path>
                <a:path w="556894" h="2552700">
                  <a:moveTo>
                    <a:pt x="541256" y="50800"/>
                  </a:moveTo>
                  <a:lnTo>
                    <a:pt x="540250" y="50800"/>
                  </a:lnTo>
                  <a:lnTo>
                    <a:pt x="541346" y="63500"/>
                  </a:lnTo>
                  <a:lnTo>
                    <a:pt x="541256" y="50800"/>
                  </a:lnTo>
                  <a:close/>
                </a:path>
                <a:path w="556894" h="2552700">
                  <a:moveTo>
                    <a:pt x="552777" y="50800"/>
                  </a:moveTo>
                  <a:lnTo>
                    <a:pt x="541256" y="50800"/>
                  </a:lnTo>
                  <a:lnTo>
                    <a:pt x="542281" y="63500"/>
                  </a:lnTo>
                  <a:lnTo>
                    <a:pt x="553893" y="63500"/>
                  </a:lnTo>
                  <a:lnTo>
                    <a:pt x="552777" y="50800"/>
                  </a:lnTo>
                  <a:close/>
                </a:path>
                <a:path w="556894" h="2552700">
                  <a:moveTo>
                    <a:pt x="20480" y="38100"/>
                  </a:moveTo>
                  <a:lnTo>
                    <a:pt x="8063" y="38100"/>
                  </a:lnTo>
                  <a:lnTo>
                    <a:pt x="6294" y="50800"/>
                  </a:lnTo>
                  <a:lnTo>
                    <a:pt x="18801" y="50800"/>
                  </a:lnTo>
                  <a:lnTo>
                    <a:pt x="20480" y="38100"/>
                  </a:lnTo>
                  <a:close/>
                </a:path>
                <a:path w="556894" h="2552700">
                  <a:moveTo>
                    <a:pt x="22179" y="38100"/>
                  </a:moveTo>
                  <a:lnTo>
                    <a:pt x="20480" y="38100"/>
                  </a:lnTo>
                  <a:lnTo>
                    <a:pt x="20339" y="50800"/>
                  </a:lnTo>
                  <a:lnTo>
                    <a:pt x="22179" y="38100"/>
                  </a:lnTo>
                  <a:close/>
                </a:path>
                <a:path w="556894" h="2552700">
                  <a:moveTo>
                    <a:pt x="535917" y="38100"/>
                  </a:moveTo>
                  <a:lnTo>
                    <a:pt x="534217" y="38100"/>
                  </a:lnTo>
                  <a:lnTo>
                    <a:pt x="536058" y="50800"/>
                  </a:lnTo>
                  <a:lnTo>
                    <a:pt x="535917" y="38100"/>
                  </a:lnTo>
                  <a:close/>
                </a:path>
                <a:path w="556894" h="2552700">
                  <a:moveTo>
                    <a:pt x="548464" y="38100"/>
                  </a:moveTo>
                  <a:lnTo>
                    <a:pt x="535917" y="38100"/>
                  </a:lnTo>
                  <a:lnTo>
                    <a:pt x="537596" y="50800"/>
                  </a:lnTo>
                  <a:lnTo>
                    <a:pt x="549992" y="50800"/>
                  </a:lnTo>
                  <a:lnTo>
                    <a:pt x="548464" y="38100"/>
                  </a:lnTo>
                  <a:close/>
                </a:path>
                <a:path w="556894" h="2552700">
                  <a:moveTo>
                    <a:pt x="30272" y="25400"/>
                  </a:moveTo>
                  <a:lnTo>
                    <a:pt x="16318" y="25400"/>
                  </a:lnTo>
                  <a:lnTo>
                    <a:pt x="14015" y="38100"/>
                  </a:lnTo>
                  <a:lnTo>
                    <a:pt x="27880" y="38100"/>
                  </a:lnTo>
                  <a:lnTo>
                    <a:pt x="30272" y="25400"/>
                  </a:lnTo>
                  <a:close/>
                </a:path>
                <a:path w="556894" h="2552700">
                  <a:moveTo>
                    <a:pt x="540260" y="25400"/>
                  </a:moveTo>
                  <a:lnTo>
                    <a:pt x="526124" y="25400"/>
                  </a:lnTo>
                  <a:lnTo>
                    <a:pt x="528516" y="38100"/>
                  </a:lnTo>
                  <a:lnTo>
                    <a:pt x="542542" y="38100"/>
                  </a:lnTo>
                  <a:lnTo>
                    <a:pt x="540260" y="25400"/>
                  </a:lnTo>
                  <a:close/>
                </a:path>
                <a:path w="556894" h="2552700">
                  <a:moveTo>
                    <a:pt x="45877" y="12700"/>
                  </a:moveTo>
                  <a:lnTo>
                    <a:pt x="26945" y="12700"/>
                  </a:lnTo>
                  <a:lnTo>
                    <a:pt x="24079" y="25400"/>
                  </a:lnTo>
                  <a:lnTo>
                    <a:pt x="42779" y="25400"/>
                  </a:lnTo>
                  <a:lnTo>
                    <a:pt x="45877" y="12700"/>
                  </a:lnTo>
                  <a:close/>
                </a:path>
                <a:path w="556894" h="2552700">
                  <a:moveTo>
                    <a:pt x="529463" y="12700"/>
                  </a:moveTo>
                  <a:lnTo>
                    <a:pt x="510520" y="12700"/>
                  </a:lnTo>
                  <a:lnTo>
                    <a:pt x="513617" y="25400"/>
                  </a:lnTo>
                  <a:lnTo>
                    <a:pt x="532518" y="25400"/>
                  </a:lnTo>
                  <a:lnTo>
                    <a:pt x="529463" y="12700"/>
                  </a:lnTo>
                  <a:close/>
                </a:path>
                <a:path w="556894" h="2552700">
                  <a:moveTo>
                    <a:pt x="513596" y="0"/>
                  </a:moveTo>
                  <a:lnTo>
                    <a:pt x="43061" y="0"/>
                  </a:lnTo>
                  <a:lnTo>
                    <a:pt x="39613" y="12700"/>
                  </a:lnTo>
                  <a:lnTo>
                    <a:pt x="517036" y="12700"/>
                  </a:lnTo>
                  <a:lnTo>
                    <a:pt x="513596" y="0"/>
                  </a:lnTo>
                  <a:close/>
                </a:path>
              </a:pathLst>
            </a:custGeom>
            <a:solidFill>
              <a:srgbClr val="7EC8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1969135" y="4827320"/>
              <a:ext cx="445770" cy="883285"/>
            </a:xfrm>
            <a:custGeom>
              <a:avLst/>
              <a:gdLst/>
              <a:ahLst/>
              <a:cxnLst/>
              <a:rect l="l" t="t" r="r" b="b"/>
              <a:pathLst>
                <a:path w="445769" h="883285">
                  <a:moveTo>
                    <a:pt x="445566" y="872845"/>
                  </a:moveTo>
                  <a:lnTo>
                    <a:pt x="0" y="872845"/>
                  </a:lnTo>
                  <a:lnTo>
                    <a:pt x="0" y="882904"/>
                  </a:lnTo>
                  <a:lnTo>
                    <a:pt x="445566" y="882904"/>
                  </a:lnTo>
                  <a:lnTo>
                    <a:pt x="445566" y="872845"/>
                  </a:lnTo>
                  <a:close/>
                </a:path>
                <a:path w="445769" h="883285">
                  <a:moveTo>
                    <a:pt x="445566" y="0"/>
                  </a:moveTo>
                  <a:lnTo>
                    <a:pt x="0" y="0"/>
                  </a:lnTo>
                  <a:lnTo>
                    <a:pt x="0" y="10045"/>
                  </a:lnTo>
                  <a:lnTo>
                    <a:pt x="445566" y="10045"/>
                  </a:lnTo>
                  <a:lnTo>
                    <a:pt x="445566" y="0"/>
                  </a:lnTo>
                  <a:close/>
                </a:path>
              </a:pathLst>
            </a:custGeom>
            <a:solidFill>
              <a:srgbClr val="8CCD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2217038" y="4275327"/>
              <a:ext cx="172720" cy="269240"/>
            </a:xfrm>
            <a:custGeom>
              <a:avLst/>
              <a:gdLst/>
              <a:ahLst/>
              <a:cxnLst/>
              <a:rect l="l" t="t" r="r" b="b"/>
              <a:pathLst>
                <a:path w="172719" h="269239">
                  <a:moveTo>
                    <a:pt x="152019" y="0"/>
                  </a:moveTo>
                  <a:lnTo>
                    <a:pt x="20510" y="0"/>
                  </a:lnTo>
                  <a:lnTo>
                    <a:pt x="12377" y="1792"/>
                  </a:lnTo>
                  <a:lnTo>
                    <a:pt x="5783" y="6270"/>
                  </a:lnTo>
                  <a:lnTo>
                    <a:pt x="1426" y="12740"/>
                  </a:lnTo>
                  <a:lnTo>
                    <a:pt x="0" y="20510"/>
                  </a:lnTo>
                  <a:lnTo>
                    <a:pt x="0" y="248538"/>
                  </a:lnTo>
                  <a:lnTo>
                    <a:pt x="1426" y="256361"/>
                  </a:lnTo>
                  <a:lnTo>
                    <a:pt x="5783" y="262851"/>
                  </a:lnTo>
                  <a:lnTo>
                    <a:pt x="12377" y="267312"/>
                  </a:lnTo>
                  <a:lnTo>
                    <a:pt x="20510" y="269049"/>
                  </a:lnTo>
                  <a:lnTo>
                    <a:pt x="152019" y="269049"/>
                  </a:lnTo>
                  <a:lnTo>
                    <a:pt x="160163" y="267312"/>
                  </a:lnTo>
                  <a:lnTo>
                    <a:pt x="166761" y="262851"/>
                  </a:lnTo>
                  <a:lnTo>
                    <a:pt x="171114" y="256361"/>
                  </a:lnTo>
                  <a:lnTo>
                    <a:pt x="172529" y="248538"/>
                  </a:lnTo>
                  <a:lnTo>
                    <a:pt x="172529" y="20510"/>
                  </a:lnTo>
                  <a:lnTo>
                    <a:pt x="171114" y="12740"/>
                  </a:lnTo>
                  <a:lnTo>
                    <a:pt x="166761" y="6270"/>
                  </a:lnTo>
                  <a:lnTo>
                    <a:pt x="160163" y="1792"/>
                  </a:lnTo>
                  <a:lnTo>
                    <a:pt x="152019" y="0"/>
                  </a:lnTo>
                  <a:close/>
                </a:path>
              </a:pathLst>
            </a:custGeom>
            <a:solidFill>
              <a:srgbClr val="1B4A8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0" name="object 130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2253233" y="4296592"/>
              <a:ext cx="116085" cy="226611"/>
            </a:xfrm>
            <a:prstGeom prst="rect">
              <a:avLst/>
            </a:prstGeom>
          </p:spPr>
        </p:pic>
        <p:sp>
          <p:nvSpPr>
            <p:cNvPr id="131" name="object 131"/>
            <p:cNvSpPr/>
            <p:nvPr/>
          </p:nvSpPr>
          <p:spPr>
            <a:xfrm>
              <a:off x="2162746" y="4300664"/>
              <a:ext cx="25400" cy="218440"/>
            </a:xfrm>
            <a:custGeom>
              <a:avLst/>
              <a:gdLst/>
              <a:ahLst/>
              <a:cxnLst/>
              <a:rect l="l" t="t" r="r" b="b"/>
              <a:pathLst>
                <a:path w="25400" h="218439">
                  <a:moveTo>
                    <a:pt x="13271" y="0"/>
                  </a:moveTo>
                  <a:lnTo>
                    <a:pt x="5842" y="130"/>
                  </a:lnTo>
                  <a:lnTo>
                    <a:pt x="300" y="5670"/>
                  </a:lnTo>
                  <a:lnTo>
                    <a:pt x="0" y="12064"/>
                  </a:lnTo>
                  <a:lnTo>
                    <a:pt x="0" y="206311"/>
                  </a:lnTo>
                  <a:lnTo>
                    <a:pt x="300" y="212796"/>
                  </a:lnTo>
                  <a:lnTo>
                    <a:pt x="5842" y="218346"/>
                  </a:lnTo>
                  <a:lnTo>
                    <a:pt x="19514" y="218346"/>
                  </a:lnTo>
                  <a:lnTo>
                    <a:pt x="25054" y="212796"/>
                  </a:lnTo>
                  <a:lnTo>
                    <a:pt x="25336" y="206311"/>
                  </a:lnTo>
                  <a:lnTo>
                    <a:pt x="25336" y="12064"/>
                  </a:lnTo>
                  <a:lnTo>
                    <a:pt x="25054" y="5670"/>
                  </a:lnTo>
                  <a:lnTo>
                    <a:pt x="19514" y="130"/>
                  </a:lnTo>
                  <a:lnTo>
                    <a:pt x="13271" y="0"/>
                  </a:lnTo>
                  <a:close/>
                </a:path>
              </a:pathLst>
            </a:custGeom>
            <a:solidFill>
              <a:srgbClr val="1B4A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2" name="object 132"/>
          <p:cNvSpPr txBox="1"/>
          <p:nvPr/>
        </p:nvSpPr>
        <p:spPr>
          <a:xfrm>
            <a:off x="1944901" y="4070211"/>
            <a:ext cx="207010" cy="67945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algn="ctr">
              <a:lnSpc>
                <a:spcPts val="775"/>
              </a:lnSpc>
            </a:pPr>
            <a:r>
              <a:rPr dirty="0" sz="750" spc="-25">
                <a:solidFill>
                  <a:srgbClr val="00004A"/>
                </a:solidFill>
                <a:latin typeface="Segoe UI Symbol"/>
                <a:cs typeface="Segoe UI Symbol"/>
              </a:rPr>
              <a:t>Web</a:t>
            </a:r>
            <a:endParaRPr sz="750">
              <a:latin typeface="Segoe UI Symbol"/>
              <a:cs typeface="Segoe UI Symbol"/>
            </a:endParaRPr>
          </a:p>
          <a:p>
            <a:pPr algn="ctr">
              <a:lnSpc>
                <a:spcPts val="715"/>
              </a:lnSpc>
            </a:pPr>
            <a:r>
              <a:rPr dirty="0" sz="650">
                <a:solidFill>
                  <a:srgbClr val="00004A"/>
                </a:solidFill>
                <a:latin typeface="Segoe UI Symbol"/>
                <a:cs typeface="Segoe UI Symbol"/>
              </a:rPr>
              <a:t>(Vite</a:t>
            </a:r>
            <a:r>
              <a:rPr dirty="0" sz="650" spc="-20">
                <a:solidFill>
                  <a:srgbClr val="00004A"/>
                </a:solidFill>
                <a:latin typeface="Segoe UI Symbol"/>
                <a:cs typeface="Segoe UI Symbol"/>
              </a:rPr>
              <a:t> </a:t>
            </a:r>
            <a:r>
              <a:rPr dirty="0" sz="650" spc="-125">
                <a:solidFill>
                  <a:srgbClr val="00004A"/>
                </a:solidFill>
                <a:latin typeface="Segoe UI Symbol"/>
                <a:cs typeface="Segoe UI Symbol"/>
              </a:rPr>
              <a:t>+</a:t>
            </a:r>
            <a:r>
              <a:rPr dirty="0" sz="650" spc="-20">
                <a:solidFill>
                  <a:srgbClr val="00004A"/>
                </a:solidFill>
                <a:latin typeface="Segoe UI Symbol"/>
                <a:cs typeface="Segoe UI Symbol"/>
              </a:rPr>
              <a:t> </a:t>
            </a:r>
            <a:r>
              <a:rPr dirty="0" sz="650" spc="-10">
                <a:solidFill>
                  <a:srgbClr val="00004A"/>
                </a:solidFill>
                <a:latin typeface="Segoe UI Symbol"/>
                <a:cs typeface="Segoe UI Symbol"/>
              </a:rPr>
              <a:t>TypeScript)</a:t>
            </a:r>
            <a:endParaRPr sz="650">
              <a:latin typeface="Segoe UI Symbol"/>
              <a:cs typeface="Segoe UI Symbol"/>
            </a:endParaRPr>
          </a:p>
        </p:txBody>
      </p:sp>
      <p:grpSp>
        <p:nvGrpSpPr>
          <p:cNvPr id="133" name="object 133"/>
          <p:cNvGrpSpPr/>
          <p:nvPr/>
        </p:nvGrpSpPr>
        <p:grpSpPr>
          <a:xfrm>
            <a:off x="2159126" y="5134476"/>
            <a:ext cx="231140" cy="1060450"/>
            <a:chOff x="2159126" y="5134476"/>
            <a:chExt cx="231140" cy="1060450"/>
          </a:xfrm>
        </p:grpSpPr>
        <p:pic>
          <p:nvPicPr>
            <p:cNvPr id="134" name="object 134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2216676" y="5134476"/>
              <a:ext cx="173273" cy="251786"/>
            </a:xfrm>
            <a:prstGeom prst="rect">
              <a:avLst/>
            </a:prstGeom>
          </p:spPr>
        </p:pic>
        <p:pic>
          <p:nvPicPr>
            <p:cNvPr id="135" name="object 135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2159126" y="6027165"/>
              <a:ext cx="230441" cy="167703"/>
            </a:xfrm>
            <a:prstGeom prst="rect">
              <a:avLst/>
            </a:prstGeom>
          </p:spPr>
        </p:pic>
      </p:grpSp>
      <p:sp>
        <p:nvSpPr>
          <p:cNvPr id="136" name="object 136"/>
          <p:cNvSpPr txBox="1"/>
          <p:nvPr/>
        </p:nvSpPr>
        <p:spPr>
          <a:xfrm>
            <a:off x="1944901" y="5010668"/>
            <a:ext cx="207010" cy="499109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algn="ctr">
              <a:lnSpc>
                <a:spcPts val="775"/>
              </a:lnSpc>
            </a:pPr>
            <a:r>
              <a:rPr dirty="0" sz="750" spc="-10">
                <a:solidFill>
                  <a:srgbClr val="00004A"/>
                </a:solidFill>
                <a:latin typeface="Segoe UI Symbol"/>
                <a:cs typeface="Segoe UI Symbol"/>
              </a:rPr>
              <a:t>Desktop</a:t>
            </a:r>
            <a:endParaRPr sz="750">
              <a:latin typeface="Segoe UI Symbol"/>
              <a:cs typeface="Segoe UI Symbol"/>
            </a:endParaRPr>
          </a:p>
          <a:p>
            <a:pPr algn="ctr">
              <a:lnSpc>
                <a:spcPts val="715"/>
              </a:lnSpc>
            </a:pPr>
            <a:r>
              <a:rPr dirty="0" sz="650">
                <a:solidFill>
                  <a:srgbClr val="00004A"/>
                </a:solidFill>
                <a:latin typeface="Segoe UI Symbol"/>
                <a:cs typeface="Segoe UI Symbol"/>
              </a:rPr>
              <a:t>(Tauri</a:t>
            </a:r>
            <a:r>
              <a:rPr dirty="0" sz="650" spc="-25">
                <a:solidFill>
                  <a:srgbClr val="00004A"/>
                </a:solidFill>
                <a:latin typeface="Segoe UI Symbol"/>
                <a:cs typeface="Segoe UI Symbol"/>
              </a:rPr>
              <a:t> </a:t>
            </a:r>
            <a:r>
              <a:rPr dirty="0" sz="650" spc="-125">
                <a:solidFill>
                  <a:srgbClr val="00004A"/>
                </a:solidFill>
                <a:latin typeface="Segoe UI Symbol"/>
                <a:cs typeface="Segoe UI Symbol"/>
              </a:rPr>
              <a:t>+</a:t>
            </a:r>
            <a:r>
              <a:rPr dirty="0" sz="650" spc="-25">
                <a:solidFill>
                  <a:srgbClr val="00004A"/>
                </a:solidFill>
                <a:latin typeface="Segoe UI Symbol"/>
                <a:cs typeface="Segoe UI Symbol"/>
              </a:rPr>
              <a:t> </a:t>
            </a:r>
            <a:r>
              <a:rPr dirty="0" sz="650" spc="-10">
                <a:solidFill>
                  <a:srgbClr val="00004A"/>
                </a:solidFill>
                <a:latin typeface="Segoe UI Symbol"/>
                <a:cs typeface="Segoe UI Symbol"/>
              </a:rPr>
              <a:t>Rust)</a:t>
            </a:r>
            <a:endParaRPr sz="650">
              <a:latin typeface="Segoe UI Symbol"/>
              <a:cs typeface="Segoe UI Symbol"/>
            </a:endParaRPr>
          </a:p>
        </p:txBody>
      </p:sp>
      <p:sp>
        <p:nvSpPr>
          <p:cNvPr id="137" name="object 137"/>
          <p:cNvSpPr txBox="1"/>
          <p:nvPr/>
        </p:nvSpPr>
        <p:spPr>
          <a:xfrm>
            <a:off x="1944901" y="5886778"/>
            <a:ext cx="207010" cy="44767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algn="ctr">
              <a:lnSpc>
                <a:spcPts val="775"/>
              </a:lnSpc>
            </a:pPr>
            <a:r>
              <a:rPr dirty="0" sz="750" spc="-25">
                <a:solidFill>
                  <a:srgbClr val="00004A"/>
                </a:solidFill>
                <a:latin typeface="Segoe UI Symbol"/>
                <a:cs typeface="Segoe UI Symbol"/>
              </a:rPr>
              <a:t>PWA</a:t>
            </a:r>
            <a:endParaRPr sz="750">
              <a:latin typeface="Segoe UI Symbol"/>
              <a:cs typeface="Segoe UI Symbol"/>
            </a:endParaRPr>
          </a:p>
          <a:p>
            <a:pPr algn="ctr">
              <a:lnSpc>
                <a:spcPts val="715"/>
              </a:lnSpc>
            </a:pPr>
            <a:r>
              <a:rPr dirty="0" sz="650" spc="-10">
                <a:solidFill>
                  <a:srgbClr val="00004A"/>
                </a:solidFill>
                <a:latin typeface="Segoe UI Symbol"/>
                <a:cs typeface="Segoe UI Symbol"/>
              </a:rPr>
              <a:t>(Installable)</a:t>
            </a:r>
            <a:endParaRPr sz="650">
              <a:latin typeface="Segoe UI Symbol"/>
              <a:cs typeface="Segoe UI Symbol"/>
            </a:endParaRPr>
          </a:p>
        </p:txBody>
      </p:sp>
      <p:sp>
        <p:nvSpPr>
          <p:cNvPr id="138" name="object 138"/>
          <p:cNvSpPr txBox="1"/>
          <p:nvPr/>
        </p:nvSpPr>
        <p:spPr>
          <a:xfrm>
            <a:off x="4842066" y="7015227"/>
            <a:ext cx="216535" cy="34036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 sz="1500" spc="-45" b="1">
                <a:solidFill>
                  <a:srgbClr val="FFFFFF"/>
                </a:solidFill>
                <a:latin typeface="Segoe UI Symbol"/>
                <a:cs typeface="Segoe UI Symbol"/>
              </a:rPr>
              <a:t>&lt;/&gt;</a:t>
            </a:r>
            <a:endParaRPr sz="1500">
              <a:latin typeface="Segoe UI Symbol"/>
              <a:cs typeface="Segoe UI Symbol"/>
            </a:endParaRPr>
          </a:p>
        </p:txBody>
      </p:sp>
      <p:sp>
        <p:nvSpPr>
          <p:cNvPr id="139" name="object 139"/>
          <p:cNvSpPr/>
          <p:nvPr/>
        </p:nvSpPr>
        <p:spPr>
          <a:xfrm>
            <a:off x="4704510" y="7575054"/>
            <a:ext cx="511809" cy="10160"/>
          </a:xfrm>
          <a:custGeom>
            <a:avLst/>
            <a:gdLst/>
            <a:ahLst/>
            <a:cxnLst/>
            <a:rect l="l" t="t" r="r" b="b"/>
            <a:pathLst>
              <a:path w="511810" h="10159">
                <a:moveTo>
                  <a:pt x="511566" y="0"/>
                </a:moveTo>
                <a:lnTo>
                  <a:pt x="0" y="0"/>
                </a:lnTo>
                <a:lnTo>
                  <a:pt x="0" y="10054"/>
                </a:lnTo>
                <a:lnTo>
                  <a:pt x="511566" y="10054"/>
                </a:lnTo>
                <a:lnTo>
                  <a:pt x="511566" y="0"/>
                </a:lnTo>
                <a:close/>
              </a:path>
            </a:pathLst>
          </a:custGeom>
          <a:solidFill>
            <a:srgbClr val="5FB4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 txBox="1"/>
          <p:nvPr/>
        </p:nvSpPr>
        <p:spPr>
          <a:xfrm>
            <a:off x="5128236" y="7315324"/>
            <a:ext cx="511175" cy="203073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989"/>
              </a:lnSpc>
            </a:pPr>
            <a:r>
              <a:rPr dirty="0" sz="1700" spc="-65" b="1">
                <a:solidFill>
                  <a:srgbClr val="00004A"/>
                </a:solidFill>
                <a:latin typeface="Segoe UI Symbol"/>
                <a:cs typeface="Segoe UI Symbol"/>
              </a:rPr>
              <a:t>TECHNOLOGIES</a:t>
            </a:r>
            <a:r>
              <a:rPr dirty="0" sz="1700" spc="-20" b="1">
                <a:solidFill>
                  <a:srgbClr val="00004A"/>
                </a:solidFill>
                <a:latin typeface="Segoe UI Symbol"/>
                <a:cs typeface="Segoe UI Symbol"/>
              </a:rPr>
              <a:t> USED</a:t>
            </a:r>
            <a:endParaRPr sz="1700">
              <a:latin typeface="Segoe UI Symbol"/>
              <a:cs typeface="Segoe UI Symbol"/>
            </a:endParaRPr>
          </a:p>
          <a:p>
            <a:pPr marL="348615">
              <a:lnSpc>
                <a:spcPct val="100000"/>
              </a:lnSpc>
              <a:spcBef>
                <a:spcPts val="715"/>
              </a:spcBef>
            </a:pPr>
            <a:r>
              <a:rPr dirty="0" sz="1000" spc="-35">
                <a:solidFill>
                  <a:srgbClr val="185E9B"/>
                </a:solidFill>
                <a:latin typeface="Segoe UI Symbol"/>
                <a:cs typeface="Segoe UI Symbol"/>
              </a:rPr>
              <a:t>FRONTEND</a:t>
            </a:r>
            <a:r>
              <a:rPr dirty="0" sz="1000">
                <a:solidFill>
                  <a:srgbClr val="185E9B"/>
                </a:solidFill>
                <a:latin typeface="Segoe UI Symbol"/>
                <a:cs typeface="Segoe UI Symbol"/>
              </a:rPr>
              <a:t> </a:t>
            </a:r>
            <a:r>
              <a:rPr dirty="0" sz="1000" spc="-20">
                <a:solidFill>
                  <a:srgbClr val="185E9B"/>
                </a:solidFill>
                <a:latin typeface="Segoe UI Symbol"/>
                <a:cs typeface="Segoe UI Symbol"/>
              </a:rPr>
              <a:t>(Web)</a:t>
            </a:r>
            <a:endParaRPr sz="1000">
              <a:latin typeface="Segoe UI Symbol"/>
              <a:cs typeface="Segoe UI Symbol"/>
            </a:endParaRPr>
          </a:p>
        </p:txBody>
      </p:sp>
      <p:pic>
        <p:nvPicPr>
          <p:cNvPr id="141" name="object 141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4841176" y="7752460"/>
            <a:ext cx="206311" cy="209931"/>
          </a:xfrm>
          <a:prstGeom prst="rect">
            <a:avLst/>
          </a:prstGeom>
        </p:spPr>
      </p:pic>
      <p:sp>
        <p:nvSpPr>
          <p:cNvPr id="142" name="object 142"/>
          <p:cNvSpPr txBox="1"/>
          <p:nvPr/>
        </p:nvSpPr>
        <p:spPr>
          <a:xfrm>
            <a:off x="4691797" y="7656804"/>
            <a:ext cx="311150" cy="41783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algn="ctr" marR="8890">
              <a:lnSpc>
                <a:spcPts val="925"/>
              </a:lnSpc>
            </a:pPr>
            <a:r>
              <a:rPr dirty="0" sz="850" spc="-25">
                <a:solidFill>
                  <a:srgbClr val="FFFFFF"/>
                </a:solidFill>
                <a:latin typeface="Segoe UI Symbol"/>
                <a:cs typeface="Segoe UI Symbol"/>
              </a:rPr>
              <a:t>TS</a:t>
            </a:r>
            <a:endParaRPr sz="850">
              <a:latin typeface="Segoe UI Symbol"/>
              <a:cs typeface="Segoe UI Symbol"/>
            </a:endParaRPr>
          </a:p>
          <a:p>
            <a:pPr algn="ctr">
              <a:lnSpc>
                <a:spcPct val="100000"/>
              </a:lnSpc>
              <a:spcBef>
                <a:spcPts val="500"/>
              </a:spcBef>
            </a:pPr>
            <a:r>
              <a:rPr dirty="0" sz="750" spc="-30">
                <a:solidFill>
                  <a:srgbClr val="00004A"/>
                </a:solidFill>
                <a:latin typeface="Segoe UI Symbol"/>
                <a:cs typeface="Segoe UI Symbol"/>
              </a:rPr>
              <a:t>TypeScript</a:t>
            </a:r>
            <a:endParaRPr sz="750">
              <a:latin typeface="Segoe UI Symbol"/>
              <a:cs typeface="Segoe UI Symbol"/>
            </a:endParaRPr>
          </a:p>
        </p:txBody>
      </p:sp>
      <p:pic>
        <p:nvPicPr>
          <p:cNvPr id="143" name="object 143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4838180" y="8226333"/>
            <a:ext cx="214525" cy="222408"/>
          </a:xfrm>
          <a:prstGeom prst="rect">
            <a:avLst/>
          </a:prstGeom>
        </p:spPr>
      </p:pic>
      <p:sp>
        <p:nvSpPr>
          <p:cNvPr id="144" name="object 144"/>
          <p:cNvSpPr txBox="1"/>
          <p:nvPr/>
        </p:nvSpPr>
        <p:spPr>
          <a:xfrm>
            <a:off x="4685787" y="8242248"/>
            <a:ext cx="142875" cy="177165"/>
          </a:xfrm>
          <a:prstGeom prst="rect">
            <a:avLst/>
          </a:prstGeom>
        </p:spPr>
        <p:txBody>
          <a:bodyPr wrap="square" lIns="0" tIns="571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800" spc="-45">
                <a:solidFill>
                  <a:srgbClr val="00004A"/>
                </a:solidFill>
                <a:latin typeface="Segoe UI Symbol"/>
                <a:cs typeface="Segoe UI Symbol"/>
              </a:rPr>
              <a:t>Vite</a:t>
            </a:r>
            <a:endParaRPr sz="800">
              <a:latin typeface="Segoe UI Symbol"/>
              <a:cs typeface="Segoe UI Symbol"/>
            </a:endParaRPr>
          </a:p>
        </p:txBody>
      </p:sp>
      <p:pic>
        <p:nvPicPr>
          <p:cNvPr id="145" name="object 145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4828508" y="8726055"/>
            <a:ext cx="238817" cy="196479"/>
          </a:xfrm>
          <a:prstGeom prst="rect">
            <a:avLst/>
          </a:prstGeom>
        </p:spPr>
      </p:pic>
      <p:sp>
        <p:nvSpPr>
          <p:cNvPr id="146" name="object 146"/>
          <p:cNvSpPr txBox="1"/>
          <p:nvPr/>
        </p:nvSpPr>
        <p:spPr>
          <a:xfrm>
            <a:off x="4682727" y="8645078"/>
            <a:ext cx="146050" cy="345440"/>
          </a:xfrm>
          <a:prstGeom prst="rect">
            <a:avLst/>
          </a:prstGeom>
        </p:spPr>
        <p:txBody>
          <a:bodyPr wrap="square" lIns="0" tIns="825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800" spc="-20">
                <a:solidFill>
                  <a:srgbClr val="00004A"/>
                </a:solidFill>
                <a:latin typeface="Segoe UI Symbol"/>
                <a:cs typeface="Segoe UI Symbol"/>
              </a:rPr>
              <a:t>Three.js</a:t>
            </a:r>
            <a:endParaRPr sz="800">
              <a:latin typeface="Segoe UI Symbol"/>
              <a:cs typeface="Segoe UI Symbol"/>
            </a:endParaRPr>
          </a:p>
        </p:txBody>
      </p:sp>
      <p:pic>
        <p:nvPicPr>
          <p:cNvPr id="147" name="object 147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4830600" y="9266215"/>
            <a:ext cx="234472" cy="237490"/>
          </a:xfrm>
          <a:prstGeom prst="rect">
            <a:avLst/>
          </a:prstGeom>
        </p:spPr>
      </p:pic>
      <p:sp>
        <p:nvSpPr>
          <p:cNvPr id="148" name="object 148"/>
          <p:cNvSpPr txBox="1"/>
          <p:nvPr/>
        </p:nvSpPr>
        <p:spPr>
          <a:xfrm>
            <a:off x="4685787" y="9196821"/>
            <a:ext cx="142875" cy="342265"/>
          </a:xfrm>
          <a:prstGeom prst="rect">
            <a:avLst/>
          </a:prstGeom>
        </p:spPr>
        <p:txBody>
          <a:bodyPr wrap="square" lIns="0" tIns="571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800" spc="-50">
                <a:solidFill>
                  <a:srgbClr val="00004A"/>
                </a:solidFill>
                <a:latin typeface="Segoe UI Symbol"/>
                <a:cs typeface="Segoe UI Symbol"/>
              </a:rPr>
              <a:t>globe.gl</a:t>
            </a:r>
            <a:endParaRPr sz="800">
              <a:latin typeface="Segoe UI Symbol"/>
              <a:cs typeface="Segoe UI Symbol"/>
            </a:endParaRPr>
          </a:p>
        </p:txBody>
      </p:sp>
      <p:grpSp>
        <p:nvGrpSpPr>
          <p:cNvPr id="149" name="object 149"/>
          <p:cNvGrpSpPr/>
          <p:nvPr/>
        </p:nvGrpSpPr>
        <p:grpSpPr>
          <a:xfrm>
            <a:off x="4045127" y="6869854"/>
            <a:ext cx="576580" cy="2908300"/>
            <a:chOff x="4045127" y="6869854"/>
            <a:chExt cx="576580" cy="2908300"/>
          </a:xfrm>
        </p:grpSpPr>
        <p:sp>
          <p:nvSpPr>
            <p:cNvPr id="150" name="object 150"/>
            <p:cNvSpPr/>
            <p:nvPr/>
          </p:nvSpPr>
          <p:spPr>
            <a:xfrm>
              <a:off x="4052125" y="6875335"/>
              <a:ext cx="561340" cy="2895600"/>
            </a:xfrm>
            <a:custGeom>
              <a:avLst/>
              <a:gdLst/>
              <a:ahLst/>
              <a:cxnLst/>
              <a:rect l="l" t="t" r="r" b="b"/>
              <a:pathLst>
                <a:path w="561339" h="2895600">
                  <a:moveTo>
                    <a:pt x="437959" y="0"/>
                  </a:moveTo>
                  <a:lnTo>
                    <a:pt x="124269" y="0"/>
                  </a:lnTo>
                  <a:lnTo>
                    <a:pt x="76047" y="9553"/>
                  </a:lnTo>
                  <a:lnTo>
                    <a:pt x="36665" y="35919"/>
                  </a:lnTo>
                  <a:lnTo>
                    <a:pt x="10018" y="75091"/>
                  </a:lnTo>
                  <a:lnTo>
                    <a:pt x="0" y="123062"/>
                  </a:lnTo>
                  <a:lnTo>
                    <a:pt x="0" y="2771330"/>
                  </a:lnTo>
                  <a:lnTo>
                    <a:pt x="10019" y="2819676"/>
                  </a:lnTo>
                  <a:lnTo>
                    <a:pt x="36666" y="2859099"/>
                  </a:lnTo>
                  <a:lnTo>
                    <a:pt x="76047" y="2885705"/>
                  </a:lnTo>
                  <a:lnTo>
                    <a:pt x="124269" y="2895600"/>
                  </a:lnTo>
                  <a:lnTo>
                    <a:pt x="437959" y="2895600"/>
                  </a:lnTo>
                  <a:lnTo>
                    <a:pt x="486127" y="2885705"/>
                  </a:lnTo>
                  <a:lnTo>
                    <a:pt x="525362" y="2859099"/>
                  </a:lnTo>
                  <a:lnTo>
                    <a:pt x="551662" y="2819676"/>
                  </a:lnTo>
                  <a:lnTo>
                    <a:pt x="561022" y="2771330"/>
                  </a:lnTo>
                  <a:lnTo>
                    <a:pt x="561022" y="123062"/>
                  </a:lnTo>
                  <a:lnTo>
                    <a:pt x="551662" y="75091"/>
                  </a:lnTo>
                  <a:lnTo>
                    <a:pt x="525362" y="35919"/>
                  </a:lnTo>
                  <a:lnTo>
                    <a:pt x="486127" y="9553"/>
                  </a:lnTo>
                  <a:lnTo>
                    <a:pt x="437959" y="0"/>
                  </a:lnTo>
                  <a:close/>
                </a:path>
              </a:pathLst>
            </a:custGeom>
            <a:solidFill>
              <a:srgbClr val="FCDD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4045127" y="6869854"/>
              <a:ext cx="576580" cy="2908300"/>
            </a:xfrm>
            <a:custGeom>
              <a:avLst/>
              <a:gdLst/>
              <a:ahLst/>
              <a:cxnLst/>
              <a:rect l="l" t="t" r="r" b="b"/>
              <a:pathLst>
                <a:path w="576579" h="2908300">
                  <a:moveTo>
                    <a:pt x="501803" y="2895599"/>
                  </a:moveTo>
                  <a:lnTo>
                    <a:pt x="74028" y="2895599"/>
                  </a:lnTo>
                  <a:lnTo>
                    <a:pt x="79819" y="2908299"/>
                  </a:lnTo>
                  <a:lnTo>
                    <a:pt x="495992" y="2908299"/>
                  </a:lnTo>
                  <a:lnTo>
                    <a:pt x="501803" y="2895599"/>
                  </a:lnTo>
                  <a:close/>
                </a:path>
                <a:path w="576579" h="2908300">
                  <a:moveTo>
                    <a:pt x="80563" y="2882899"/>
                  </a:moveTo>
                  <a:lnTo>
                    <a:pt x="52462" y="2882899"/>
                  </a:lnTo>
                  <a:lnTo>
                    <a:pt x="57891" y="2895599"/>
                  </a:lnTo>
                  <a:lnTo>
                    <a:pt x="86033" y="2895599"/>
                  </a:lnTo>
                  <a:lnTo>
                    <a:pt x="80563" y="2882899"/>
                  </a:lnTo>
                  <a:close/>
                </a:path>
                <a:path w="576579" h="2908300">
                  <a:moveTo>
                    <a:pt x="523410" y="2882899"/>
                  </a:moveTo>
                  <a:lnTo>
                    <a:pt x="495589" y="2882899"/>
                  </a:lnTo>
                  <a:lnTo>
                    <a:pt x="490120" y="2895599"/>
                  </a:lnTo>
                  <a:lnTo>
                    <a:pt x="518261" y="2895599"/>
                  </a:lnTo>
                  <a:lnTo>
                    <a:pt x="523410" y="2882899"/>
                  </a:lnTo>
                  <a:close/>
                </a:path>
                <a:path w="576579" h="2908300">
                  <a:moveTo>
                    <a:pt x="57118" y="2870199"/>
                  </a:moveTo>
                  <a:lnTo>
                    <a:pt x="38235" y="2870199"/>
                  </a:lnTo>
                  <a:lnTo>
                    <a:pt x="42779" y="2882899"/>
                  </a:lnTo>
                  <a:lnTo>
                    <a:pt x="61782" y="2882899"/>
                  </a:lnTo>
                  <a:lnTo>
                    <a:pt x="57118" y="2870199"/>
                  </a:lnTo>
                  <a:close/>
                </a:path>
                <a:path w="576579" h="2908300">
                  <a:moveTo>
                    <a:pt x="61490" y="2870199"/>
                  </a:moveTo>
                  <a:lnTo>
                    <a:pt x="61782" y="2882899"/>
                  </a:lnTo>
                  <a:lnTo>
                    <a:pt x="66337" y="2882899"/>
                  </a:lnTo>
                  <a:lnTo>
                    <a:pt x="61490" y="2870199"/>
                  </a:lnTo>
                  <a:close/>
                </a:path>
                <a:path w="576579" h="2908300">
                  <a:moveTo>
                    <a:pt x="514662" y="2870199"/>
                  </a:moveTo>
                  <a:lnTo>
                    <a:pt x="509826" y="2882899"/>
                  </a:lnTo>
                  <a:lnTo>
                    <a:pt x="514371" y="2882899"/>
                  </a:lnTo>
                  <a:lnTo>
                    <a:pt x="514662" y="2870199"/>
                  </a:lnTo>
                  <a:close/>
                </a:path>
                <a:path w="576579" h="2908300">
                  <a:moveTo>
                    <a:pt x="537667" y="2870199"/>
                  </a:moveTo>
                  <a:lnTo>
                    <a:pt x="519036" y="2870199"/>
                  </a:lnTo>
                  <a:lnTo>
                    <a:pt x="514371" y="2882899"/>
                  </a:lnTo>
                  <a:lnTo>
                    <a:pt x="533111" y="2882899"/>
                  </a:lnTo>
                  <a:lnTo>
                    <a:pt x="537667" y="2870199"/>
                  </a:lnTo>
                  <a:close/>
                </a:path>
                <a:path w="576579" h="2908300">
                  <a:moveTo>
                    <a:pt x="45063" y="2857499"/>
                  </a:moveTo>
                  <a:lnTo>
                    <a:pt x="26130" y="2857499"/>
                  </a:lnTo>
                  <a:lnTo>
                    <a:pt x="29800" y="2870199"/>
                  </a:lnTo>
                  <a:lnTo>
                    <a:pt x="49155" y="2870199"/>
                  </a:lnTo>
                  <a:lnTo>
                    <a:pt x="45063" y="2857499"/>
                  </a:lnTo>
                  <a:close/>
                </a:path>
                <a:path w="576579" h="2908300">
                  <a:moveTo>
                    <a:pt x="550023" y="2857499"/>
                  </a:moveTo>
                  <a:lnTo>
                    <a:pt x="531091" y="2857499"/>
                  </a:lnTo>
                  <a:lnTo>
                    <a:pt x="527009" y="2870199"/>
                  </a:lnTo>
                  <a:lnTo>
                    <a:pt x="546364" y="2870199"/>
                  </a:lnTo>
                  <a:lnTo>
                    <a:pt x="550023" y="2857499"/>
                  </a:lnTo>
                  <a:close/>
                </a:path>
                <a:path w="576579" h="2908300">
                  <a:moveTo>
                    <a:pt x="34767" y="2844799"/>
                  </a:moveTo>
                  <a:lnTo>
                    <a:pt x="15725" y="2844799"/>
                  </a:lnTo>
                  <a:lnTo>
                    <a:pt x="18872" y="2857499"/>
                  </a:lnTo>
                  <a:lnTo>
                    <a:pt x="38205" y="2857499"/>
                  </a:lnTo>
                  <a:lnTo>
                    <a:pt x="34767" y="2844799"/>
                  </a:lnTo>
                  <a:close/>
                </a:path>
                <a:path w="576579" h="2908300">
                  <a:moveTo>
                    <a:pt x="560257" y="2844799"/>
                  </a:moveTo>
                  <a:lnTo>
                    <a:pt x="541387" y="2844799"/>
                  </a:lnTo>
                  <a:lnTo>
                    <a:pt x="537947" y="2857499"/>
                  </a:lnTo>
                  <a:lnTo>
                    <a:pt x="557091" y="2857499"/>
                  </a:lnTo>
                  <a:lnTo>
                    <a:pt x="560257" y="2844799"/>
                  </a:lnTo>
                  <a:close/>
                </a:path>
                <a:path w="576579" h="2908300">
                  <a:moveTo>
                    <a:pt x="26422" y="2832099"/>
                  </a:moveTo>
                  <a:lnTo>
                    <a:pt x="10224" y="2832099"/>
                  </a:lnTo>
                  <a:lnTo>
                    <a:pt x="12839" y="2844799"/>
                  </a:lnTo>
                  <a:lnTo>
                    <a:pt x="29146" y="2844799"/>
                  </a:lnTo>
                  <a:lnTo>
                    <a:pt x="26422" y="2832099"/>
                  </a:lnTo>
                  <a:close/>
                </a:path>
                <a:path w="576579" h="2908300">
                  <a:moveTo>
                    <a:pt x="565788" y="2832099"/>
                  </a:moveTo>
                  <a:lnTo>
                    <a:pt x="549732" y="2832099"/>
                  </a:lnTo>
                  <a:lnTo>
                    <a:pt x="547006" y="2844799"/>
                  </a:lnTo>
                  <a:lnTo>
                    <a:pt x="563153" y="2844799"/>
                  </a:lnTo>
                  <a:lnTo>
                    <a:pt x="565788" y="2832099"/>
                  </a:lnTo>
                  <a:close/>
                </a:path>
                <a:path w="576579" h="2908300">
                  <a:moveTo>
                    <a:pt x="22048" y="2819399"/>
                  </a:moveTo>
                  <a:lnTo>
                    <a:pt x="5831" y="2819399"/>
                  </a:lnTo>
                  <a:lnTo>
                    <a:pt x="8013" y="2832099"/>
                  </a:lnTo>
                  <a:lnTo>
                    <a:pt x="24260" y="2832099"/>
                  </a:lnTo>
                  <a:lnTo>
                    <a:pt x="22048" y="2819399"/>
                  </a:lnTo>
                  <a:close/>
                </a:path>
                <a:path w="576579" h="2908300">
                  <a:moveTo>
                    <a:pt x="570322" y="2819399"/>
                  </a:moveTo>
                  <a:lnTo>
                    <a:pt x="554114" y="2819399"/>
                  </a:lnTo>
                  <a:lnTo>
                    <a:pt x="551903" y="2832099"/>
                  </a:lnTo>
                  <a:lnTo>
                    <a:pt x="568140" y="2832099"/>
                  </a:lnTo>
                  <a:lnTo>
                    <a:pt x="570322" y="2819399"/>
                  </a:lnTo>
                  <a:close/>
                </a:path>
                <a:path w="576579" h="2908300">
                  <a:moveTo>
                    <a:pt x="18680" y="2806699"/>
                  </a:moveTo>
                  <a:lnTo>
                    <a:pt x="2623" y="2806699"/>
                  </a:lnTo>
                  <a:lnTo>
                    <a:pt x="4171" y="2819399"/>
                  </a:lnTo>
                  <a:lnTo>
                    <a:pt x="20228" y="2819399"/>
                  </a:lnTo>
                  <a:lnTo>
                    <a:pt x="18680" y="2806699"/>
                  </a:lnTo>
                  <a:close/>
                </a:path>
                <a:path w="576579" h="2908300">
                  <a:moveTo>
                    <a:pt x="573459" y="2806699"/>
                  </a:moveTo>
                  <a:lnTo>
                    <a:pt x="557382" y="2806699"/>
                  </a:lnTo>
                  <a:lnTo>
                    <a:pt x="555814" y="2819399"/>
                  </a:lnTo>
                  <a:lnTo>
                    <a:pt x="572081" y="2819399"/>
                  </a:lnTo>
                  <a:lnTo>
                    <a:pt x="573459" y="2806699"/>
                  </a:lnTo>
                  <a:close/>
                </a:path>
                <a:path w="576579" h="2908300">
                  <a:moveTo>
                    <a:pt x="15654" y="2793999"/>
                  </a:moveTo>
                  <a:lnTo>
                    <a:pt x="693" y="2793999"/>
                  </a:lnTo>
                  <a:lnTo>
                    <a:pt x="1537" y="2806699"/>
                  </a:lnTo>
                  <a:lnTo>
                    <a:pt x="16388" y="2806699"/>
                  </a:lnTo>
                  <a:lnTo>
                    <a:pt x="15654" y="2793999"/>
                  </a:lnTo>
                  <a:close/>
                </a:path>
                <a:path w="576579" h="2908300">
                  <a:moveTo>
                    <a:pt x="575500" y="2793999"/>
                  </a:moveTo>
                  <a:lnTo>
                    <a:pt x="560459" y="2793999"/>
                  </a:lnTo>
                  <a:lnTo>
                    <a:pt x="559715" y="2806699"/>
                  </a:lnTo>
                  <a:lnTo>
                    <a:pt x="574676" y="2806699"/>
                  </a:lnTo>
                  <a:lnTo>
                    <a:pt x="575500" y="2793999"/>
                  </a:lnTo>
                  <a:close/>
                </a:path>
                <a:path w="576579" h="2908300">
                  <a:moveTo>
                    <a:pt x="15242" y="126999"/>
                  </a:moveTo>
                  <a:lnTo>
                    <a:pt x="161" y="126999"/>
                  </a:lnTo>
                  <a:lnTo>
                    <a:pt x="0" y="139699"/>
                  </a:lnTo>
                  <a:lnTo>
                    <a:pt x="0" y="2781299"/>
                  </a:lnTo>
                  <a:lnTo>
                    <a:pt x="180" y="2793999"/>
                  </a:lnTo>
                  <a:lnTo>
                    <a:pt x="15222" y="2793999"/>
                  </a:lnTo>
                  <a:lnTo>
                    <a:pt x="15081" y="2781299"/>
                  </a:lnTo>
                  <a:lnTo>
                    <a:pt x="15081" y="139699"/>
                  </a:lnTo>
                  <a:lnTo>
                    <a:pt x="15242" y="126999"/>
                  </a:lnTo>
                  <a:close/>
                </a:path>
                <a:path w="576579" h="2908300">
                  <a:moveTo>
                    <a:pt x="575972" y="126999"/>
                  </a:moveTo>
                  <a:lnTo>
                    <a:pt x="560942" y="126999"/>
                  </a:lnTo>
                  <a:lnTo>
                    <a:pt x="561082" y="139699"/>
                  </a:lnTo>
                  <a:lnTo>
                    <a:pt x="561073" y="2781299"/>
                  </a:lnTo>
                  <a:lnTo>
                    <a:pt x="560922" y="2793999"/>
                  </a:lnTo>
                  <a:lnTo>
                    <a:pt x="575993" y="2793999"/>
                  </a:lnTo>
                  <a:lnTo>
                    <a:pt x="576154" y="2781299"/>
                  </a:lnTo>
                  <a:lnTo>
                    <a:pt x="576154" y="139699"/>
                  </a:lnTo>
                  <a:lnTo>
                    <a:pt x="575972" y="126999"/>
                  </a:lnTo>
                  <a:close/>
                </a:path>
                <a:path w="576579" h="2908300">
                  <a:moveTo>
                    <a:pt x="16438" y="114299"/>
                  </a:moveTo>
                  <a:lnTo>
                    <a:pt x="1478" y="114299"/>
                  </a:lnTo>
                  <a:lnTo>
                    <a:pt x="693" y="126999"/>
                  </a:lnTo>
                  <a:lnTo>
                    <a:pt x="15694" y="126999"/>
                  </a:lnTo>
                  <a:lnTo>
                    <a:pt x="16438" y="114299"/>
                  </a:lnTo>
                  <a:close/>
                </a:path>
                <a:path w="576579" h="2908300">
                  <a:moveTo>
                    <a:pt x="574676" y="114299"/>
                  </a:moveTo>
                  <a:lnTo>
                    <a:pt x="559775" y="114299"/>
                  </a:lnTo>
                  <a:lnTo>
                    <a:pt x="560499" y="126999"/>
                  </a:lnTo>
                  <a:lnTo>
                    <a:pt x="575459" y="126999"/>
                  </a:lnTo>
                  <a:lnTo>
                    <a:pt x="574676" y="114299"/>
                  </a:lnTo>
                  <a:close/>
                </a:path>
                <a:path w="576579" h="2908300">
                  <a:moveTo>
                    <a:pt x="18770" y="101599"/>
                  </a:moveTo>
                  <a:lnTo>
                    <a:pt x="4081" y="101599"/>
                  </a:lnTo>
                  <a:lnTo>
                    <a:pt x="2623" y="114299"/>
                  </a:lnTo>
                  <a:lnTo>
                    <a:pt x="17473" y="114299"/>
                  </a:lnTo>
                  <a:lnTo>
                    <a:pt x="18770" y="101599"/>
                  </a:lnTo>
                  <a:close/>
                </a:path>
                <a:path w="576579" h="2908300">
                  <a:moveTo>
                    <a:pt x="572081" y="101599"/>
                  </a:moveTo>
                  <a:lnTo>
                    <a:pt x="557472" y="101599"/>
                  </a:lnTo>
                  <a:lnTo>
                    <a:pt x="558760" y="114299"/>
                  </a:lnTo>
                  <a:lnTo>
                    <a:pt x="573459" y="114299"/>
                  </a:lnTo>
                  <a:lnTo>
                    <a:pt x="572081" y="101599"/>
                  </a:lnTo>
                  <a:close/>
                </a:path>
                <a:path w="576579" h="2908300">
                  <a:moveTo>
                    <a:pt x="22169" y="88899"/>
                  </a:moveTo>
                  <a:lnTo>
                    <a:pt x="8013" y="88899"/>
                  </a:lnTo>
                  <a:lnTo>
                    <a:pt x="5831" y="101599"/>
                  </a:lnTo>
                  <a:lnTo>
                    <a:pt x="20339" y="101599"/>
                  </a:lnTo>
                  <a:lnTo>
                    <a:pt x="22169" y="88899"/>
                  </a:lnTo>
                  <a:close/>
                </a:path>
                <a:path w="576579" h="2908300">
                  <a:moveTo>
                    <a:pt x="24260" y="88899"/>
                  </a:moveTo>
                  <a:lnTo>
                    <a:pt x="22169" y="88899"/>
                  </a:lnTo>
                  <a:lnTo>
                    <a:pt x="22048" y="101599"/>
                  </a:lnTo>
                  <a:lnTo>
                    <a:pt x="24260" y="88899"/>
                  </a:lnTo>
                  <a:close/>
                </a:path>
                <a:path w="576579" h="2908300">
                  <a:moveTo>
                    <a:pt x="553984" y="88899"/>
                  </a:moveTo>
                  <a:lnTo>
                    <a:pt x="551903" y="88899"/>
                  </a:lnTo>
                  <a:lnTo>
                    <a:pt x="554114" y="101599"/>
                  </a:lnTo>
                  <a:lnTo>
                    <a:pt x="553984" y="88899"/>
                  </a:lnTo>
                  <a:close/>
                </a:path>
                <a:path w="576579" h="2908300">
                  <a:moveTo>
                    <a:pt x="568271" y="88899"/>
                  </a:moveTo>
                  <a:lnTo>
                    <a:pt x="553984" y="88899"/>
                  </a:lnTo>
                  <a:lnTo>
                    <a:pt x="555924" y="101599"/>
                  </a:lnTo>
                  <a:lnTo>
                    <a:pt x="570212" y="101599"/>
                  </a:lnTo>
                  <a:lnTo>
                    <a:pt x="568271" y="88899"/>
                  </a:lnTo>
                  <a:close/>
                </a:path>
                <a:path w="576579" h="2908300">
                  <a:moveTo>
                    <a:pt x="29146" y="76199"/>
                  </a:moveTo>
                  <a:lnTo>
                    <a:pt x="12999" y="76199"/>
                  </a:lnTo>
                  <a:lnTo>
                    <a:pt x="10365" y="88899"/>
                  </a:lnTo>
                  <a:lnTo>
                    <a:pt x="26422" y="88899"/>
                  </a:lnTo>
                  <a:lnTo>
                    <a:pt x="29146" y="76199"/>
                  </a:lnTo>
                  <a:close/>
                </a:path>
                <a:path w="576579" h="2908300">
                  <a:moveTo>
                    <a:pt x="563314" y="76199"/>
                  </a:moveTo>
                  <a:lnTo>
                    <a:pt x="547006" y="76199"/>
                  </a:lnTo>
                  <a:lnTo>
                    <a:pt x="549732" y="88899"/>
                  </a:lnTo>
                  <a:lnTo>
                    <a:pt x="565928" y="88899"/>
                  </a:lnTo>
                  <a:lnTo>
                    <a:pt x="563314" y="76199"/>
                  </a:lnTo>
                  <a:close/>
                </a:path>
                <a:path w="576579" h="2908300">
                  <a:moveTo>
                    <a:pt x="38205" y="63499"/>
                  </a:moveTo>
                  <a:lnTo>
                    <a:pt x="19062" y="63499"/>
                  </a:lnTo>
                  <a:lnTo>
                    <a:pt x="15725" y="76199"/>
                  </a:lnTo>
                  <a:lnTo>
                    <a:pt x="34767" y="76199"/>
                  </a:lnTo>
                  <a:lnTo>
                    <a:pt x="38205" y="63499"/>
                  </a:lnTo>
                  <a:close/>
                </a:path>
                <a:path w="576579" h="2908300">
                  <a:moveTo>
                    <a:pt x="557282" y="63499"/>
                  </a:moveTo>
                  <a:lnTo>
                    <a:pt x="537947" y="63499"/>
                  </a:lnTo>
                  <a:lnTo>
                    <a:pt x="541387" y="76199"/>
                  </a:lnTo>
                  <a:lnTo>
                    <a:pt x="560429" y="76199"/>
                  </a:lnTo>
                  <a:lnTo>
                    <a:pt x="557282" y="63499"/>
                  </a:lnTo>
                  <a:close/>
                </a:path>
                <a:path w="576579" h="2908300">
                  <a:moveTo>
                    <a:pt x="45303" y="50799"/>
                  </a:moveTo>
                  <a:lnTo>
                    <a:pt x="26130" y="50799"/>
                  </a:lnTo>
                  <a:lnTo>
                    <a:pt x="22269" y="63499"/>
                  </a:lnTo>
                  <a:lnTo>
                    <a:pt x="41423" y="63499"/>
                  </a:lnTo>
                  <a:lnTo>
                    <a:pt x="45303" y="50799"/>
                  </a:lnTo>
                  <a:close/>
                </a:path>
                <a:path w="576579" h="2908300">
                  <a:moveTo>
                    <a:pt x="49155" y="50799"/>
                  </a:moveTo>
                  <a:lnTo>
                    <a:pt x="45303" y="50799"/>
                  </a:lnTo>
                  <a:lnTo>
                    <a:pt x="45062" y="63499"/>
                  </a:lnTo>
                  <a:lnTo>
                    <a:pt x="49155" y="50799"/>
                  </a:lnTo>
                  <a:close/>
                </a:path>
                <a:path w="576579" h="2908300">
                  <a:moveTo>
                    <a:pt x="530849" y="50799"/>
                  </a:moveTo>
                  <a:lnTo>
                    <a:pt x="527009" y="50799"/>
                  </a:lnTo>
                  <a:lnTo>
                    <a:pt x="531091" y="63499"/>
                  </a:lnTo>
                  <a:lnTo>
                    <a:pt x="530849" y="50799"/>
                  </a:lnTo>
                  <a:close/>
                </a:path>
                <a:path w="576579" h="2908300">
                  <a:moveTo>
                    <a:pt x="550244" y="50799"/>
                  </a:moveTo>
                  <a:lnTo>
                    <a:pt x="530849" y="50799"/>
                  </a:lnTo>
                  <a:lnTo>
                    <a:pt x="534730" y="63499"/>
                  </a:lnTo>
                  <a:lnTo>
                    <a:pt x="553883" y="63499"/>
                  </a:lnTo>
                  <a:lnTo>
                    <a:pt x="550244" y="50799"/>
                  </a:lnTo>
                  <a:close/>
                </a:path>
                <a:path w="576579" h="2908300">
                  <a:moveTo>
                    <a:pt x="61782" y="38099"/>
                  </a:moveTo>
                  <a:lnTo>
                    <a:pt x="38487" y="38099"/>
                  </a:lnTo>
                  <a:lnTo>
                    <a:pt x="34154" y="50799"/>
                  </a:lnTo>
                  <a:lnTo>
                    <a:pt x="57118" y="50799"/>
                  </a:lnTo>
                  <a:lnTo>
                    <a:pt x="61782" y="38099"/>
                  </a:lnTo>
                  <a:close/>
                </a:path>
                <a:path w="576579" h="2908300">
                  <a:moveTo>
                    <a:pt x="537667" y="38099"/>
                  </a:moveTo>
                  <a:lnTo>
                    <a:pt x="514371" y="38099"/>
                  </a:lnTo>
                  <a:lnTo>
                    <a:pt x="519036" y="50799"/>
                  </a:lnTo>
                  <a:lnTo>
                    <a:pt x="542251" y="50799"/>
                  </a:lnTo>
                  <a:lnTo>
                    <a:pt x="537667" y="38099"/>
                  </a:lnTo>
                  <a:close/>
                </a:path>
                <a:path w="576579" h="2908300">
                  <a:moveTo>
                    <a:pt x="80895" y="25399"/>
                  </a:moveTo>
                  <a:lnTo>
                    <a:pt x="52754" y="25399"/>
                  </a:lnTo>
                  <a:lnTo>
                    <a:pt x="47797" y="38099"/>
                  </a:lnTo>
                  <a:lnTo>
                    <a:pt x="75577" y="38099"/>
                  </a:lnTo>
                  <a:lnTo>
                    <a:pt x="80895" y="25399"/>
                  </a:lnTo>
                  <a:close/>
                </a:path>
                <a:path w="576579" h="2908300">
                  <a:moveTo>
                    <a:pt x="523410" y="25399"/>
                  </a:moveTo>
                  <a:lnTo>
                    <a:pt x="495258" y="25399"/>
                  </a:lnTo>
                  <a:lnTo>
                    <a:pt x="500576" y="38099"/>
                  </a:lnTo>
                  <a:lnTo>
                    <a:pt x="528637" y="38099"/>
                  </a:lnTo>
                  <a:lnTo>
                    <a:pt x="523410" y="25399"/>
                  </a:lnTo>
                  <a:close/>
                </a:path>
                <a:path w="576579" h="2908300">
                  <a:moveTo>
                    <a:pt x="502135" y="12699"/>
                  </a:moveTo>
                  <a:lnTo>
                    <a:pt x="74361" y="12699"/>
                  </a:lnTo>
                  <a:lnTo>
                    <a:pt x="68700" y="25399"/>
                  </a:lnTo>
                  <a:lnTo>
                    <a:pt x="507453" y="25399"/>
                  </a:lnTo>
                  <a:lnTo>
                    <a:pt x="502135" y="12699"/>
                  </a:lnTo>
                  <a:close/>
                </a:path>
                <a:path w="576579" h="2908300">
                  <a:moveTo>
                    <a:pt x="465306" y="0"/>
                  </a:moveTo>
                  <a:lnTo>
                    <a:pt x="110857" y="0"/>
                  </a:lnTo>
                  <a:lnTo>
                    <a:pt x="104402" y="12699"/>
                  </a:lnTo>
                  <a:lnTo>
                    <a:pt x="471379" y="12699"/>
                  </a:lnTo>
                  <a:lnTo>
                    <a:pt x="465306" y="0"/>
                  </a:lnTo>
                  <a:close/>
                </a:path>
              </a:pathLst>
            </a:custGeom>
            <a:solidFill>
              <a:srgbClr val="E8747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2" name="object 152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4094353" y="6900671"/>
              <a:ext cx="477773" cy="570674"/>
            </a:xfrm>
            <a:prstGeom prst="rect">
              <a:avLst/>
            </a:prstGeom>
          </p:spPr>
        </p:pic>
        <p:sp>
          <p:nvSpPr>
            <p:cNvPr id="153" name="object 153"/>
            <p:cNvSpPr/>
            <p:nvPr/>
          </p:nvSpPr>
          <p:spPr>
            <a:xfrm>
              <a:off x="4251198" y="7043038"/>
              <a:ext cx="180975" cy="285115"/>
            </a:xfrm>
            <a:custGeom>
              <a:avLst/>
              <a:gdLst/>
              <a:ahLst/>
              <a:cxnLst/>
              <a:rect l="l" t="t" r="r" b="b"/>
              <a:pathLst>
                <a:path w="180975" h="285115">
                  <a:moveTo>
                    <a:pt x="159257" y="0"/>
                  </a:moveTo>
                  <a:lnTo>
                    <a:pt x="21716" y="0"/>
                  </a:lnTo>
                  <a:lnTo>
                    <a:pt x="12993" y="1654"/>
                  </a:lnTo>
                  <a:lnTo>
                    <a:pt x="5994" y="6296"/>
                  </a:lnTo>
                  <a:lnTo>
                    <a:pt x="1427" y="13219"/>
                  </a:lnTo>
                  <a:lnTo>
                    <a:pt x="0" y="21717"/>
                  </a:lnTo>
                  <a:lnTo>
                    <a:pt x="0" y="263017"/>
                  </a:lnTo>
                  <a:lnTo>
                    <a:pt x="1427" y="271751"/>
                  </a:lnTo>
                  <a:lnTo>
                    <a:pt x="5994" y="278754"/>
                  </a:lnTo>
                  <a:lnTo>
                    <a:pt x="12993" y="283317"/>
                  </a:lnTo>
                  <a:lnTo>
                    <a:pt x="21716" y="284734"/>
                  </a:lnTo>
                  <a:lnTo>
                    <a:pt x="159257" y="284734"/>
                  </a:lnTo>
                  <a:lnTo>
                    <a:pt x="167726" y="283317"/>
                  </a:lnTo>
                  <a:lnTo>
                    <a:pt x="174640" y="278754"/>
                  </a:lnTo>
                  <a:lnTo>
                    <a:pt x="179292" y="271751"/>
                  </a:lnTo>
                  <a:lnTo>
                    <a:pt x="180975" y="263017"/>
                  </a:lnTo>
                  <a:lnTo>
                    <a:pt x="180975" y="21717"/>
                  </a:lnTo>
                  <a:lnTo>
                    <a:pt x="179292" y="13219"/>
                  </a:lnTo>
                  <a:lnTo>
                    <a:pt x="174640" y="6296"/>
                  </a:lnTo>
                  <a:lnTo>
                    <a:pt x="167726" y="1654"/>
                  </a:lnTo>
                  <a:lnTo>
                    <a:pt x="1592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4" name="object 154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4279571" y="7071994"/>
              <a:ext cx="123766" cy="226932"/>
            </a:xfrm>
            <a:prstGeom prst="rect">
              <a:avLst/>
            </a:prstGeom>
          </p:spPr>
        </p:pic>
        <p:sp>
          <p:nvSpPr>
            <p:cNvPr id="155" name="object 155"/>
            <p:cNvSpPr/>
            <p:nvPr/>
          </p:nvSpPr>
          <p:spPr>
            <a:xfrm>
              <a:off x="4192930" y="7093305"/>
              <a:ext cx="58419" cy="184785"/>
            </a:xfrm>
            <a:custGeom>
              <a:avLst/>
              <a:gdLst/>
              <a:ahLst/>
              <a:cxnLst/>
              <a:rect l="l" t="t" r="r" b="b"/>
              <a:pathLst>
                <a:path w="58420" h="184784">
                  <a:moveTo>
                    <a:pt x="58267" y="66763"/>
                  </a:moveTo>
                  <a:lnTo>
                    <a:pt x="29311" y="66763"/>
                  </a:lnTo>
                  <a:lnTo>
                    <a:pt x="29311" y="14884"/>
                  </a:lnTo>
                  <a:lnTo>
                    <a:pt x="28879" y="6464"/>
                  </a:lnTo>
                  <a:lnTo>
                    <a:pt x="22415" y="0"/>
                  </a:lnTo>
                  <a:lnTo>
                    <a:pt x="14833" y="406"/>
                  </a:lnTo>
                  <a:lnTo>
                    <a:pt x="6464" y="0"/>
                  </a:lnTo>
                  <a:lnTo>
                    <a:pt x="0" y="6464"/>
                  </a:lnTo>
                  <a:lnTo>
                    <a:pt x="355" y="14884"/>
                  </a:lnTo>
                  <a:lnTo>
                    <a:pt x="355" y="170522"/>
                  </a:lnTo>
                  <a:lnTo>
                    <a:pt x="0" y="178181"/>
                  </a:lnTo>
                  <a:lnTo>
                    <a:pt x="6464" y="184645"/>
                  </a:lnTo>
                  <a:lnTo>
                    <a:pt x="22415" y="184645"/>
                  </a:lnTo>
                  <a:lnTo>
                    <a:pt x="28879" y="178181"/>
                  </a:lnTo>
                  <a:lnTo>
                    <a:pt x="29311" y="170522"/>
                  </a:lnTo>
                  <a:lnTo>
                    <a:pt x="29311" y="117436"/>
                  </a:lnTo>
                  <a:lnTo>
                    <a:pt x="58267" y="117436"/>
                  </a:lnTo>
                  <a:lnTo>
                    <a:pt x="58267" y="667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4118673" y="7575054"/>
              <a:ext cx="429259" cy="10160"/>
            </a:xfrm>
            <a:custGeom>
              <a:avLst/>
              <a:gdLst/>
              <a:ahLst/>
              <a:cxnLst/>
              <a:rect l="l" t="t" r="r" b="b"/>
              <a:pathLst>
                <a:path w="429260" h="10159">
                  <a:moveTo>
                    <a:pt x="429061" y="0"/>
                  </a:moveTo>
                  <a:lnTo>
                    <a:pt x="0" y="0"/>
                  </a:lnTo>
                  <a:lnTo>
                    <a:pt x="0" y="10054"/>
                  </a:lnTo>
                  <a:lnTo>
                    <a:pt x="429061" y="10054"/>
                  </a:lnTo>
                  <a:lnTo>
                    <a:pt x="429061" y="0"/>
                  </a:lnTo>
                  <a:close/>
                </a:path>
              </a:pathLst>
            </a:custGeom>
            <a:solidFill>
              <a:srgbClr val="E8747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7" name="object 157"/>
          <p:cNvSpPr txBox="1"/>
          <p:nvPr/>
        </p:nvSpPr>
        <p:spPr>
          <a:xfrm>
            <a:off x="4467959" y="7651315"/>
            <a:ext cx="162560" cy="1404620"/>
          </a:xfrm>
          <a:prstGeom prst="rect">
            <a:avLst/>
          </a:prstGeom>
        </p:spPr>
        <p:txBody>
          <a:bodyPr wrap="square" lIns="0" tIns="2540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950">
                <a:solidFill>
                  <a:srgbClr val="C0392B"/>
                </a:solidFill>
                <a:latin typeface="Segoe UI Symbol"/>
                <a:cs typeface="Segoe UI Symbol"/>
              </a:rPr>
              <a:t>DESKTOP</a:t>
            </a:r>
            <a:r>
              <a:rPr dirty="0" sz="950" spc="15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dirty="0" sz="950" spc="-25">
                <a:solidFill>
                  <a:srgbClr val="C0392B"/>
                </a:solidFill>
                <a:latin typeface="Segoe UI Symbol"/>
                <a:cs typeface="Segoe UI Symbol"/>
              </a:rPr>
              <a:t>(Cross-</a:t>
            </a:r>
            <a:r>
              <a:rPr dirty="0" sz="950" spc="-10">
                <a:solidFill>
                  <a:srgbClr val="C0392B"/>
                </a:solidFill>
                <a:latin typeface="Segoe UI Symbol"/>
                <a:cs typeface="Segoe UI Symbol"/>
              </a:rPr>
              <a:t>platform)</a:t>
            </a:r>
            <a:endParaRPr sz="950">
              <a:latin typeface="Segoe UI Symbol"/>
              <a:cs typeface="Segoe UI Symbol"/>
            </a:endParaRPr>
          </a:p>
        </p:txBody>
      </p:sp>
      <p:pic>
        <p:nvPicPr>
          <p:cNvPr id="158" name="object 158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4125903" y="7688516"/>
            <a:ext cx="266071" cy="249815"/>
          </a:xfrm>
          <a:prstGeom prst="rect">
            <a:avLst/>
          </a:prstGeom>
        </p:spPr>
      </p:pic>
      <p:sp>
        <p:nvSpPr>
          <p:cNvPr id="159" name="object 159"/>
          <p:cNvSpPr txBox="1"/>
          <p:nvPr/>
        </p:nvSpPr>
        <p:spPr>
          <a:xfrm>
            <a:off x="4174221" y="7961848"/>
            <a:ext cx="142875" cy="221615"/>
          </a:xfrm>
          <a:prstGeom prst="rect">
            <a:avLst/>
          </a:prstGeom>
        </p:spPr>
        <p:txBody>
          <a:bodyPr wrap="square" lIns="0" tIns="571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800" spc="-40">
                <a:solidFill>
                  <a:srgbClr val="00004A"/>
                </a:solidFill>
                <a:latin typeface="Segoe UI Symbol"/>
                <a:cs typeface="Segoe UI Symbol"/>
              </a:rPr>
              <a:t>Tauri</a:t>
            </a:r>
            <a:endParaRPr sz="800">
              <a:latin typeface="Segoe UI Symbol"/>
              <a:cs typeface="Segoe UI Symbol"/>
            </a:endParaRPr>
          </a:p>
        </p:txBody>
      </p:sp>
      <p:grpSp>
        <p:nvGrpSpPr>
          <p:cNvPr id="160" name="object 160"/>
          <p:cNvGrpSpPr/>
          <p:nvPr/>
        </p:nvGrpSpPr>
        <p:grpSpPr>
          <a:xfrm>
            <a:off x="4135294" y="8398501"/>
            <a:ext cx="255904" cy="260350"/>
            <a:chOff x="4135294" y="8398501"/>
            <a:chExt cx="255904" cy="260350"/>
          </a:xfrm>
        </p:grpSpPr>
        <p:sp>
          <p:nvSpPr>
            <p:cNvPr id="161" name="object 161"/>
            <p:cNvSpPr/>
            <p:nvPr/>
          </p:nvSpPr>
          <p:spPr>
            <a:xfrm>
              <a:off x="4135294" y="8398501"/>
              <a:ext cx="255904" cy="260350"/>
            </a:xfrm>
            <a:custGeom>
              <a:avLst/>
              <a:gdLst/>
              <a:ahLst/>
              <a:cxnLst/>
              <a:rect l="l" t="t" r="r" b="b"/>
              <a:pathLst>
                <a:path w="255904" h="260350">
                  <a:moveTo>
                    <a:pt x="133136" y="0"/>
                  </a:moveTo>
                  <a:lnTo>
                    <a:pt x="122419" y="0"/>
                  </a:lnTo>
                  <a:lnTo>
                    <a:pt x="120177" y="19455"/>
                  </a:lnTo>
                  <a:lnTo>
                    <a:pt x="101426" y="22481"/>
                  </a:lnTo>
                  <a:lnTo>
                    <a:pt x="93383" y="4676"/>
                  </a:lnTo>
                  <a:lnTo>
                    <a:pt x="83197" y="8044"/>
                  </a:lnTo>
                  <a:lnTo>
                    <a:pt x="86978" y="27256"/>
                  </a:lnTo>
                  <a:lnTo>
                    <a:pt x="70057" y="36024"/>
                  </a:lnTo>
                  <a:lnTo>
                    <a:pt x="57006" y="21616"/>
                  </a:lnTo>
                  <a:lnTo>
                    <a:pt x="48340" y="28021"/>
                  </a:lnTo>
                  <a:lnTo>
                    <a:pt x="57771" y="45104"/>
                  </a:lnTo>
                  <a:lnTo>
                    <a:pt x="44348" y="58756"/>
                  </a:lnTo>
                  <a:lnTo>
                    <a:pt x="27547" y="49165"/>
                  </a:lnTo>
                  <a:lnTo>
                    <a:pt x="21253" y="57983"/>
                  </a:lnTo>
                  <a:lnTo>
                    <a:pt x="35410" y="71264"/>
                  </a:lnTo>
                  <a:lnTo>
                    <a:pt x="26794" y="88477"/>
                  </a:lnTo>
                  <a:lnTo>
                    <a:pt x="7901" y="84626"/>
                  </a:lnTo>
                  <a:lnTo>
                    <a:pt x="4594" y="94992"/>
                  </a:lnTo>
                  <a:lnTo>
                    <a:pt x="22098" y="103176"/>
                  </a:lnTo>
                  <a:lnTo>
                    <a:pt x="19132" y="122248"/>
                  </a:lnTo>
                  <a:lnTo>
                    <a:pt x="0" y="124531"/>
                  </a:lnTo>
                  <a:lnTo>
                    <a:pt x="0" y="135420"/>
                  </a:lnTo>
                  <a:lnTo>
                    <a:pt x="19132" y="137702"/>
                  </a:lnTo>
                  <a:lnTo>
                    <a:pt x="22098" y="156775"/>
                  </a:lnTo>
                  <a:lnTo>
                    <a:pt x="4594" y="164959"/>
                  </a:lnTo>
                  <a:lnTo>
                    <a:pt x="7901" y="175314"/>
                  </a:lnTo>
                  <a:lnTo>
                    <a:pt x="26794" y="171474"/>
                  </a:lnTo>
                  <a:lnTo>
                    <a:pt x="35410" y="188677"/>
                  </a:lnTo>
                  <a:lnTo>
                    <a:pt x="21253" y="201968"/>
                  </a:lnTo>
                  <a:lnTo>
                    <a:pt x="27547" y="210775"/>
                  </a:lnTo>
                  <a:lnTo>
                    <a:pt x="44348" y="201184"/>
                  </a:lnTo>
                  <a:lnTo>
                    <a:pt x="57771" y="214838"/>
                  </a:lnTo>
                  <a:lnTo>
                    <a:pt x="48340" y="231919"/>
                  </a:lnTo>
                  <a:lnTo>
                    <a:pt x="57006" y="238324"/>
                  </a:lnTo>
                  <a:lnTo>
                    <a:pt x="70057" y="223926"/>
                  </a:lnTo>
                  <a:lnTo>
                    <a:pt x="86978" y="232694"/>
                  </a:lnTo>
                  <a:lnTo>
                    <a:pt x="83197" y="251907"/>
                  </a:lnTo>
                  <a:lnTo>
                    <a:pt x="93383" y="255266"/>
                  </a:lnTo>
                  <a:lnTo>
                    <a:pt x="101426" y="237469"/>
                  </a:lnTo>
                  <a:lnTo>
                    <a:pt x="120177" y="240485"/>
                  </a:lnTo>
                  <a:lnTo>
                    <a:pt x="122419" y="259951"/>
                  </a:lnTo>
                  <a:lnTo>
                    <a:pt x="133136" y="259951"/>
                  </a:lnTo>
                  <a:lnTo>
                    <a:pt x="135379" y="240485"/>
                  </a:lnTo>
                  <a:lnTo>
                    <a:pt x="154129" y="237469"/>
                  </a:lnTo>
                  <a:lnTo>
                    <a:pt x="162172" y="255266"/>
                  </a:lnTo>
                  <a:lnTo>
                    <a:pt x="172358" y="251907"/>
                  </a:lnTo>
                  <a:lnTo>
                    <a:pt x="168577" y="232694"/>
                  </a:lnTo>
                  <a:lnTo>
                    <a:pt x="185498" y="223926"/>
                  </a:lnTo>
                  <a:lnTo>
                    <a:pt x="198549" y="238324"/>
                  </a:lnTo>
                  <a:lnTo>
                    <a:pt x="207215" y="231919"/>
                  </a:lnTo>
                  <a:lnTo>
                    <a:pt x="197784" y="214838"/>
                  </a:lnTo>
                  <a:lnTo>
                    <a:pt x="211207" y="201184"/>
                  </a:lnTo>
                  <a:lnTo>
                    <a:pt x="228008" y="210775"/>
                  </a:lnTo>
                  <a:lnTo>
                    <a:pt x="234302" y="201968"/>
                  </a:lnTo>
                  <a:lnTo>
                    <a:pt x="220145" y="188677"/>
                  </a:lnTo>
                  <a:lnTo>
                    <a:pt x="228762" y="171474"/>
                  </a:lnTo>
                  <a:lnTo>
                    <a:pt x="247653" y="175314"/>
                  </a:lnTo>
                  <a:lnTo>
                    <a:pt x="250962" y="164959"/>
                  </a:lnTo>
                  <a:lnTo>
                    <a:pt x="233457" y="156775"/>
                  </a:lnTo>
                  <a:lnTo>
                    <a:pt x="236423" y="137702"/>
                  </a:lnTo>
                  <a:lnTo>
                    <a:pt x="255555" y="135420"/>
                  </a:lnTo>
                  <a:lnTo>
                    <a:pt x="255555" y="124531"/>
                  </a:lnTo>
                  <a:lnTo>
                    <a:pt x="236423" y="122248"/>
                  </a:lnTo>
                  <a:lnTo>
                    <a:pt x="233457" y="103176"/>
                  </a:lnTo>
                  <a:lnTo>
                    <a:pt x="250962" y="94992"/>
                  </a:lnTo>
                  <a:lnTo>
                    <a:pt x="247653" y="84626"/>
                  </a:lnTo>
                  <a:lnTo>
                    <a:pt x="228762" y="88477"/>
                  </a:lnTo>
                  <a:lnTo>
                    <a:pt x="220145" y="71264"/>
                  </a:lnTo>
                  <a:lnTo>
                    <a:pt x="234302" y="57983"/>
                  </a:lnTo>
                  <a:lnTo>
                    <a:pt x="228008" y="49165"/>
                  </a:lnTo>
                  <a:lnTo>
                    <a:pt x="211207" y="58756"/>
                  </a:lnTo>
                  <a:lnTo>
                    <a:pt x="197784" y="45104"/>
                  </a:lnTo>
                  <a:lnTo>
                    <a:pt x="207215" y="28021"/>
                  </a:lnTo>
                  <a:lnTo>
                    <a:pt x="198549" y="21616"/>
                  </a:lnTo>
                  <a:lnTo>
                    <a:pt x="185498" y="36024"/>
                  </a:lnTo>
                  <a:lnTo>
                    <a:pt x="168577" y="27256"/>
                  </a:lnTo>
                  <a:lnTo>
                    <a:pt x="172358" y="8044"/>
                  </a:lnTo>
                  <a:lnTo>
                    <a:pt x="162172" y="4676"/>
                  </a:lnTo>
                  <a:lnTo>
                    <a:pt x="154129" y="22481"/>
                  </a:lnTo>
                  <a:lnTo>
                    <a:pt x="135379" y="19455"/>
                  </a:lnTo>
                  <a:lnTo>
                    <a:pt x="133136" y="0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2" name="object 162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4168180" y="8431720"/>
              <a:ext cx="189782" cy="193271"/>
            </a:xfrm>
            <a:prstGeom prst="rect">
              <a:avLst/>
            </a:prstGeom>
          </p:spPr>
        </p:pic>
      </p:grpSp>
      <p:sp>
        <p:nvSpPr>
          <p:cNvPr id="163" name="object 163"/>
          <p:cNvSpPr txBox="1"/>
          <p:nvPr/>
        </p:nvSpPr>
        <p:spPr>
          <a:xfrm>
            <a:off x="4158367" y="8451254"/>
            <a:ext cx="207645" cy="153670"/>
          </a:xfrm>
          <a:prstGeom prst="rect">
            <a:avLst/>
          </a:prstGeom>
        </p:spPr>
        <p:txBody>
          <a:bodyPr wrap="square" lIns="0" tIns="63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50" spc="204" b="1">
                <a:solidFill>
                  <a:srgbClr val="1C1C1C"/>
                </a:solidFill>
                <a:latin typeface="Segoe UI Symbol"/>
                <a:cs typeface="Segoe UI Symbol"/>
              </a:rPr>
              <a:t>R</a:t>
            </a:r>
            <a:endParaRPr sz="1250">
              <a:latin typeface="Segoe UI Symbol"/>
              <a:cs typeface="Segoe UI Symbol"/>
            </a:endParaRPr>
          </a:p>
        </p:txBody>
      </p:sp>
      <p:sp>
        <p:nvSpPr>
          <p:cNvPr id="164" name="object 164"/>
          <p:cNvSpPr txBox="1"/>
          <p:nvPr/>
        </p:nvSpPr>
        <p:spPr>
          <a:xfrm>
            <a:off x="4181132" y="8717207"/>
            <a:ext cx="144780" cy="207010"/>
          </a:xfrm>
          <a:prstGeom prst="rect">
            <a:avLst/>
          </a:prstGeom>
        </p:spPr>
        <p:txBody>
          <a:bodyPr wrap="square" lIns="0" tIns="698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800" spc="-20">
                <a:solidFill>
                  <a:srgbClr val="00004A"/>
                </a:solidFill>
                <a:latin typeface="Segoe UI Symbol"/>
                <a:cs typeface="Segoe UI Symbol"/>
              </a:rPr>
              <a:t>Rust</a:t>
            </a:r>
            <a:endParaRPr sz="800">
              <a:latin typeface="Segoe UI Symbol"/>
              <a:cs typeface="Segoe UI Symbol"/>
            </a:endParaRPr>
          </a:p>
        </p:txBody>
      </p:sp>
      <p:grpSp>
        <p:nvGrpSpPr>
          <p:cNvPr id="165" name="object 165"/>
          <p:cNvGrpSpPr/>
          <p:nvPr/>
        </p:nvGrpSpPr>
        <p:grpSpPr>
          <a:xfrm>
            <a:off x="4246824" y="9281579"/>
            <a:ext cx="176530" cy="175260"/>
            <a:chOff x="4246824" y="9281579"/>
            <a:chExt cx="176530" cy="175260"/>
          </a:xfrm>
        </p:grpSpPr>
        <p:sp>
          <p:nvSpPr>
            <p:cNvPr id="166" name="object 166"/>
            <p:cNvSpPr/>
            <p:nvPr/>
          </p:nvSpPr>
          <p:spPr>
            <a:xfrm>
              <a:off x="4246824" y="9281579"/>
              <a:ext cx="176530" cy="175260"/>
            </a:xfrm>
            <a:custGeom>
              <a:avLst/>
              <a:gdLst/>
              <a:ahLst/>
              <a:cxnLst/>
              <a:rect l="l" t="t" r="r" b="b"/>
              <a:pathLst>
                <a:path w="176529" h="175259">
                  <a:moveTo>
                    <a:pt x="128663" y="0"/>
                  </a:moveTo>
                  <a:lnTo>
                    <a:pt x="47405" y="0"/>
                  </a:lnTo>
                  <a:lnTo>
                    <a:pt x="0" y="84072"/>
                  </a:lnTo>
                  <a:lnTo>
                    <a:pt x="47405" y="175153"/>
                  </a:lnTo>
                  <a:lnTo>
                    <a:pt x="128663" y="175153"/>
                  </a:lnTo>
                  <a:lnTo>
                    <a:pt x="176058" y="84072"/>
                  </a:lnTo>
                  <a:lnTo>
                    <a:pt x="128663" y="0"/>
                  </a:lnTo>
                  <a:close/>
                </a:path>
              </a:pathLst>
            </a:custGeom>
            <a:solidFill>
              <a:srgbClr val="7CD43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7" name="object 167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4246824" y="9365651"/>
              <a:ext cx="176058" cy="91080"/>
            </a:xfrm>
            <a:prstGeom prst="rect">
              <a:avLst/>
            </a:prstGeom>
          </p:spPr>
        </p:pic>
        <p:sp>
          <p:nvSpPr>
            <p:cNvPr id="168" name="object 168"/>
            <p:cNvSpPr/>
            <p:nvPr/>
          </p:nvSpPr>
          <p:spPr>
            <a:xfrm>
              <a:off x="4246824" y="9281579"/>
              <a:ext cx="128905" cy="84455"/>
            </a:xfrm>
            <a:custGeom>
              <a:avLst/>
              <a:gdLst/>
              <a:ahLst/>
              <a:cxnLst/>
              <a:rect l="l" t="t" r="r" b="b"/>
              <a:pathLst>
                <a:path w="128904" h="84454">
                  <a:moveTo>
                    <a:pt x="47405" y="0"/>
                  </a:moveTo>
                  <a:lnTo>
                    <a:pt x="0" y="84072"/>
                  </a:lnTo>
                  <a:lnTo>
                    <a:pt x="40628" y="77075"/>
                  </a:lnTo>
                  <a:lnTo>
                    <a:pt x="128663" y="7007"/>
                  </a:lnTo>
                  <a:lnTo>
                    <a:pt x="47405" y="0"/>
                  </a:lnTo>
                  <a:close/>
                </a:path>
              </a:pathLst>
            </a:custGeom>
            <a:solidFill>
              <a:srgbClr val="5DA32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9" name="object 169"/>
          <p:cNvSpPr txBox="1"/>
          <p:nvPr/>
        </p:nvSpPr>
        <p:spPr>
          <a:xfrm>
            <a:off x="4136820" y="9195594"/>
            <a:ext cx="147955" cy="333375"/>
          </a:xfrm>
          <a:prstGeom prst="rect">
            <a:avLst/>
          </a:prstGeom>
        </p:spPr>
        <p:txBody>
          <a:bodyPr wrap="square" lIns="0" tIns="317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50" spc="-60">
                <a:solidFill>
                  <a:srgbClr val="00004A"/>
                </a:solidFill>
                <a:latin typeface="Segoe UI Symbol"/>
                <a:cs typeface="Segoe UI Symbol"/>
              </a:rPr>
              <a:t>Node.js</a:t>
            </a:r>
            <a:endParaRPr sz="850">
              <a:latin typeface="Segoe UI Symbol"/>
              <a:cs typeface="Segoe UI Symbol"/>
            </a:endParaRPr>
          </a:p>
        </p:txBody>
      </p:sp>
      <p:grpSp>
        <p:nvGrpSpPr>
          <p:cNvPr id="170" name="object 170"/>
          <p:cNvGrpSpPr/>
          <p:nvPr/>
        </p:nvGrpSpPr>
        <p:grpSpPr>
          <a:xfrm>
            <a:off x="3467555" y="6869854"/>
            <a:ext cx="568325" cy="2908300"/>
            <a:chOff x="3467555" y="6869854"/>
            <a:chExt cx="568325" cy="2908300"/>
          </a:xfrm>
        </p:grpSpPr>
        <p:sp>
          <p:nvSpPr>
            <p:cNvPr id="171" name="object 171"/>
            <p:cNvSpPr/>
            <p:nvPr/>
          </p:nvSpPr>
          <p:spPr>
            <a:xfrm>
              <a:off x="3475418" y="6875335"/>
              <a:ext cx="553085" cy="2895600"/>
            </a:xfrm>
            <a:custGeom>
              <a:avLst/>
              <a:gdLst/>
              <a:ahLst/>
              <a:cxnLst/>
              <a:rect l="l" t="t" r="r" b="b"/>
              <a:pathLst>
                <a:path w="553085" h="2895600">
                  <a:moveTo>
                    <a:pt x="430720" y="0"/>
                  </a:moveTo>
                  <a:lnTo>
                    <a:pt x="121856" y="0"/>
                  </a:lnTo>
                  <a:lnTo>
                    <a:pt x="74193" y="9420"/>
                  </a:lnTo>
                  <a:lnTo>
                    <a:pt x="35403" y="35463"/>
                  </a:lnTo>
                  <a:lnTo>
                    <a:pt x="9374" y="74239"/>
                  </a:lnTo>
                  <a:lnTo>
                    <a:pt x="0" y="121856"/>
                  </a:lnTo>
                  <a:lnTo>
                    <a:pt x="0" y="2773743"/>
                  </a:lnTo>
                  <a:lnTo>
                    <a:pt x="9374" y="2821038"/>
                  </a:lnTo>
                  <a:lnTo>
                    <a:pt x="35403" y="2859706"/>
                  </a:lnTo>
                  <a:lnTo>
                    <a:pt x="74193" y="2885857"/>
                  </a:lnTo>
                  <a:lnTo>
                    <a:pt x="121856" y="2895600"/>
                  </a:lnTo>
                  <a:lnTo>
                    <a:pt x="430720" y="2895600"/>
                  </a:lnTo>
                  <a:lnTo>
                    <a:pt x="478151" y="2885857"/>
                  </a:lnTo>
                  <a:lnTo>
                    <a:pt x="516864" y="2859706"/>
                  </a:lnTo>
                  <a:lnTo>
                    <a:pt x="542970" y="2821038"/>
                  </a:lnTo>
                  <a:lnTo>
                    <a:pt x="552577" y="2773743"/>
                  </a:lnTo>
                  <a:lnTo>
                    <a:pt x="552577" y="121856"/>
                  </a:lnTo>
                  <a:lnTo>
                    <a:pt x="542970" y="74239"/>
                  </a:lnTo>
                  <a:lnTo>
                    <a:pt x="516864" y="35463"/>
                  </a:lnTo>
                  <a:lnTo>
                    <a:pt x="478151" y="9420"/>
                  </a:lnTo>
                  <a:lnTo>
                    <a:pt x="430720" y="0"/>
                  </a:lnTo>
                  <a:close/>
                </a:path>
              </a:pathLst>
            </a:custGeom>
            <a:solidFill>
              <a:srgbClr val="E0F8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/>
            <p:cNvSpPr/>
            <p:nvPr/>
          </p:nvSpPr>
          <p:spPr>
            <a:xfrm>
              <a:off x="3467555" y="6869854"/>
              <a:ext cx="568325" cy="2908300"/>
            </a:xfrm>
            <a:custGeom>
              <a:avLst/>
              <a:gdLst/>
              <a:ahLst/>
              <a:cxnLst/>
              <a:rect l="l" t="t" r="r" b="b"/>
              <a:pathLst>
                <a:path w="568325" h="2908300">
                  <a:moveTo>
                    <a:pt x="494906" y="2895599"/>
                  </a:moveTo>
                  <a:lnTo>
                    <a:pt x="72993" y="2895599"/>
                  </a:lnTo>
                  <a:lnTo>
                    <a:pt x="78704" y="2908299"/>
                  </a:lnTo>
                  <a:lnTo>
                    <a:pt x="489186" y="2908299"/>
                  </a:lnTo>
                  <a:lnTo>
                    <a:pt x="494906" y="2895599"/>
                  </a:lnTo>
                  <a:close/>
                </a:path>
                <a:path w="568325" h="2908300">
                  <a:moveTo>
                    <a:pt x="79528" y="2882899"/>
                  </a:moveTo>
                  <a:lnTo>
                    <a:pt x="51728" y="2882899"/>
                  </a:lnTo>
                  <a:lnTo>
                    <a:pt x="56785" y="2895599"/>
                  </a:lnTo>
                  <a:lnTo>
                    <a:pt x="84917" y="2895599"/>
                  </a:lnTo>
                  <a:lnTo>
                    <a:pt x="79528" y="2882899"/>
                  </a:lnTo>
                  <a:close/>
                </a:path>
                <a:path w="568325" h="2908300">
                  <a:moveTo>
                    <a:pt x="515879" y="2882899"/>
                  </a:moveTo>
                  <a:lnTo>
                    <a:pt x="488360" y="2882899"/>
                  </a:lnTo>
                  <a:lnTo>
                    <a:pt x="482972" y="2895599"/>
                  </a:lnTo>
                  <a:lnTo>
                    <a:pt x="510801" y="2895599"/>
                  </a:lnTo>
                  <a:lnTo>
                    <a:pt x="515879" y="2882899"/>
                  </a:lnTo>
                  <a:close/>
                </a:path>
                <a:path w="568325" h="2908300">
                  <a:moveTo>
                    <a:pt x="56454" y="2870199"/>
                  </a:moveTo>
                  <a:lnTo>
                    <a:pt x="33430" y="2870199"/>
                  </a:lnTo>
                  <a:lnTo>
                    <a:pt x="37693" y="2882899"/>
                  </a:lnTo>
                  <a:lnTo>
                    <a:pt x="61048" y="2882899"/>
                  </a:lnTo>
                  <a:lnTo>
                    <a:pt x="56454" y="2870199"/>
                  </a:lnTo>
                  <a:close/>
                </a:path>
                <a:path w="568325" h="2908300">
                  <a:moveTo>
                    <a:pt x="534217" y="2870199"/>
                  </a:moveTo>
                  <a:lnTo>
                    <a:pt x="511445" y="2870199"/>
                  </a:lnTo>
                  <a:lnTo>
                    <a:pt x="506850" y="2882899"/>
                  </a:lnTo>
                  <a:lnTo>
                    <a:pt x="529945" y="2882899"/>
                  </a:lnTo>
                  <a:lnTo>
                    <a:pt x="534217" y="2870199"/>
                  </a:lnTo>
                  <a:close/>
                </a:path>
                <a:path w="568325" h="2908300">
                  <a:moveTo>
                    <a:pt x="44590" y="2857499"/>
                  </a:moveTo>
                  <a:lnTo>
                    <a:pt x="25547" y="2857499"/>
                  </a:lnTo>
                  <a:lnTo>
                    <a:pt x="29378" y="2870199"/>
                  </a:lnTo>
                  <a:lnTo>
                    <a:pt x="48611" y="2870199"/>
                  </a:lnTo>
                  <a:lnTo>
                    <a:pt x="44590" y="2857499"/>
                  </a:lnTo>
                  <a:close/>
                </a:path>
                <a:path w="568325" h="2908300">
                  <a:moveTo>
                    <a:pt x="542131" y="2857499"/>
                  </a:moveTo>
                  <a:lnTo>
                    <a:pt x="523309" y="2857499"/>
                  </a:lnTo>
                  <a:lnTo>
                    <a:pt x="519277" y="2870199"/>
                  </a:lnTo>
                  <a:lnTo>
                    <a:pt x="538290" y="2870199"/>
                  </a:lnTo>
                  <a:lnTo>
                    <a:pt x="542131" y="2857499"/>
                  </a:lnTo>
                  <a:close/>
                </a:path>
                <a:path w="568325" h="2908300">
                  <a:moveTo>
                    <a:pt x="34446" y="2844799"/>
                  </a:moveTo>
                  <a:lnTo>
                    <a:pt x="15504" y="2844799"/>
                  </a:lnTo>
                  <a:lnTo>
                    <a:pt x="18600" y="2857499"/>
                  </a:lnTo>
                  <a:lnTo>
                    <a:pt x="37844" y="2857499"/>
                  </a:lnTo>
                  <a:lnTo>
                    <a:pt x="34446" y="2844799"/>
                  </a:lnTo>
                  <a:close/>
                </a:path>
                <a:path w="568325" h="2908300">
                  <a:moveTo>
                    <a:pt x="552396" y="2844799"/>
                  </a:moveTo>
                  <a:lnTo>
                    <a:pt x="533444" y="2844799"/>
                  </a:lnTo>
                  <a:lnTo>
                    <a:pt x="530056" y="2857499"/>
                  </a:lnTo>
                  <a:lnTo>
                    <a:pt x="549098" y="2857499"/>
                  </a:lnTo>
                  <a:lnTo>
                    <a:pt x="552396" y="2844799"/>
                  </a:lnTo>
                  <a:close/>
                </a:path>
                <a:path w="568325" h="2908300">
                  <a:moveTo>
                    <a:pt x="26242" y="2832099"/>
                  </a:moveTo>
                  <a:lnTo>
                    <a:pt x="10214" y="2832099"/>
                  </a:lnTo>
                  <a:lnTo>
                    <a:pt x="12658" y="2844799"/>
                  </a:lnTo>
                  <a:lnTo>
                    <a:pt x="28925" y="2844799"/>
                  </a:lnTo>
                  <a:lnTo>
                    <a:pt x="26242" y="2832099"/>
                  </a:lnTo>
                  <a:close/>
                </a:path>
                <a:path w="568325" h="2908300">
                  <a:moveTo>
                    <a:pt x="557674" y="2832099"/>
                  </a:moveTo>
                  <a:lnTo>
                    <a:pt x="541658" y="2832099"/>
                  </a:lnTo>
                  <a:lnTo>
                    <a:pt x="538963" y="2844799"/>
                  </a:lnTo>
                  <a:lnTo>
                    <a:pt x="555080" y="2844799"/>
                  </a:lnTo>
                  <a:lnTo>
                    <a:pt x="557674" y="2832099"/>
                  </a:lnTo>
                  <a:close/>
                </a:path>
                <a:path w="568325" h="2908300">
                  <a:moveTo>
                    <a:pt x="21927" y="2819399"/>
                  </a:moveTo>
                  <a:lnTo>
                    <a:pt x="5862" y="2819399"/>
                  </a:lnTo>
                  <a:lnTo>
                    <a:pt x="7772" y="2832099"/>
                  </a:lnTo>
                  <a:lnTo>
                    <a:pt x="24109" y="2832099"/>
                  </a:lnTo>
                  <a:lnTo>
                    <a:pt x="21927" y="2819399"/>
                  </a:lnTo>
                  <a:close/>
                </a:path>
                <a:path w="568325" h="2908300">
                  <a:moveTo>
                    <a:pt x="562148" y="2819399"/>
                  </a:moveTo>
                  <a:lnTo>
                    <a:pt x="545840" y="2819399"/>
                  </a:lnTo>
                  <a:lnTo>
                    <a:pt x="543789" y="2832099"/>
                  </a:lnTo>
                  <a:lnTo>
                    <a:pt x="559997" y="2832099"/>
                  </a:lnTo>
                  <a:lnTo>
                    <a:pt x="562148" y="2819399"/>
                  </a:lnTo>
                  <a:close/>
                </a:path>
                <a:path w="568325" h="2908300">
                  <a:moveTo>
                    <a:pt x="17353" y="2806699"/>
                  </a:moveTo>
                  <a:lnTo>
                    <a:pt x="2654" y="2806699"/>
                  </a:lnTo>
                  <a:lnTo>
                    <a:pt x="4011" y="2819399"/>
                  </a:lnTo>
                  <a:lnTo>
                    <a:pt x="18620" y="2819399"/>
                  </a:lnTo>
                  <a:lnTo>
                    <a:pt x="17353" y="2806699"/>
                  </a:lnTo>
                  <a:close/>
                </a:path>
                <a:path w="568325" h="2908300">
                  <a:moveTo>
                    <a:pt x="565316" y="2806699"/>
                  </a:moveTo>
                  <a:lnTo>
                    <a:pt x="550466" y="2806699"/>
                  </a:lnTo>
                  <a:lnTo>
                    <a:pt x="549178" y="2819399"/>
                  </a:lnTo>
                  <a:lnTo>
                    <a:pt x="563877" y="2819399"/>
                  </a:lnTo>
                  <a:lnTo>
                    <a:pt x="565316" y="2806699"/>
                  </a:lnTo>
                  <a:close/>
                </a:path>
                <a:path w="568325" h="2908300">
                  <a:moveTo>
                    <a:pt x="15643" y="2793999"/>
                  </a:moveTo>
                  <a:lnTo>
                    <a:pt x="683" y="2793999"/>
                  </a:lnTo>
                  <a:lnTo>
                    <a:pt x="1508" y="2806699"/>
                  </a:lnTo>
                  <a:lnTo>
                    <a:pt x="16358" y="2806699"/>
                  </a:lnTo>
                  <a:lnTo>
                    <a:pt x="15643" y="2793999"/>
                  </a:lnTo>
                  <a:close/>
                </a:path>
                <a:path w="568325" h="2908300">
                  <a:moveTo>
                    <a:pt x="567216" y="2793999"/>
                  </a:moveTo>
                  <a:lnTo>
                    <a:pt x="552215" y="2793999"/>
                  </a:lnTo>
                  <a:lnTo>
                    <a:pt x="551480" y="2806699"/>
                  </a:lnTo>
                  <a:lnTo>
                    <a:pt x="566441" y="2806699"/>
                  </a:lnTo>
                  <a:lnTo>
                    <a:pt x="567216" y="2793999"/>
                  </a:lnTo>
                  <a:close/>
                </a:path>
                <a:path w="568325" h="2908300">
                  <a:moveTo>
                    <a:pt x="15071" y="126999"/>
                  </a:moveTo>
                  <a:lnTo>
                    <a:pt x="0" y="126999"/>
                  </a:lnTo>
                  <a:lnTo>
                    <a:pt x="0" y="2781299"/>
                  </a:lnTo>
                  <a:lnTo>
                    <a:pt x="171" y="2793999"/>
                  </a:lnTo>
                  <a:lnTo>
                    <a:pt x="15212" y="2793999"/>
                  </a:lnTo>
                  <a:lnTo>
                    <a:pt x="15071" y="2781299"/>
                  </a:lnTo>
                  <a:lnTo>
                    <a:pt x="15071" y="126999"/>
                  </a:lnTo>
                  <a:close/>
                </a:path>
                <a:path w="568325" h="2908300">
                  <a:moveTo>
                    <a:pt x="567899" y="126999"/>
                  </a:moveTo>
                  <a:lnTo>
                    <a:pt x="552818" y="126999"/>
                  </a:lnTo>
                  <a:lnTo>
                    <a:pt x="552818" y="2781299"/>
                  </a:lnTo>
                  <a:lnTo>
                    <a:pt x="552658" y="2793999"/>
                  </a:lnTo>
                  <a:lnTo>
                    <a:pt x="567739" y="2793999"/>
                  </a:lnTo>
                  <a:lnTo>
                    <a:pt x="567899" y="2781299"/>
                  </a:lnTo>
                  <a:lnTo>
                    <a:pt x="567899" y="126999"/>
                  </a:lnTo>
                  <a:close/>
                </a:path>
                <a:path w="568325" h="2908300">
                  <a:moveTo>
                    <a:pt x="15232" y="126999"/>
                  </a:moveTo>
                  <a:lnTo>
                    <a:pt x="15071" y="126999"/>
                  </a:lnTo>
                  <a:lnTo>
                    <a:pt x="15071" y="139699"/>
                  </a:lnTo>
                  <a:lnTo>
                    <a:pt x="15232" y="126999"/>
                  </a:lnTo>
                  <a:close/>
                </a:path>
                <a:path w="568325" h="2908300">
                  <a:moveTo>
                    <a:pt x="552818" y="126999"/>
                  </a:moveTo>
                  <a:lnTo>
                    <a:pt x="552677" y="126999"/>
                  </a:lnTo>
                  <a:lnTo>
                    <a:pt x="552818" y="139699"/>
                  </a:lnTo>
                  <a:lnTo>
                    <a:pt x="552818" y="126999"/>
                  </a:lnTo>
                  <a:close/>
                </a:path>
                <a:path w="568325" h="2908300">
                  <a:moveTo>
                    <a:pt x="16418" y="114299"/>
                  </a:moveTo>
                  <a:lnTo>
                    <a:pt x="643" y="114299"/>
                  </a:lnTo>
                  <a:lnTo>
                    <a:pt x="151" y="126999"/>
                  </a:lnTo>
                  <a:lnTo>
                    <a:pt x="15684" y="126999"/>
                  </a:lnTo>
                  <a:lnTo>
                    <a:pt x="16418" y="114299"/>
                  </a:lnTo>
                  <a:close/>
                </a:path>
                <a:path w="568325" h="2908300">
                  <a:moveTo>
                    <a:pt x="567216" y="114299"/>
                  </a:moveTo>
                  <a:lnTo>
                    <a:pt x="551531" y="114299"/>
                  </a:lnTo>
                  <a:lnTo>
                    <a:pt x="552255" y="126999"/>
                  </a:lnTo>
                  <a:lnTo>
                    <a:pt x="567719" y="126999"/>
                  </a:lnTo>
                  <a:lnTo>
                    <a:pt x="567216" y="114299"/>
                  </a:lnTo>
                  <a:close/>
                </a:path>
                <a:path w="568325" h="2908300">
                  <a:moveTo>
                    <a:pt x="18710" y="101599"/>
                  </a:moveTo>
                  <a:lnTo>
                    <a:pt x="2654" y="101599"/>
                  </a:lnTo>
                  <a:lnTo>
                    <a:pt x="1508" y="114299"/>
                  </a:lnTo>
                  <a:lnTo>
                    <a:pt x="17424" y="114299"/>
                  </a:lnTo>
                  <a:lnTo>
                    <a:pt x="18710" y="101599"/>
                  </a:lnTo>
                  <a:close/>
                </a:path>
                <a:path w="568325" h="2908300">
                  <a:moveTo>
                    <a:pt x="565316" y="101599"/>
                  </a:moveTo>
                  <a:lnTo>
                    <a:pt x="549278" y="101599"/>
                  </a:lnTo>
                  <a:lnTo>
                    <a:pt x="550536" y="114299"/>
                  </a:lnTo>
                  <a:lnTo>
                    <a:pt x="566381" y="114299"/>
                  </a:lnTo>
                  <a:lnTo>
                    <a:pt x="565316" y="101599"/>
                  </a:lnTo>
                  <a:close/>
                </a:path>
                <a:path w="568325" h="2908300">
                  <a:moveTo>
                    <a:pt x="22058" y="88899"/>
                  </a:moveTo>
                  <a:lnTo>
                    <a:pt x="5750" y="88899"/>
                  </a:lnTo>
                  <a:lnTo>
                    <a:pt x="4011" y="101599"/>
                  </a:lnTo>
                  <a:lnTo>
                    <a:pt x="20259" y="101599"/>
                  </a:lnTo>
                  <a:lnTo>
                    <a:pt x="22058" y="88899"/>
                  </a:lnTo>
                  <a:close/>
                </a:path>
                <a:path w="568325" h="2908300">
                  <a:moveTo>
                    <a:pt x="562038" y="88899"/>
                  </a:moveTo>
                  <a:lnTo>
                    <a:pt x="545961" y="88899"/>
                  </a:lnTo>
                  <a:lnTo>
                    <a:pt x="547751" y="101599"/>
                  </a:lnTo>
                  <a:lnTo>
                    <a:pt x="563787" y="101599"/>
                  </a:lnTo>
                  <a:lnTo>
                    <a:pt x="562038" y="88899"/>
                  </a:lnTo>
                  <a:close/>
                </a:path>
                <a:path w="568325" h="2908300">
                  <a:moveTo>
                    <a:pt x="28925" y="76199"/>
                  </a:moveTo>
                  <a:lnTo>
                    <a:pt x="12658" y="76199"/>
                  </a:lnTo>
                  <a:lnTo>
                    <a:pt x="10214" y="88899"/>
                  </a:lnTo>
                  <a:lnTo>
                    <a:pt x="26242" y="88899"/>
                  </a:lnTo>
                  <a:lnTo>
                    <a:pt x="28925" y="76199"/>
                  </a:lnTo>
                  <a:close/>
                </a:path>
                <a:path w="568325" h="2908300">
                  <a:moveTo>
                    <a:pt x="555241" y="76199"/>
                  </a:moveTo>
                  <a:lnTo>
                    <a:pt x="538963" y="76199"/>
                  </a:lnTo>
                  <a:lnTo>
                    <a:pt x="541658" y="88899"/>
                  </a:lnTo>
                  <a:lnTo>
                    <a:pt x="557815" y="88899"/>
                  </a:lnTo>
                  <a:lnTo>
                    <a:pt x="555241" y="76199"/>
                  </a:lnTo>
                  <a:close/>
                </a:path>
                <a:path w="568325" h="2908300">
                  <a:moveTo>
                    <a:pt x="34657" y="63499"/>
                  </a:moveTo>
                  <a:lnTo>
                    <a:pt x="18600" y="63499"/>
                  </a:lnTo>
                  <a:lnTo>
                    <a:pt x="15674" y="76199"/>
                  </a:lnTo>
                  <a:lnTo>
                    <a:pt x="31489" y="76199"/>
                  </a:lnTo>
                  <a:lnTo>
                    <a:pt x="34657" y="63499"/>
                  </a:lnTo>
                  <a:close/>
                </a:path>
                <a:path w="568325" h="2908300">
                  <a:moveTo>
                    <a:pt x="549288" y="63499"/>
                  </a:moveTo>
                  <a:lnTo>
                    <a:pt x="533242" y="63499"/>
                  </a:lnTo>
                  <a:lnTo>
                    <a:pt x="536399" y="76199"/>
                  </a:lnTo>
                  <a:lnTo>
                    <a:pt x="552396" y="76199"/>
                  </a:lnTo>
                  <a:lnTo>
                    <a:pt x="549288" y="63499"/>
                  </a:lnTo>
                  <a:close/>
                </a:path>
                <a:path w="568325" h="2908300">
                  <a:moveTo>
                    <a:pt x="44832" y="50799"/>
                  </a:moveTo>
                  <a:lnTo>
                    <a:pt x="25769" y="50799"/>
                  </a:lnTo>
                  <a:lnTo>
                    <a:pt x="22160" y="63499"/>
                  </a:lnTo>
                  <a:lnTo>
                    <a:pt x="41000" y="63499"/>
                  </a:lnTo>
                  <a:lnTo>
                    <a:pt x="44832" y="50799"/>
                  </a:lnTo>
                  <a:close/>
                </a:path>
                <a:path w="568325" h="2908300">
                  <a:moveTo>
                    <a:pt x="542131" y="50799"/>
                  </a:moveTo>
                  <a:lnTo>
                    <a:pt x="523068" y="50799"/>
                  </a:lnTo>
                  <a:lnTo>
                    <a:pt x="526888" y="63499"/>
                  </a:lnTo>
                  <a:lnTo>
                    <a:pt x="545931" y="63499"/>
                  </a:lnTo>
                  <a:lnTo>
                    <a:pt x="542131" y="50799"/>
                  </a:lnTo>
                  <a:close/>
                </a:path>
                <a:path w="568325" h="2908300">
                  <a:moveTo>
                    <a:pt x="61048" y="38099"/>
                  </a:moveTo>
                  <a:lnTo>
                    <a:pt x="37955" y="38099"/>
                  </a:lnTo>
                  <a:lnTo>
                    <a:pt x="33671" y="50799"/>
                  </a:lnTo>
                  <a:lnTo>
                    <a:pt x="56454" y="50799"/>
                  </a:lnTo>
                  <a:lnTo>
                    <a:pt x="61048" y="38099"/>
                  </a:lnTo>
                  <a:close/>
                </a:path>
                <a:path w="568325" h="2908300">
                  <a:moveTo>
                    <a:pt x="529945" y="38099"/>
                  </a:moveTo>
                  <a:lnTo>
                    <a:pt x="506850" y="38099"/>
                  </a:lnTo>
                  <a:lnTo>
                    <a:pt x="511445" y="50799"/>
                  </a:lnTo>
                  <a:lnTo>
                    <a:pt x="534459" y="50799"/>
                  </a:lnTo>
                  <a:lnTo>
                    <a:pt x="529945" y="38099"/>
                  </a:lnTo>
                  <a:close/>
                </a:path>
                <a:path w="568325" h="2908300">
                  <a:moveTo>
                    <a:pt x="79860" y="25399"/>
                  </a:moveTo>
                  <a:lnTo>
                    <a:pt x="52020" y="25399"/>
                  </a:lnTo>
                  <a:lnTo>
                    <a:pt x="47134" y="38099"/>
                  </a:lnTo>
                  <a:lnTo>
                    <a:pt x="74622" y="38099"/>
                  </a:lnTo>
                  <a:lnTo>
                    <a:pt x="79860" y="25399"/>
                  </a:lnTo>
                  <a:close/>
                </a:path>
                <a:path w="568325" h="2908300">
                  <a:moveTo>
                    <a:pt x="515879" y="25399"/>
                  </a:moveTo>
                  <a:lnTo>
                    <a:pt x="488029" y="25399"/>
                  </a:lnTo>
                  <a:lnTo>
                    <a:pt x="493267" y="38099"/>
                  </a:lnTo>
                  <a:lnTo>
                    <a:pt x="521037" y="38099"/>
                  </a:lnTo>
                  <a:lnTo>
                    <a:pt x="515879" y="25399"/>
                  </a:lnTo>
                  <a:close/>
                </a:path>
                <a:path w="568325" h="2908300">
                  <a:moveTo>
                    <a:pt x="494906" y="12699"/>
                  </a:moveTo>
                  <a:lnTo>
                    <a:pt x="73324" y="12699"/>
                  </a:lnTo>
                  <a:lnTo>
                    <a:pt x="67745" y="25399"/>
                  </a:lnTo>
                  <a:lnTo>
                    <a:pt x="500466" y="25399"/>
                  </a:lnTo>
                  <a:lnTo>
                    <a:pt x="494906" y="12699"/>
                  </a:lnTo>
                  <a:close/>
                </a:path>
                <a:path w="568325" h="2908300">
                  <a:moveTo>
                    <a:pt x="458580" y="0"/>
                  </a:moveTo>
                  <a:lnTo>
                    <a:pt x="109308" y="0"/>
                  </a:lnTo>
                  <a:lnTo>
                    <a:pt x="102944" y="12699"/>
                  </a:lnTo>
                  <a:lnTo>
                    <a:pt x="464573" y="12699"/>
                  </a:lnTo>
                  <a:lnTo>
                    <a:pt x="458580" y="0"/>
                  </a:lnTo>
                  <a:close/>
                </a:path>
              </a:pathLst>
            </a:custGeom>
            <a:solidFill>
              <a:srgbClr val="6FD3A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3" name="object 173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3512820" y="6900671"/>
              <a:ext cx="477773" cy="570674"/>
            </a:xfrm>
            <a:prstGeom prst="rect">
              <a:avLst/>
            </a:prstGeom>
          </p:spPr>
        </p:pic>
        <p:pic>
          <p:nvPicPr>
            <p:cNvPr id="174" name="object 174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3635320" y="7068823"/>
              <a:ext cx="232341" cy="234950"/>
            </a:xfrm>
            <a:prstGeom prst="rect">
              <a:avLst/>
            </a:prstGeom>
          </p:spPr>
        </p:pic>
        <p:sp>
          <p:nvSpPr>
            <p:cNvPr id="175" name="object 175"/>
            <p:cNvSpPr/>
            <p:nvPr/>
          </p:nvSpPr>
          <p:spPr>
            <a:xfrm>
              <a:off x="3541092" y="7575054"/>
              <a:ext cx="421005" cy="10160"/>
            </a:xfrm>
            <a:custGeom>
              <a:avLst/>
              <a:gdLst/>
              <a:ahLst/>
              <a:cxnLst/>
              <a:rect l="l" t="t" r="r" b="b"/>
              <a:pathLst>
                <a:path w="421004" h="10159">
                  <a:moveTo>
                    <a:pt x="420817" y="0"/>
                  </a:moveTo>
                  <a:lnTo>
                    <a:pt x="0" y="0"/>
                  </a:lnTo>
                  <a:lnTo>
                    <a:pt x="0" y="10054"/>
                  </a:lnTo>
                  <a:lnTo>
                    <a:pt x="420817" y="10054"/>
                  </a:lnTo>
                  <a:lnTo>
                    <a:pt x="420817" y="0"/>
                  </a:lnTo>
                  <a:close/>
                </a:path>
              </a:pathLst>
            </a:custGeom>
            <a:solidFill>
              <a:srgbClr val="6FD3A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6" name="object 176"/>
          <p:cNvSpPr txBox="1"/>
          <p:nvPr/>
        </p:nvSpPr>
        <p:spPr>
          <a:xfrm>
            <a:off x="3874069" y="7651315"/>
            <a:ext cx="170180" cy="447040"/>
          </a:xfrm>
          <a:prstGeom prst="rect">
            <a:avLst/>
          </a:prstGeom>
        </p:spPr>
        <p:txBody>
          <a:bodyPr wrap="square" lIns="0" tIns="2540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000">
                <a:solidFill>
                  <a:srgbClr val="1B6B3A"/>
                </a:solidFill>
                <a:latin typeface="Segoe UI Symbol"/>
                <a:cs typeface="Segoe UI Symbol"/>
              </a:rPr>
              <a:t>AI</a:t>
            </a:r>
            <a:r>
              <a:rPr dirty="0" sz="1000" spc="-30">
                <a:solidFill>
                  <a:srgbClr val="1B6B3A"/>
                </a:solidFill>
                <a:latin typeface="Segoe UI Symbol"/>
                <a:cs typeface="Segoe UI Symbol"/>
              </a:rPr>
              <a:t> </a:t>
            </a:r>
            <a:r>
              <a:rPr dirty="0" sz="1000" spc="145">
                <a:solidFill>
                  <a:srgbClr val="1B6B3A"/>
                </a:solidFill>
                <a:latin typeface="Segoe UI Symbol"/>
                <a:cs typeface="Segoe UI Symbol"/>
              </a:rPr>
              <a:t>/</a:t>
            </a:r>
            <a:r>
              <a:rPr dirty="0" sz="1000" spc="-35">
                <a:solidFill>
                  <a:srgbClr val="1B6B3A"/>
                </a:solidFill>
                <a:latin typeface="Segoe UI Symbol"/>
                <a:cs typeface="Segoe UI Symbol"/>
              </a:rPr>
              <a:t> ML</a:t>
            </a:r>
            <a:endParaRPr sz="1000">
              <a:latin typeface="Segoe UI Symbol"/>
              <a:cs typeface="Segoe UI Symbol"/>
            </a:endParaRPr>
          </a:p>
        </p:txBody>
      </p:sp>
      <p:pic>
        <p:nvPicPr>
          <p:cNvPr id="177" name="object 177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3612112" y="7737350"/>
            <a:ext cx="239644" cy="248919"/>
          </a:xfrm>
          <a:prstGeom prst="rect">
            <a:avLst/>
          </a:prstGeom>
        </p:spPr>
      </p:pic>
      <p:sp>
        <p:nvSpPr>
          <p:cNvPr id="178" name="object 178"/>
          <p:cNvSpPr txBox="1"/>
          <p:nvPr/>
        </p:nvSpPr>
        <p:spPr>
          <a:xfrm>
            <a:off x="3475510" y="7702380"/>
            <a:ext cx="148590" cy="317500"/>
          </a:xfrm>
          <a:prstGeom prst="rect">
            <a:avLst/>
          </a:prstGeom>
        </p:spPr>
        <p:txBody>
          <a:bodyPr wrap="square" lIns="0" tIns="3810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850" spc="-50">
                <a:solidFill>
                  <a:srgbClr val="00004A"/>
                </a:solidFill>
                <a:latin typeface="Segoe UI Symbol"/>
                <a:cs typeface="Segoe UI Symbol"/>
              </a:rPr>
              <a:t>Ollama</a:t>
            </a:r>
            <a:endParaRPr sz="850">
              <a:latin typeface="Segoe UI Symbol"/>
              <a:cs typeface="Segoe UI Symbol"/>
            </a:endParaRPr>
          </a:p>
        </p:txBody>
      </p:sp>
      <p:sp>
        <p:nvSpPr>
          <p:cNvPr id="179" name="object 179"/>
          <p:cNvSpPr txBox="1"/>
          <p:nvPr/>
        </p:nvSpPr>
        <p:spPr>
          <a:xfrm>
            <a:off x="3581413" y="8310153"/>
            <a:ext cx="241935" cy="444500"/>
          </a:xfrm>
          <a:prstGeom prst="rect">
            <a:avLst/>
          </a:prstGeom>
        </p:spPr>
        <p:txBody>
          <a:bodyPr wrap="square" lIns="0" tIns="5080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1450" spc="35">
                <a:solidFill>
                  <a:srgbClr val="111111"/>
                </a:solidFill>
                <a:latin typeface="Segoe UI Symbol"/>
                <a:cs typeface="Segoe UI Symbol"/>
              </a:rPr>
              <a:t>groq</a:t>
            </a:r>
            <a:endParaRPr sz="1450">
              <a:latin typeface="Segoe UI Symbol"/>
              <a:cs typeface="Segoe UI Symbol"/>
            </a:endParaRPr>
          </a:p>
        </p:txBody>
      </p:sp>
      <p:sp>
        <p:nvSpPr>
          <p:cNvPr id="180" name="object 180"/>
          <p:cNvSpPr/>
          <p:nvPr/>
        </p:nvSpPr>
        <p:spPr>
          <a:xfrm>
            <a:off x="3745674" y="872128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59">
                <a:moveTo>
                  <a:pt x="22923" y="0"/>
                </a:moveTo>
                <a:lnTo>
                  <a:pt x="12064" y="0"/>
                </a:lnTo>
                <a:lnTo>
                  <a:pt x="5480" y="231"/>
                </a:lnTo>
                <a:lnTo>
                  <a:pt x="50" y="5660"/>
                </a:lnTo>
                <a:lnTo>
                  <a:pt x="0" y="12064"/>
                </a:lnTo>
                <a:lnTo>
                  <a:pt x="50" y="30052"/>
                </a:lnTo>
                <a:lnTo>
                  <a:pt x="5480" y="35481"/>
                </a:lnTo>
                <a:lnTo>
                  <a:pt x="12064" y="34988"/>
                </a:lnTo>
                <a:lnTo>
                  <a:pt x="22923" y="34988"/>
                </a:lnTo>
                <a:lnTo>
                  <a:pt x="29277" y="35481"/>
                </a:lnTo>
                <a:lnTo>
                  <a:pt x="34706" y="30052"/>
                </a:lnTo>
                <a:lnTo>
                  <a:pt x="34988" y="22923"/>
                </a:lnTo>
                <a:lnTo>
                  <a:pt x="34988" y="12064"/>
                </a:lnTo>
                <a:lnTo>
                  <a:pt x="34706" y="5660"/>
                </a:lnTo>
                <a:lnTo>
                  <a:pt x="29277" y="231"/>
                </a:lnTo>
                <a:lnTo>
                  <a:pt x="22923" y="0"/>
                </a:lnTo>
                <a:close/>
              </a:path>
            </a:pathLst>
          </a:custGeom>
          <a:solidFill>
            <a:srgbClr val="1111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1" name="object 181"/>
          <p:cNvSpPr txBox="1"/>
          <p:nvPr/>
        </p:nvSpPr>
        <p:spPr>
          <a:xfrm>
            <a:off x="3466943" y="8414023"/>
            <a:ext cx="156845" cy="236854"/>
          </a:xfrm>
          <a:prstGeom prst="rect">
            <a:avLst/>
          </a:prstGeom>
        </p:spPr>
        <p:txBody>
          <a:bodyPr wrap="square" lIns="0" tIns="444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900" spc="-65">
                <a:solidFill>
                  <a:srgbClr val="00004A"/>
                </a:solidFill>
                <a:latin typeface="Segoe UI Symbol"/>
                <a:cs typeface="Segoe UI Symbol"/>
              </a:rPr>
              <a:t>Groq</a:t>
            </a:r>
            <a:endParaRPr sz="900">
              <a:latin typeface="Segoe UI Symbol"/>
              <a:cs typeface="Segoe UI Symbol"/>
            </a:endParaRPr>
          </a:p>
        </p:txBody>
      </p:sp>
      <p:pic>
        <p:nvPicPr>
          <p:cNvPr id="182" name="object 182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3613452" y="9223926"/>
            <a:ext cx="243089" cy="246379"/>
          </a:xfrm>
          <a:prstGeom prst="rect">
            <a:avLst/>
          </a:prstGeom>
        </p:spPr>
      </p:pic>
      <p:sp>
        <p:nvSpPr>
          <p:cNvPr id="183" name="object 183"/>
          <p:cNvSpPr txBox="1"/>
          <p:nvPr/>
        </p:nvSpPr>
        <p:spPr>
          <a:xfrm>
            <a:off x="3504547" y="9017143"/>
            <a:ext cx="144780" cy="641985"/>
          </a:xfrm>
          <a:prstGeom prst="rect">
            <a:avLst/>
          </a:prstGeom>
        </p:spPr>
        <p:txBody>
          <a:bodyPr wrap="square" lIns="0" tIns="698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800" spc="-35">
                <a:solidFill>
                  <a:srgbClr val="00004A"/>
                </a:solidFill>
                <a:latin typeface="Segoe UI Symbol"/>
                <a:cs typeface="Segoe UI Symbol"/>
              </a:rPr>
              <a:t>Transformers.js</a:t>
            </a:r>
            <a:endParaRPr sz="800">
              <a:latin typeface="Segoe UI Symbol"/>
              <a:cs typeface="Segoe UI Symbol"/>
            </a:endParaRPr>
          </a:p>
        </p:txBody>
      </p:sp>
      <p:grpSp>
        <p:nvGrpSpPr>
          <p:cNvPr id="184" name="object 184"/>
          <p:cNvGrpSpPr/>
          <p:nvPr/>
        </p:nvGrpSpPr>
        <p:grpSpPr>
          <a:xfrm>
            <a:off x="2931227" y="6869854"/>
            <a:ext cx="502284" cy="2908300"/>
            <a:chOff x="2931227" y="6869854"/>
            <a:chExt cx="502284" cy="2908300"/>
          </a:xfrm>
        </p:grpSpPr>
        <p:sp>
          <p:nvSpPr>
            <p:cNvPr id="185" name="object 185"/>
            <p:cNvSpPr/>
            <p:nvPr/>
          </p:nvSpPr>
          <p:spPr>
            <a:xfrm>
              <a:off x="2938525" y="6875335"/>
              <a:ext cx="487680" cy="2895600"/>
            </a:xfrm>
            <a:custGeom>
              <a:avLst/>
              <a:gdLst/>
              <a:ahLst/>
              <a:cxnLst/>
              <a:rect l="l" t="t" r="r" b="b"/>
              <a:pathLst>
                <a:path w="487679" h="2895600">
                  <a:moveTo>
                    <a:pt x="380047" y="0"/>
                  </a:moveTo>
                  <a:lnTo>
                    <a:pt x="107378" y="0"/>
                  </a:lnTo>
                  <a:lnTo>
                    <a:pt x="65664" y="8279"/>
                  </a:lnTo>
                  <a:lnTo>
                    <a:pt x="31584" y="31214"/>
                  </a:lnTo>
                  <a:lnTo>
                    <a:pt x="8556" y="65387"/>
                  </a:lnTo>
                  <a:lnTo>
                    <a:pt x="0" y="107378"/>
                  </a:lnTo>
                  <a:lnTo>
                    <a:pt x="0" y="2788221"/>
                  </a:lnTo>
                  <a:lnTo>
                    <a:pt x="8556" y="2829890"/>
                  </a:lnTo>
                  <a:lnTo>
                    <a:pt x="31584" y="2863955"/>
                  </a:lnTo>
                  <a:lnTo>
                    <a:pt x="65664" y="2886998"/>
                  </a:lnTo>
                  <a:lnTo>
                    <a:pt x="107378" y="2895600"/>
                  </a:lnTo>
                  <a:lnTo>
                    <a:pt x="380047" y="2895600"/>
                  </a:lnTo>
                  <a:lnTo>
                    <a:pt x="421687" y="2886998"/>
                  </a:lnTo>
                  <a:lnTo>
                    <a:pt x="455743" y="2863955"/>
                  </a:lnTo>
                  <a:lnTo>
                    <a:pt x="478796" y="2829890"/>
                  </a:lnTo>
                  <a:lnTo>
                    <a:pt x="487425" y="2788221"/>
                  </a:lnTo>
                  <a:lnTo>
                    <a:pt x="487425" y="107378"/>
                  </a:lnTo>
                  <a:lnTo>
                    <a:pt x="478796" y="65387"/>
                  </a:lnTo>
                  <a:lnTo>
                    <a:pt x="455743" y="31214"/>
                  </a:lnTo>
                  <a:lnTo>
                    <a:pt x="421687" y="8279"/>
                  </a:lnTo>
                  <a:lnTo>
                    <a:pt x="380047" y="0"/>
                  </a:lnTo>
                  <a:close/>
                </a:path>
              </a:pathLst>
            </a:custGeom>
            <a:solidFill>
              <a:srgbClr val="EAE0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/>
            <p:cNvSpPr/>
            <p:nvPr/>
          </p:nvSpPr>
          <p:spPr>
            <a:xfrm>
              <a:off x="2931227" y="6869854"/>
              <a:ext cx="502284" cy="2908300"/>
            </a:xfrm>
            <a:custGeom>
              <a:avLst/>
              <a:gdLst/>
              <a:ahLst/>
              <a:cxnLst/>
              <a:rect l="l" t="t" r="r" b="b"/>
              <a:pathLst>
                <a:path w="502285" h="2908300">
                  <a:moveTo>
                    <a:pt x="441739" y="2895599"/>
                  </a:moveTo>
                  <a:lnTo>
                    <a:pt x="60153" y="2895599"/>
                  </a:lnTo>
                  <a:lnTo>
                    <a:pt x="64768" y="2908299"/>
                  </a:lnTo>
                  <a:lnTo>
                    <a:pt x="436792" y="2908299"/>
                  </a:lnTo>
                  <a:lnTo>
                    <a:pt x="441739" y="2895599"/>
                  </a:lnTo>
                  <a:close/>
                </a:path>
                <a:path w="502285" h="2908300">
                  <a:moveTo>
                    <a:pt x="67020" y="2882899"/>
                  </a:moveTo>
                  <a:lnTo>
                    <a:pt x="41573" y="2882899"/>
                  </a:lnTo>
                  <a:lnTo>
                    <a:pt x="45896" y="2895599"/>
                  </a:lnTo>
                  <a:lnTo>
                    <a:pt x="71645" y="2895599"/>
                  </a:lnTo>
                  <a:lnTo>
                    <a:pt x="67020" y="2882899"/>
                  </a:lnTo>
                  <a:close/>
                </a:path>
                <a:path w="502285" h="2908300">
                  <a:moveTo>
                    <a:pt x="460038" y="2882899"/>
                  </a:moveTo>
                  <a:lnTo>
                    <a:pt x="434872" y="2882899"/>
                  </a:lnTo>
                  <a:lnTo>
                    <a:pt x="430246" y="2895599"/>
                  </a:lnTo>
                  <a:lnTo>
                    <a:pt x="455703" y="2895599"/>
                  </a:lnTo>
                  <a:lnTo>
                    <a:pt x="460038" y="2882899"/>
                  </a:lnTo>
                  <a:close/>
                </a:path>
                <a:path w="502285" h="2908300">
                  <a:moveTo>
                    <a:pt x="47565" y="2870199"/>
                  </a:moveTo>
                  <a:lnTo>
                    <a:pt x="26060" y="2870199"/>
                  </a:lnTo>
                  <a:lnTo>
                    <a:pt x="29659" y="2882899"/>
                  </a:lnTo>
                  <a:lnTo>
                    <a:pt x="51446" y="2882899"/>
                  </a:lnTo>
                  <a:lnTo>
                    <a:pt x="47565" y="2870199"/>
                  </a:lnTo>
                  <a:close/>
                </a:path>
                <a:path w="502285" h="2908300">
                  <a:moveTo>
                    <a:pt x="475602" y="2870199"/>
                  </a:moveTo>
                  <a:lnTo>
                    <a:pt x="454327" y="2870199"/>
                  </a:lnTo>
                  <a:lnTo>
                    <a:pt x="450446" y="2882899"/>
                  </a:lnTo>
                  <a:lnTo>
                    <a:pt x="471991" y="2882899"/>
                  </a:lnTo>
                  <a:lnTo>
                    <a:pt x="475602" y="2870199"/>
                  </a:lnTo>
                  <a:close/>
                </a:path>
                <a:path w="502285" h="2908300">
                  <a:moveTo>
                    <a:pt x="37692" y="2857499"/>
                  </a:moveTo>
                  <a:lnTo>
                    <a:pt x="16689" y="2857499"/>
                  </a:lnTo>
                  <a:lnTo>
                    <a:pt x="19484" y="2870199"/>
                  </a:lnTo>
                  <a:lnTo>
                    <a:pt x="41060" y="2870199"/>
                  </a:lnTo>
                  <a:lnTo>
                    <a:pt x="37692" y="2857499"/>
                  </a:lnTo>
                  <a:close/>
                </a:path>
                <a:path w="502285" h="2908300">
                  <a:moveTo>
                    <a:pt x="485193" y="2857499"/>
                  </a:moveTo>
                  <a:lnTo>
                    <a:pt x="464200" y="2857499"/>
                  </a:lnTo>
                  <a:lnTo>
                    <a:pt x="460832" y="2870199"/>
                  </a:lnTo>
                  <a:lnTo>
                    <a:pt x="482207" y="2870199"/>
                  </a:lnTo>
                  <a:lnTo>
                    <a:pt x="485193" y="2857499"/>
                  </a:lnTo>
                  <a:close/>
                </a:path>
                <a:path w="502285" h="2908300">
                  <a:moveTo>
                    <a:pt x="27005" y="2844799"/>
                  </a:moveTo>
                  <a:lnTo>
                    <a:pt x="11229" y="2844799"/>
                  </a:lnTo>
                  <a:lnTo>
                    <a:pt x="13754" y="2857499"/>
                  </a:lnTo>
                  <a:lnTo>
                    <a:pt x="29578" y="2857499"/>
                  </a:lnTo>
                  <a:lnTo>
                    <a:pt x="27005" y="2844799"/>
                  </a:lnTo>
                  <a:close/>
                </a:path>
                <a:path w="502285" h="2908300">
                  <a:moveTo>
                    <a:pt x="490501" y="2844799"/>
                  </a:moveTo>
                  <a:lnTo>
                    <a:pt x="474887" y="2844799"/>
                  </a:lnTo>
                  <a:lnTo>
                    <a:pt x="472314" y="2857499"/>
                  </a:lnTo>
                  <a:lnTo>
                    <a:pt x="487968" y="2857499"/>
                  </a:lnTo>
                  <a:lnTo>
                    <a:pt x="490501" y="2844799"/>
                  </a:lnTo>
                  <a:close/>
                </a:path>
                <a:path w="502285" h="2908300">
                  <a:moveTo>
                    <a:pt x="21052" y="2832099"/>
                  </a:moveTo>
                  <a:lnTo>
                    <a:pt x="5207" y="2832099"/>
                  </a:lnTo>
                  <a:lnTo>
                    <a:pt x="7016" y="2844799"/>
                  </a:lnTo>
                  <a:lnTo>
                    <a:pt x="22973" y="2844799"/>
                  </a:lnTo>
                  <a:lnTo>
                    <a:pt x="21052" y="2832099"/>
                  </a:lnTo>
                  <a:close/>
                </a:path>
                <a:path w="502285" h="2908300">
                  <a:moveTo>
                    <a:pt x="496796" y="2832099"/>
                  </a:moveTo>
                  <a:lnTo>
                    <a:pt x="480839" y="2832099"/>
                  </a:lnTo>
                  <a:lnTo>
                    <a:pt x="478919" y="2844799"/>
                  </a:lnTo>
                  <a:lnTo>
                    <a:pt x="494996" y="2844799"/>
                  </a:lnTo>
                  <a:lnTo>
                    <a:pt x="496796" y="2832099"/>
                  </a:lnTo>
                  <a:close/>
                </a:path>
                <a:path w="502285" h="2908300">
                  <a:moveTo>
                    <a:pt x="18167" y="2819399"/>
                  </a:moveTo>
                  <a:lnTo>
                    <a:pt x="2362" y="2819399"/>
                  </a:lnTo>
                  <a:lnTo>
                    <a:pt x="3558" y="2832099"/>
                  </a:lnTo>
                  <a:lnTo>
                    <a:pt x="19494" y="2832099"/>
                  </a:lnTo>
                  <a:lnTo>
                    <a:pt x="18167" y="2819399"/>
                  </a:lnTo>
                  <a:close/>
                </a:path>
                <a:path w="502285" h="2908300">
                  <a:moveTo>
                    <a:pt x="499530" y="2819399"/>
                  </a:moveTo>
                  <a:lnTo>
                    <a:pt x="483635" y="2819399"/>
                  </a:lnTo>
                  <a:lnTo>
                    <a:pt x="482287" y="2832099"/>
                  </a:lnTo>
                  <a:lnTo>
                    <a:pt x="498334" y="2832099"/>
                  </a:lnTo>
                  <a:lnTo>
                    <a:pt x="499530" y="2819399"/>
                  </a:lnTo>
                  <a:close/>
                </a:path>
                <a:path w="502285" h="2908300">
                  <a:moveTo>
                    <a:pt x="15572" y="2806699"/>
                  </a:moveTo>
                  <a:lnTo>
                    <a:pt x="612" y="2806699"/>
                  </a:lnTo>
                  <a:lnTo>
                    <a:pt x="1346" y="2819399"/>
                  </a:lnTo>
                  <a:lnTo>
                    <a:pt x="16196" y="2819399"/>
                  </a:lnTo>
                  <a:lnTo>
                    <a:pt x="15572" y="2806699"/>
                  </a:lnTo>
                  <a:close/>
                </a:path>
                <a:path w="502285" h="2908300">
                  <a:moveTo>
                    <a:pt x="501319" y="2806699"/>
                  </a:moveTo>
                  <a:lnTo>
                    <a:pt x="486279" y="2806699"/>
                  </a:lnTo>
                  <a:lnTo>
                    <a:pt x="485635" y="2819399"/>
                  </a:lnTo>
                  <a:lnTo>
                    <a:pt x="500546" y="2819399"/>
                  </a:lnTo>
                  <a:lnTo>
                    <a:pt x="501319" y="2806699"/>
                  </a:lnTo>
                  <a:close/>
                </a:path>
                <a:path w="502285" h="2908300">
                  <a:moveTo>
                    <a:pt x="15081" y="114299"/>
                  </a:moveTo>
                  <a:lnTo>
                    <a:pt x="0" y="114299"/>
                  </a:lnTo>
                  <a:lnTo>
                    <a:pt x="0" y="2793999"/>
                  </a:lnTo>
                  <a:lnTo>
                    <a:pt x="160" y="2806699"/>
                  </a:lnTo>
                  <a:lnTo>
                    <a:pt x="15191" y="2806699"/>
                  </a:lnTo>
                  <a:lnTo>
                    <a:pt x="15081" y="114299"/>
                  </a:lnTo>
                  <a:close/>
                </a:path>
                <a:path w="502285" h="2908300">
                  <a:moveTo>
                    <a:pt x="501893" y="114299"/>
                  </a:moveTo>
                  <a:lnTo>
                    <a:pt x="486691" y="114299"/>
                  </a:lnTo>
                  <a:lnTo>
                    <a:pt x="486681" y="2806699"/>
                  </a:lnTo>
                  <a:lnTo>
                    <a:pt x="501752" y="2806699"/>
                  </a:lnTo>
                  <a:lnTo>
                    <a:pt x="501893" y="2793999"/>
                  </a:lnTo>
                  <a:lnTo>
                    <a:pt x="501893" y="114299"/>
                  </a:lnTo>
                  <a:close/>
                </a:path>
                <a:path w="502285" h="2908300">
                  <a:moveTo>
                    <a:pt x="16247" y="101599"/>
                  </a:moveTo>
                  <a:lnTo>
                    <a:pt x="572" y="101599"/>
                  </a:lnTo>
                  <a:lnTo>
                    <a:pt x="139" y="114299"/>
                  </a:lnTo>
                  <a:lnTo>
                    <a:pt x="15613" y="114299"/>
                  </a:lnTo>
                  <a:lnTo>
                    <a:pt x="16247" y="101599"/>
                  </a:lnTo>
                  <a:close/>
                </a:path>
                <a:path w="502285" h="2908300">
                  <a:moveTo>
                    <a:pt x="501280" y="101599"/>
                  </a:moveTo>
                  <a:lnTo>
                    <a:pt x="485696" y="101599"/>
                  </a:lnTo>
                  <a:lnTo>
                    <a:pt x="486319" y="114299"/>
                  </a:lnTo>
                  <a:lnTo>
                    <a:pt x="501732" y="114299"/>
                  </a:lnTo>
                  <a:lnTo>
                    <a:pt x="501280" y="101599"/>
                  </a:lnTo>
                  <a:close/>
                </a:path>
                <a:path w="502285" h="2908300">
                  <a:moveTo>
                    <a:pt x="18257" y="88899"/>
                  </a:moveTo>
                  <a:lnTo>
                    <a:pt x="3558" y="88899"/>
                  </a:lnTo>
                  <a:lnTo>
                    <a:pt x="2362" y="101599"/>
                  </a:lnTo>
                  <a:lnTo>
                    <a:pt x="17131" y="101599"/>
                  </a:lnTo>
                  <a:lnTo>
                    <a:pt x="18257" y="88899"/>
                  </a:lnTo>
                  <a:close/>
                </a:path>
                <a:path w="502285" h="2908300">
                  <a:moveTo>
                    <a:pt x="498334" y="88899"/>
                  </a:moveTo>
                  <a:lnTo>
                    <a:pt x="483725" y="88899"/>
                  </a:lnTo>
                  <a:lnTo>
                    <a:pt x="484831" y="101599"/>
                  </a:lnTo>
                  <a:lnTo>
                    <a:pt x="499530" y="101599"/>
                  </a:lnTo>
                  <a:lnTo>
                    <a:pt x="498334" y="88899"/>
                  </a:lnTo>
                  <a:close/>
                </a:path>
                <a:path w="502285" h="2908300">
                  <a:moveTo>
                    <a:pt x="22973" y="76199"/>
                  </a:moveTo>
                  <a:lnTo>
                    <a:pt x="7016" y="76199"/>
                  </a:lnTo>
                  <a:lnTo>
                    <a:pt x="5096" y="88899"/>
                  </a:lnTo>
                  <a:lnTo>
                    <a:pt x="21052" y="88899"/>
                  </a:lnTo>
                  <a:lnTo>
                    <a:pt x="22973" y="76199"/>
                  </a:lnTo>
                  <a:close/>
                </a:path>
                <a:path w="502285" h="2908300">
                  <a:moveTo>
                    <a:pt x="494875" y="76199"/>
                  </a:moveTo>
                  <a:lnTo>
                    <a:pt x="478919" y="76199"/>
                  </a:lnTo>
                  <a:lnTo>
                    <a:pt x="480839" y="88899"/>
                  </a:lnTo>
                  <a:lnTo>
                    <a:pt x="496685" y="88899"/>
                  </a:lnTo>
                  <a:lnTo>
                    <a:pt x="494875" y="76199"/>
                  </a:lnTo>
                  <a:close/>
                </a:path>
                <a:path w="502285" h="2908300">
                  <a:moveTo>
                    <a:pt x="29578" y="63499"/>
                  </a:moveTo>
                  <a:lnTo>
                    <a:pt x="11390" y="63499"/>
                  </a:lnTo>
                  <a:lnTo>
                    <a:pt x="9077" y="76199"/>
                  </a:lnTo>
                  <a:lnTo>
                    <a:pt x="27005" y="76199"/>
                  </a:lnTo>
                  <a:lnTo>
                    <a:pt x="29578" y="63499"/>
                  </a:lnTo>
                  <a:close/>
                </a:path>
                <a:path w="502285" h="2908300">
                  <a:moveTo>
                    <a:pt x="490663" y="63499"/>
                  </a:moveTo>
                  <a:lnTo>
                    <a:pt x="472314" y="63499"/>
                  </a:lnTo>
                  <a:lnTo>
                    <a:pt x="474887" y="76199"/>
                  </a:lnTo>
                  <a:lnTo>
                    <a:pt x="492955" y="76199"/>
                  </a:lnTo>
                  <a:lnTo>
                    <a:pt x="490663" y="63499"/>
                  </a:lnTo>
                  <a:close/>
                </a:path>
                <a:path w="502285" h="2908300">
                  <a:moveTo>
                    <a:pt x="37923" y="50799"/>
                  </a:moveTo>
                  <a:lnTo>
                    <a:pt x="19685" y="50799"/>
                  </a:lnTo>
                  <a:lnTo>
                    <a:pt x="16689" y="63499"/>
                  </a:lnTo>
                  <a:lnTo>
                    <a:pt x="34745" y="63499"/>
                  </a:lnTo>
                  <a:lnTo>
                    <a:pt x="37923" y="50799"/>
                  </a:lnTo>
                  <a:close/>
                </a:path>
                <a:path w="502285" h="2908300">
                  <a:moveTo>
                    <a:pt x="482408" y="50799"/>
                  </a:moveTo>
                  <a:lnTo>
                    <a:pt x="463969" y="50799"/>
                  </a:lnTo>
                  <a:lnTo>
                    <a:pt x="467146" y="63499"/>
                  </a:lnTo>
                  <a:lnTo>
                    <a:pt x="485383" y="63499"/>
                  </a:lnTo>
                  <a:lnTo>
                    <a:pt x="482408" y="50799"/>
                  </a:lnTo>
                  <a:close/>
                </a:path>
                <a:path w="502285" h="2908300">
                  <a:moveTo>
                    <a:pt x="51446" y="38099"/>
                  </a:moveTo>
                  <a:lnTo>
                    <a:pt x="29900" y="38099"/>
                  </a:lnTo>
                  <a:lnTo>
                    <a:pt x="26060" y="50799"/>
                  </a:lnTo>
                  <a:lnTo>
                    <a:pt x="47565" y="50799"/>
                  </a:lnTo>
                  <a:lnTo>
                    <a:pt x="51446" y="38099"/>
                  </a:lnTo>
                  <a:close/>
                </a:path>
                <a:path w="502285" h="2908300">
                  <a:moveTo>
                    <a:pt x="472232" y="38099"/>
                  </a:moveTo>
                  <a:lnTo>
                    <a:pt x="450446" y="38099"/>
                  </a:lnTo>
                  <a:lnTo>
                    <a:pt x="454327" y="50799"/>
                  </a:lnTo>
                  <a:lnTo>
                    <a:pt x="475823" y="50799"/>
                  </a:lnTo>
                  <a:lnTo>
                    <a:pt x="472232" y="38099"/>
                  </a:lnTo>
                  <a:close/>
                </a:path>
                <a:path w="502285" h="2908300">
                  <a:moveTo>
                    <a:pt x="67341" y="25399"/>
                  </a:moveTo>
                  <a:lnTo>
                    <a:pt x="41855" y="25399"/>
                  </a:lnTo>
                  <a:lnTo>
                    <a:pt x="37692" y="38099"/>
                  </a:lnTo>
                  <a:lnTo>
                    <a:pt x="62858" y="38099"/>
                  </a:lnTo>
                  <a:lnTo>
                    <a:pt x="67341" y="25399"/>
                  </a:lnTo>
                  <a:close/>
                </a:path>
                <a:path w="502285" h="2908300">
                  <a:moveTo>
                    <a:pt x="460319" y="25399"/>
                  </a:moveTo>
                  <a:lnTo>
                    <a:pt x="434550" y="25399"/>
                  </a:lnTo>
                  <a:lnTo>
                    <a:pt x="439035" y="38099"/>
                  </a:lnTo>
                  <a:lnTo>
                    <a:pt x="464472" y="38099"/>
                  </a:lnTo>
                  <a:lnTo>
                    <a:pt x="460319" y="25399"/>
                  </a:lnTo>
                  <a:close/>
                </a:path>
                <a:path w="502285" h="2908300">
                  <a:moveTo>
                    <a:pt x="441739" y="12699"/>
                  </a:moveTo>
                  <a:lnTo>
                    <a:pt x="60153" y="12699"/>
                  </a:lnTo>
                  <a:lnTo>
                    <a:pt x="55347" y="25399"/>
                  </a:lnTo>
                  <a:lnTo>
                    <a:pt x="446857" y="25399"/>
                  </a:lnTo>
                  <a:lnTo>
                    <a:pt x="441739" y="12699"/>
                  </a:lnTo>
                  <a:close/>
                </a:path>
                <a:path w="502285" h="2908300">
                  <a:moveTo>
                    <a:pt x="410169" y="0"/>
                  </a:moveTo>
                  <a:lnTo>
                    <a:pt x="91723" y="0"/>
                  </a:lnTo>
                  <a:lnTo>
                    <a:pt x="91361" y="12699"/>
                  </a:lnTo>
                  <a:lnTo>
                    <a:pt x="415719" y="12699"/>
                  </a:lnTo>
                  <a:lnTo>
                    <a:pt x="410169" y="0"/>
                  </a:lnTo>
                  <a:close/>
                </a:path>
              </a:pathLst>
            </a:custGeom>
            <a:solidFill>
              <a:srgbClr val="B79BF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7" name="object 187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2943352" y="6900671"/>
              <a:ext cx="477773" cy="570674"/>
            </a:xfrm>
            <a:prstGeom prst="rect">
              <a:avLst/>
            </a:prstGeom>
          </p:spPr>
        </p:pic>
        <p:pic>
          <p:nvPicPr>
            <p:cNvPr id="188" name="object 188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3071613" y="7047864"/>
              <a:ext cx="245874" cy="275393"/>
            </a:xfrm>
            <a:prstGeom prst="rect">
              <a:avLst/>
            </a:prstGeom>
          </p:spPr>
        </p:pic>
        <p:sp>
          <p:nvSpPr>
            <p:cNvPr id="189" name="object 189"/>
            <p:cNvSpPr/>
            <p:nvPr/>
          </p:nvSpPr>
          <p:spPr>
            <a:xfrm>
              <a:off x="3004772" y="7575054"/>
              <a:ext cx="354965" cy="10160"/>
            </a:xfrm>
            <a:custGeom>
              <a:avLst/>
              <a:gdLst/>
              <a:ahLst/>
              <a:cxnLst/>
              <a:rect l="l" t="t" r="r" b="b"/>
              <a:pathLst>
                <a:path w="354964" h="10159">
                  <a:moveTo>
                    <a:pt x="354801" y="0"/>
                  </a:moveTo>
                  <a:lnTo>
                    <a:pt x="0" y="0"/>
                  </a:lnTo>
                  <a:lnTo>
                    <a:pt x="0" y="10054"/>
                  </a:lnTo>
                  <a:lnTo>
                    <a:pt x="354801" y="10054"/>
                  </a:lnTo>
                  <a:lnTo>
                    <a:pt x="354801" y="0"/>
                  </a:lnTo>
                  <a:close/>
                </a:path>
              </a:pathLst>
            </a:custGeom>
            <a:solidFill>
              <a:srgbClr val="B79BF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0" name="object 190"/>
          <p:cNvSpPr txBox="1"/>
          <p:nvPr/>
        </p:nvSpPr>
        <p:spPr>
          <a:xfrm>
            <a:off x="3281022" y="7651315"/>
            <a:ext cx="161290" cy="1294130"/>
          </a:xfrm>
          <a:prstGeom prst="rect">
            <a:avLst/>
          </a:prstGeom>
        </p:spPr>
        <p:txBody>
          <a:bodyPr wrap="square" lIns="0" tIns="1270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950">
                <a:solidFill>
                  <a:srgbClr val="6B21C8"/>
                </a:solidFill>
                <a:latin typeface="Segoe UI Symbol"/>
                <a:cs typeface="Segoe UI Symbol"/>
              </a:rPr>
              <a:t>API</a:t>
            </a:r>
            <a:r>
              <a:rPr dirty="0" sz="950" spc="-20">
                <a:solidFill>
                  <a:srgbClr val="6B21C8"/>
                </a:solidFill>
                <a:latin typeface="Segoe UI Symbol"/>
                <a:cs typeface="Segoe UI Symbol"/>
              </a:rPr>
              <a:t> </a:t>
            </a:r>
            <a:r>
              <a:rPr dirty="0" sz="950" spc="-100">
                <a:solidFill>
                  <a:srgbClr val="6B21C8"/>
                </a:solidFill>
                <a:latin typeface="Segoe UI Symbol"/>
                <a:cs typeface="Segoe UI Symbol"/>
              </a:rPr>
              <a:t>&amp;</a:t>
            </a:r>
            <a:r>
              <a:rPr dirty="0" sz="950" spc="-15">
                <a:solidFill>
                  <a:srgbClr val="6B21C8"/>
                </a:solidFill>
                <a:latin typeface="Segoe UI Symbol"/>
                <a:cs typeface="Segoe UI Symbol"/>
              </a:rPr>
              <a:t> </a:t>
            </a:r>
            <a:r>
              <a:rPr dirty="0" sz="950" spc="-45">
                <a:solidFill>
                  <a:srgbClr val="6B21C8"/>
                </a:solidFill>
                <a:latin typeface="Segoe UI Symbol"/>
                <a:cs typeface="Segoe UI Symbol"/>
              </a:rPr>
              <a:t>COMMUNICATION</a:t>
            </a:r>
            <a:endParaRPr sz="950">
              <a:latin typeface="Segoe UI Symbol"/>
              <a:cs typeface="Segoe UI Symbol"/>
            </a:endParaRPr>
          </a:p>
        </p:txBody>
      </p:sp>
      <p:grpSp>
        <p:nvGrpSpPr>
          <p:cNvPr id="191" name="object 191"/>
          <p:cNvGrpSpPr/>
          <p:nvPr/>
        </p:nvGrpSpPr>
        <p:grpSpPr>
          <a:xfrm>
            <a:off x="2403151" y="6869854"/>
            <a:ext cx="810895" cy="2908300"/>
            <a:chOff x="2403151" y="6869854"/>
            <a:chExt cx="810895" cy="2908300"/>
          </a:xfrm>
        </p:grpSpPr>
        <p:pic>
          <p:nvPicPr>
            <p:cNvPr id="192" name="object 192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3006421" y="7703456"/>
              <a:ext cx="194729" cy="198076"/>
            </a:xfrm>
            <a:prstGeom prst="rect">
              <a:avLst/>
            </a:prstGeom>
          </p:spPr>
        </p:pic>
        <p:pic>
          <p:nvPicPr>
            <p:cNvPr id="193" name="object 193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2965993" y="8855794"/>
              <a:ext cx="247534" cy="216536"/>
            </a:xfrm>
            <a:prstGeom prst="rect">
              <a:avLst/>
            </a:prstGeom>
          </p:spPr>
        </p:pic>
        <p:sp>
          <p:nvSpPr>
            <p:cNvPr id="194" name="object 194"/>
            <p:cNvSpPr/>
            <p:nvPr/>
          </p:nvSpPr>
          <p:spPr>
            <a:xfrm>
              <a:off x="2411285" y="6875335"/>
              <a:ext cx="503555" cy="2895600"/>
            </a:xfrm>
            <a:custGeom>
              <a:avLst/>
              <a:gdLst/>
              <a:ahLst/>
              <a:cxnLst/>
              <a:rect l="l" t="t" r="r" b="b"/>
              <a:pathLst>
                <a:path w="503555" h="2895600">
                  <a:moveTo>
                    <a:pt x="392112" y="0"/>
                  </a:moveTo>
                  <a:lnTo>
                    <a:pt x="109791" y="0"/>
                  </a:lnTo>
                  <a:lnTo>
                    <a:pt x="66899" y="8564"/>
                  </a:lnTo>
                  <a:lnTo>
                    <a:pt x="31870" y="32277"/>
                  </a:lnTo>
                  <a:lnTo>
                    <a:pt x="8353" y="67601"/>
                  </a:lnTo>
                  <a:lnTo>
                    <a:pt x="0" y="110998"/>
                  </a:lnTo>
                  <a:lnTo>
                    <a:pt x="0" y="2784602"/>
                  </a:lnTo>
                  <a:lnTo>
                    <a:pt x="8353" y="2827676"/>
                  </a:lnTo>
                  <a:lnTo>
                    <a:pt x="31870" y="2862892"/>
                  </a:lnTo>
                  <a:lnTo>
                    <a:pt x="66899" y="2886712"/>
                  </a:lnTo>
                  <a:lnTo>
                    <a:pt x="109791" y="2895600"/>
                  </a:lnTo>
                  <a:lnTo>
                    <a:pt x="392112" y="2895600"/>
                  </a:lnTo>
                  <a:lnTo>
                    <a:pt x="435152" y="2886712"/>
                  </a:lnTo>
                  <a:lnTo>
                    <a:pt x="470357" y="2862892"/>
                  </a:lnTo>
                  <a:lnTo>
                    <a:pt x="494189" y="2827676"/>
                  </a:lnTo>
                  <a:lnTo>
                    <a:pt x="503110" y="2784602"/>
                  </a:lnTo>
                  <a:lnTo>
                    <a:pt x="503110" y="110998"/>
                  </a:lnTo>
                  <a:lnTo>
                    <a:pt x="494189" y="67601"/>
                  </a:lnTo>
                  <a:lnTo>
                    <a:pt x="470357" y="32277"/>
                  </a:lnTo>
                  <a:lnTo>
                    <a:pt x="435152" y="8564"/>
                  </a:lnTo>
                  <a:lnTo>
                    <a:pt x="392112" y="0"/>
                  </a:lnTo>
                  <a:close/>
                </a:path>
              </a:pathLst>
            </a:custGeom>
            <a:solidFill>
              <a:srgbClr val="FDE6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/>
            <p:cNvSpPr/>
            <p:nvPr/>
          </p:nvSpPr>
          <p:spPr>
            <a:xfrm>
              <a:off x="2403151" y="6869854"/>
              <a:ext cx="518795" cy="2908300"/>
            </a:xfrm>
            <a:custGeom>
              <a:avLst/>
              <a:gdLst/>
              <a:ahLst/>
              <a:cxnLst/>
              <a:rect l="l" t="t" r="r" b="b"/>
              <a:pathLst>
                <a:path w="518794" h="2908300">
                  <a:moveTo>
                    <a:pt x="456349" y="2895599"/>
                  </a:moveTo>
                  <a:lnTo>
                    <a:pt x="61733" y="2895599"/>
                  </a:lnTo>
                  <a:lnTo>
                    <a:pt x="66831" y="2908299"/>
                  </a:lnTo>
                  <a:lnTo>
                    <a:pt x="451241" y="2908299"/>
                  </a:lnTo>
                  <a:lnTo>
                    <a:pt x="456349" y="2895599"/>
                  </a:lnTo>
                  <a:close/>
                </a:path>
                <a:path w="518794" h="2908300">
                  <a:moveTo>
                    <a:pt x="68931" y="2882899"/>
                  </a:moveTo>
                  <a:lnTo>
                    <a:pt x="43173" y="2882899"/>
                  </a:lnTo>
                  <a:lnTo>
                    <a:pt x="47355" y="2895599"/>
                  </a:lnTo>
                  <a:lnTo>
                    <a:pt x="73698" y="2895599"/>
                  </a:lnTo>
                  <a:lnTo>
                    <a:pt x="68931" y="2882899"/>
                  </a:lnTo>
                  <a:close/>
                </a:path>
                <a:path w="518794" h="2908300">
                  <a:moveTo>
                    <a:pt x="475221" y="2882899"/>
                  </a:moveTo>
                  <a:lnTo>
                    <a:pt x="449472" y="2882899"/>
                  </a:lnTo>
                  <a:lnTo>
                    <a:pt x="444696" y="2895599"/>
                  </a:lnTo>
                  <a:lnTo>
                    <a:pt x="471037" y="2895599"/>
                  </a:lnTo>
                  <a:lnTo>
                    <a:pt x="475221" y="2882899"/>
                  </a:lnTo>
                  <a:close/>
                </a:path>
                <a:path w="518794" h="2908300">
                  <a:moveTo>
                    <a:pt x="52492" y="2870199"/>
                  </a:moveTo>
                  <a:lnTo>
                    <a:pt x="30605" y="2870199"/>
                  </a:lnTo>
                  <a:lnTo>
                    <a:pt x="34516" y="2882899"/>
                  </a:lnTo>
                  <a:lnTo>
                    <a:pt x="56676" y="2882899"/>
                  </a:lnTo>
                  <a:lnTo>
                    <a:pt x="52492" y="2870199"/>
                  </a:lnTo>
                  <a:close/>
                </a:path>
                <a:path w="518794" h="2908300">
                  <a:moveTo>
                    <a:pt x="487546" y="2870199"/>
                  </a:moveTo>
                  <a:lnTo>
                    <a:pt x="465900" y="2870199"/>
                  </a:lnTo>
                  <a:lnTo>
                    <a:pt x="461718" y="2882899"/>
                  </a:lnTo>
                  <a:lnTo>
                    <a:pt x="483887" y="2882899"/>
                  </a:lnTo>
                  <a:lnTo>
                    <a:pt x="487546" y="2870199"/>
                  </a:lnTo>
                  <a:close/>
                </a:path>
                <a:path w="518794" h="2908300">
                  <a:moveTo>
                    <a:pt x="38527" y="2857499"/>
                  </a:moveTo>
                  <a:lnTo>
                    <a:pt x="20099" y="2857499"/>
                  </a:lnTo>
                  <a:lnTo>
                    <a:pt x="23397" y="2870199"/>
                  </a:lnTo>
                  <a:lnTo>
                    <a:pt x="42006" y="2870199"/>
                  </a:lnTo>
                  <a:lnTo>
                    <a:pt x="38527" y="2857499"/>
                  </a:lnTo>
                  <a:close/>
                </a:path>
                <a:path w="518794" h="2908300">
                  <a:moveTo>
                    <a:pt x="498094" y="2857499"/>
                  </a:moveTo>
                  <a:lnTo>
                    <a:pt x="479875" y="2857499"/>
                  </a:lnTo>
                  <a:lnTo>
                    <a:pt x="476397" y="2870199"/>
                  </a:lnTo>
                  <a:lnTo>
                    <a:pt x="495007" y="2870199"/>
                  </a:lnTo>
                  <a:lnTo>
                    <a:pt x="498094" y="2857499"/>
                  </a:lnTo>
                  <a:close/>
                </a:path>
                <a:path w="518794" h="2908300">
                  <a:moveTo>
                    <a:pt x="29921" y="2844799"/>
                  </a:moveTo>
                  <a:lnTo>
                    <a:pt x="11743" y="2844799"/>
                  </a:lnTo>
                  <a:lnTo>
                    <a:pt x="14197" y="2857499"/>
                  </a:lnTo>
                  <a:lnTo>
                    <a:pt x="32797" y="2857499"/>
                  </a:lnTo>
                  <a:lnTo>
                    <a:pt x="29921" y="2844799"/>
                  </a:lnTo>
                  <a:close/>
                </a:path>
                <a:path w="518794" h="2908300">
                  <a:moveTo>
                    <a:pt x="506649" y="2844799"/>
                  </a:moveTo>
                  <a:lnTo>
                    <a:pt x="488482" y="2844799"/>
                  </a:lnTo>
                  <a:lnTo>
                    <a:pt x="485597" y="2857499"/>
                  </a:lnTo>
                  <a:lnTo>
                    <a:pt x="504036" y="2857499"/>
                  </a:lnTo>
                  <a:lnTo>
                    <a:pt x="506649" y="2844799"/>
                  </a:lnTo>
                  <a:close/>
                </a:path>
                <a:path w="518794" h="2908300">
                  <a:moveTo>
                    <a:pt x="23115" y="2832099"/>
                  </a:moveTo>
                  <a:lnTo>
                    <a:pt x="7238" y="2832099"/>
                  </a:lnTo>
                  <a:lnTo>
                    <a:pt x="9230" y="2844799"/>
                  </a:lnTo>
                  <a:lnTo>
                    <a:pt x="25327" y="2844799"/>
                  </a:lnTo>
                  <a:lnTo>
                    <a:pt x="23115" y="2832099"/>
                  </a:lnTo>
                  <a:close/>
                </a:path>
                <a:path w="518794" h="2908300">
                  <a:moveTo>
                    <a:pt x="511285" y="2832099"/>
                  </a:moveTo>
                  <a:lnTo>
                    <a:pt x="495288" y="2832099"/>
                  </a:lnTo>
                  <a:lnTo>
                    <a:pt x="493067" y="2844799"/>
                  </a:lnTo>
                  <a:lnTo>
                    <a:pt x="509032" y="2844799"/>
                  </a:lnTo>
                  <a:lnTo>
                    <a:pt x="511285" y="2832099"/>
                  </a:lnTo>
                  <a:close/>
                </a:path>
                <a:path w="518794" h="2908300">
                  <a:moveTo>
                    <a:pt x="18279" y="2819399"/>
                  </a:moveTo>
                  <a:lnTo>
                    <a:pt x="2443" y="2819399"/>
                  </a:lnTo>
                  <a:lnTo>
                    <a:pt x="3770" y="2832099"/>
                  </a:lnTo>
                  <a:lnTo>
                    <a:pt x="19655" y="2832099"/>
                  </a:lnTo>
                  <a:lnTo>
                    <a:pt x="18279" y="2819399"/>
                  </a:lnTo>
                  <a:close/>
                </a:path>
                <a:path w="518794" h="2908300">
                  <a:moveTo>
                    <a:pt x="515960" y="2819399"/>
                  </a:moveTo>
                  <a:lnTo>
                    <a:pt x="500024" y="2819399"/>
                  </a:lnTo>
                  <a:lnTo>
                    <a:pt x="498627" y="2832099"/>
                  </a:lnTo>
                  <a:lnTo>
                    <a:pt x="514723" y="2832099"/>
                  </a:lnTo>
                  <a:lnTo>
                    <a:pt x="515960" y="2819399"/>
                  </a:lnTo>
                  <a:close/>
                </a:path>
                <a:path w="518794" h="2908300">
                  <a:moveTo>
                    <a:pt x="16238" y="2806699"/>
                  </a:moveTo>
                  <a:lnTo>
                    <a:pt x="633" y="2806699"/>
                  </a:lnTo>
                  <a:lnTo>
                    <a:pt x="1388" y="2819399"/>
                  </a:lnTo>
                  <a:lnTo>
                    <a:pt x="17132" y="2819399"/>
                  </a:lnTo>
                  <a:lnTo>
                    <a:pt x="16238" y="2806699"/>
                  </a:lnTo>
                  <a:close/>
                </a:path>
                <a:path w="518794" h="2908300">
                  <a:moveTo>
                    <a:pt x="517810" y="2806699"/>
                  </a:moveTo>
                  <a:lnTo>
                    <a:pt x="502105" y="2806699"/>
                  </a:lnTo>
                  <a:lnTo>
                    <a:pt x="501190" y="2819399"/>
                  </a:lnTo>
                  <a:lnTo>
                    <a:pt x="517066" y="2819399"/>
                  </a:lnTo>
                  <a:lnTo>
                    <a:pt x="517810" y="2806699"/>
                  </a:lnTo>
                  <a:close/>
                </a:path>
                <a:path w="518794" h="2908300">
                  <a:moveTo>
                    <a:pt x="15222" y="114299"/>
                  </a:moveTo>
                  <a:lnTo>
                    <a:pt x="140" y="114299"/>
                  </a:lnTo>
                  <a:lnTo>
                    <a:pt x="0" y="126999"/>
                  </a:lnTo>
                  <a:lnTo>
                    <a:pt x="0" y="2793999"/>
                  </a:lnTo>
                  <a:lnTo>
                    <a:pt x="161" y="2806699"/>
                  </a:lnTo>
                  <a:lnTo>
                    <a:pt x="15201" y="2806699"/>
                  </a:lnTo>
                  <a:lnTo>
                    <a:pt x="15222" y="114299"/>
                  </a:lnTo>
                  <a:close/>
                </a:path>
                <a:path w="518794" h="2908300">
                  <a:moveTo>
                    <a:pt x="518232" y="114299"/>
                  </a:moveTo>
                  <a:lnTo>
                    <a:pt x="503191" y="114299"/>
                  </a:lnTo>
                  <a:lnTo>
                    <a:pt x="503322" y="126999"/>
                  </a:lnTo>
                  <a:lnTo>
                    <a:pt x="503322" y="2793999"/>
                  </a:lnTo>
                  <a:lnTo>
                    <a:pt x="503181" y="2806699"/>
                  </a:lnTo>
                  <a:lnTo>
                    <a:pt x="518252" y="2806699"/>
                  </a:lnTo>
                  <a:lnTo>
                    <a:pt x="518393" y="2793999"/>
                  </a:lnTo>
                  <a:lnTo>
                    <a:pt x="518393" y="126999"/>
                  </a:lnTo>
                  <a:lnTo>
                    <a:pt x="518232" y="114299"/>
                  </a:lnTo>
                  <a:close/>
                </a:path>
                <a:path w="518794" h="2908300">
                  <a:moveTo>
                    <a:pt x="16297" y="101599"/>
                  </a:moveTo>
                  <a:lnTo>
                    <a:pt x="1388" y="101599"/>
                  </a:lnTo>
                  <a:lnTo>
                    <a:pt x="594" y="114299"/>
                  </a:lnTo>
                  <a:lnTo>
                    <a:pt x="15634" y="114299"/>
                  </a:lnTo>
                  <a:lnTo>
                    <a:pt x="16297" y="101599"/>
                  </a:lnTo>
                  <a:close/>
                </a:path>
                <a:path w="518794" h="2908300">
                  <a:moveTo>
                    <a:pt x="517005" y="101599"/>
                  </a:moveTo>
                  <a:lnTo>
                    <a:pt x="502155" y="101599"/>
                  </a:lnTo>
                  <a:lnTo>
                    <a:pt x="502809" y="114299"/>
                  </a:lnTo>
                  <a:lnTo>
                    <a:pt x="517770" y="114299"/>
                  </a:lnTo>
                  <a:lnTo>
                    <a:pt x="517005" y="101599"/>
                  </a:lnTo>
                  <a:close/>
                </a:path>
                <a:path w="518794" h="2908300">
                  <a:moveTo>
                    <a:pt x="19767" y="88899"/>
                  </a:moveTo>
                  <a:lnTo>
                    <a:pt x="3680" y="88899"/>
                  </a:lnTo>
                  <a:lnTo>
                    <a:pt x="2363" y="101599"/>
                  </a:lnTo>
                  <a:lnTo>
                    <a:pt x="18369" y="101599"/>
                  </a:lnTo>
                  <a:lnTo>
                    <a:pt x="19767" y="88899"/>
                  </a:lnTo>
                  <a:close/>
                </a:path>
                <a:path w="518794" h="2908300">
                  <a:moveTo>
                    <a:pt x="514723" y="88899"/>
                  </a:moveTo>
                  <a:lnTo>
                    <a:pt x="498737" y="88899"/>
                  </a:lnTo>
                  <a:lnTo>
                    <a:pt x="500114" y="101599"/>
                  </a:lnTo>
                  <a:lnTo>
                    <a:pt x="515960" y="101599"/>
                  </a:lnTo>
                  <a:lnTo>
                    <a:pt x="514723" y="88899"/>
                  </a:lnTo>
                  <a:close/>
                </a:path>
                <a:path w="518794" h="2908300">
                  <a:moveTo>
                    <a:pt x="23256" y="76199"/>
                  </a:moveTo>
                  <a:lnTo>
                    <a:pt x="7238" y="76199"/>
                  </a:lnTo>
                  <a:lnTo>
                    <a:pt x="5269" y="88899"/>
                  </a:lnTo>
                  <a:lnTo>
                    <a:pt x="21275" y="88899"/>
                  </a:lnTo>
                  <a:lnTo>
                    <a:pt x="23256" y="76199"/>
                  </a:lnTo>
                  <a:close/>
                </a:path>
                <a:path w="518794" h="2908300">
                  <a:moveTo>
                    <a:pt x="511285" y="76199"/>
                  </a:moveTo>
                  <a:lnTo>
                    <a:pt x="495137" y="76199"/>
                  </a:lnTo>
                  <a:lnTo>
                    <a:pt x="497128" y="88899"/>
                  </a:lnTo>
                  <a:lnTo>
                    <a:pt x="513024" y="88899"/>
                  </a:lnTo>
                  <a:lnTo>
                    <a:pt x="511285" y="76199"/>
                  </a:lnTo>
                  <a:close/>
                </a:path>
                <a:path w="518794" h="2908300">
                  <a:moveTo>
                    <a:pt x="30102" y="63499"/>
                  </a:moveTo>
                  <a:lnTo>
                    <a:pt x="14367" y="63499"/>
                  </a:lnTo>
                  <a:lnTo>
                    <a:pt x="11743" y="76199"/>
                  </a:lnTo>
                  <a:lnTo>
                    <a:pt x="27438" y="76199"/>
                  </a:lnTo>
                  <a:lnTo>
                    <a:pt x="30102" y="63499"/>
                  </a:lnTo>
                  <a:close/>
                </a:path>
                <a:path w="518794" h="2908300">
                  <a:moveTo>
                    <a:pt x="504206" y="63499"/>
                  </a:moveTo>
                  <a:lnTo>
                    <a:pt x="488290" y="63499"/>
                  </a:lnTo>
                  <a:lnTo>
                    <a:pt x="490955" y="76199"/>
                  </a:lnTo>
                  <a:lnTo>
                    <a:pt x="506811" y="76199"/>
                  </a:lnTo>
                  <a:lnTo>
                    <a:pt x="504206" y="63499"/>
                  </a:lnTo>
                  <a:close/>
                </a:path>
                <a:path w="518794" h="2908300">
                  <a:moveTo>
                    <a:pt x="38748" y="50799"/>
                  </a:moveTo>
                  <a:lnTo>
                    <a:pt x="20099" y="50799"/>
                  </a:lnTo>
                  <a:lnTo>
                    <a:pt x="17223" y="63499"/>
                  </a:lnTo>
                  <a:lnTo>
                    <a:pt x="35471" y="63499"/>
                  </a:lnTo>
                  <a:lnTo>
                    <a:pt x="38748" y="50799"/>
                  </a:lnTo>
                  <a:close/>
                </a:path>
                <a:path w="518794" h="2908300">
                  <a:moveTo>
                    <a:pt x="498294" y="50799"/>
                  </a:moveTo>
                  <a:lnTo>
                    <a:pt x="479644" y="50799"/>
                  </a:lnTo>
                  <a:lnTo>
                    <a:pt x="482932" y="63499"/>
                  </a:lnTo>
                  <a:lnTo>
                    <a:pt x="501180" y="63499"/>
                  </a:lnTo>
                  <a:lnTo>
                    <a:pt x="498294" y="50799"/>
                  </a:lnTo>
                  <a:close/>
                </a:path>
                <a:path w="518794" h="2908300">
                  <a:moveTo>
                    <a:pt x="52774" y="38099"/>
                  </a:moveTo>
                  <a:lnTo>
                    <a:pt x="30847" y="38099"/>
                  </a:lnTo>
                  <a:lnTo>
                    <a:pt x="27127" y="50799"/>
                  </a:lnTo>
                  <a:lnTo>
                    <a:pt x="48752" y="50799"/>
                  </a:lnTo>
                  <a:lnTo>
                    <a:pt x="52774" y="38099"/>
                  </a:lnTo>
                  <a:close/>
                </a:path>
                <a:path w="518794" h="2908300">
                  <a:moveTo>
                    <a:pt x="487787" y="38099"/>
                  </a:moveTo>
                  <a:lnTo>
                    <a:pt x="465628" y="38099"/>
                  </a:lnTo>
                  <a:lnTo>
                    <a:pt x="469640" y="50799"/>
                  </a:lnTo>
                  <a:lnTo>
                    <a:pt x="491277" y="50799"/>
                  </a:lnTo>
                  <a:lnTo>
                    <a:pt x="487787" y="38099"/>
                  </a:lnTo>
                  <a:close/>
                </a:path>
                <a:path w="518794" h="2908300">
                  <a:moveTo>
                    <a:pt x="69244" y="25399"/>
                  </a:moveTo>
                  <a:lnTo>
                    <a:pt x="43173" y="25399"/>
                  </a:lnTo>
                  <a:lnTo>
                    <a:pt x="38879" y="38099"/>
                  </a:lnTo>
                  <a:lnTo>
                    <a:pt x="64608" y="38099"/>
                  </a:lnTo>
                  <a:lnTo>
                    <a:pt x="69244" y="25399"/>
                  </a:lnTo>
                  <a:close/>
                </a:path>
                <a:path w="518794" h="2908300">
                  <a:moveTo>
                    <a:pt x="475501" y="25399"/>
                  </a:moveTo>
                  <a:lnTo>
                    <a:pt x="449150" y="25399"/>
                  </a:lnTo>
                  <a:lnTo>
                    <a:pt x="453784" y="38099"/>
                  </a:lnTo>
                  <a:lnTo>
                    <a:pt x="479785" y="38099"/>
                  </a:lnTo>
                  <a:lnTo>
                    <a:pt x="475501" y="25399"/>
                  </a:lnTo>
                  <a:close/>
                </a:path>
                <a:path w="518794" h="2908300">
                  <a:moveTo>
                    <a:pt x="456670" y="12699"/>
                  </a:moveTo>
                  <a:lnTo>
                    <a:pt x="62054" y="12699"/>
                  </a:lnTo>
                  <a:lnTo>
                    <a:pt x="57097" y="25399"/>
                  </a:lnTo>
                  <a:lnTo>
                    <a:pt x="461617" y="25399"/>
                  </a:lnTo>
                  <a:lnTo>
                    <a:pt x="456670" y="12699"/>
                  </a:lnTo>
                  <a:close/>
                </a:path>
                <a:path w="518794" h="2908300">
                  <a:moveTo>
                    <a:pt x="417941" y="0"/>
                  </a:moveTo>
                  <a:lnTo>
                    <a:pt x="100079" y="0"/>
                  </a:lnTo>
                  <a:lnTo>
                    <a:pt x="94258" y="12699"/>
                  </a:lnTo>
                  <a:lnTo>
                    <a:pt x="423773" y="12699"/>
                  </a:lnTo>
                  <a:lnTo>
                    <a:pt x="417941" y="0"/>
                  </a:lnTo>
                  <a:close/>
                </a:path>
              </a:pathLst>
            </a:custGeom>
            <a:solidFill>
              <a:srgbClr val="F0B07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6" name="object 196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2423350" y="6900671"/>
              <a:ext cx="477773" cy="570674"/>
            </a:xfrm>
            <a:prstGeom prst="rect">
              <a:avLst/>
            </a:prstGeom>
          </p:spPr>
        </p:pic>
        <p:sp>
          <p:nvSpPr>
            <p:cNvPr id="197" name="object 197"/>
            <p:cNvSpPr/>
            <p:nvPr/>
          </p:nvSpPr>
          <p:spPr>
            <a:xfrm>
              <a:off x="2554345" y="7025896"/>
              <a:ext cx="206375" cy="319405"/>
            </a:xfrm>
            <a:custGeom>
              <a:avLst/>
              <a:gdLst/>
              <a:ahLst/>
              <a:cxnLst/>
              <a:rect l="l" t="t" r="r" b="b"/>
              <a:pathLst>
                <a:path w="206375" h="319404">
                  <a:moveTo>
                    <a:pt x="109540" y="0"/>
                  </a:moveTo>
                  <a:lnTo>
                    <a:pt x="101997" y="1144"/>
                  </a:lnTo>
                  <a:lnTo>
                    <a:pt x="95219" y="4373"/>
                  </a:lnTo>
                  <a:lnTo>
                    <a:pt x="89476" y="9382"/>
                  </a:lnTo>
                  <a:lnTo>
                    <a:pt x="85037" y="15866"/>
                  </a:lnTo>
                  <a:lnTo>
                    <a:pt x="79980" y="10476"/>
                  </a:lnTo>
                  <a:lnTo>
                    <a:pt x="73195" y="7179"/>
                  </a:lnTo>
                  <a:lnTo>
                    <a:pt x="65725" y="7179"/>
                  </a:lnTo>
                  <a:lnTo>
                    <a:pt x="54727" y="9708"/>
                  </a:lnTo>
                  <a:lnTo>
                    <a:pt x="45747" y="16604"/>
                  </a:lnTo>
                  <a:lnTo>
                    <a:pt x="39692" y="26834"/>
                  </a:lnTo>
                  <a:lnTo>
                    <a:pt x="37472" y="39362"/>
                  </a:lnTo>
                  <a:lnTo>
                    <a:pt x="37663" y="43133"/>
                  </a:lnTo>
                  <a:lnTo>
                    <a:pt x="27329" y="52027"/>
                  </a:lnTo>
                  <a:lnTo>
                    <a:pt x="19339" y="63606"/>
                  </a:lnTo>
                  <a:lnTo>
                    <a:pt x="14184" y="77309"/>
                  </a:lnTo>
                  <a:lnTo>
                    <a:pt x="12357" y="92579"/>
                  </a:lnTo>
                  <a:lnTo>
                    <a:pt x="12838" y="100497"/>
                  </a:lnTo>
                  <a:lnTo>
                    <a:pt x="14239" y="108082"/>
                  </a:lnTo>
                  <a:lnTo>
                    <a:pt x="16496" y="115259"/>
                  </a:lnTo>
                  <a:lnTo>
                    <a:pt x="19545" y="121956"/>
                  </a:lnTo>
                  <a:lnTo>
                    <a:pt x="11520" y="129772"/>
                  </a:lnTo>
                  <a:lnTo>
                    <a:pt x="5354" y="139549"/>
                  </a:lnTo>
                  <a:lnTo>
                    <a:pt x="1396" y="150890"/>
                  </a:lnTo>
                  <a:lnTo>
                    <a:pt x="0" y="163400"/>
                  </a:lnTo>
                  <a:lnTo>
                    <a:pt x="2339" y="179476"/>
                  </a:lnTo>
                  <a:lnTo>
                    <a:pt x="8841" y="193370"/>
                  </a:lnTo>
                  <a:lnTo>
                    <a:pt x="18735" y="204208"/>
                  </a:lnTo>
                  <a:lnTo>
                    <a:pt x="31248" y="211117"/>
                  </a:lnTo>
                  <a:lnTo>
                    <a:pt x="27639" y="217672"/>
                  </a:lnTo>
                  <a:lnTo>
                    <a:pt x="25548" y="225435"/>
                  </a:lnTo>
                  <a:lnTo>
                    <a:pt x="25548" y="233739"/>
                  </a:lnTo>
                  <a:lnTo>
                    <a:pt x="28473" y="250285"/>
                  </a:lnTo>
                  <a:lnTo>
                    <a:pt x="36453" y="263822"/>
                  </a:lnTo>
                  <a:lnTo>
                    <a:pt x="48295" y="272995"/>
                  </a:lnTo>
                  <a:lnTo>
                    <a:pt x="62809" y="276449"/>
                  </a:lnTo>
                  <a:lnTo>
                    <a:pt x="67779" y="293385"/>
                  </a:lnTo>
                  <a:lnTo>
                    <a:pt x="77418" y="306999"/>
                  </a:lnTo>
                  <a:lnTo>
                    <a:pt x="90648" y="316065"/>
                  </a:lnTo>
                  <a:lnTo>
                    <a:pt x="106392" y="319360"/>
                  </a:lnTo>
                  <a:lnTo>
                    <a:pt x="113798" y="318655"/>
                  </a:lnTo>
                  <a:lnTo>
                    <a:pt x="120805" y="316619"/>
                  </a:lnTo>
                  <a:lnTo>
                    <a:pt x="127311" y="313367"/>
                  </a:lnTo>
                  <a:lnTo>
                    <a:pt x="133217" y="309015"/>
                  </a:lnTo>
                  <a:lnTo>
                    <a:pt x="137410" y="311056"/>
                  </a:lnTo>
                  <a:lnTo>
                    <a:pt x="142045" y="312192"/>
                  </a:lnTo>
                  <a:lnTo>
                    <a:pt x="146912" y="312192"/>
                  </a:lnTo>
                  <a:lnTo>
                    <a:pt x="158340" y="310009"/>
                  </a:lnTo>
                  <a:lnTo>
                    <a:pt x="168168" y="303954"/>
                  </a:lnTo>
                  <a:lnTo>
                    <a:pt x="175746" y="294763"/>
                  </a:lnTo>
                  <a:lnTo>
                    <a:pt x="180422" y="283175"/>
                  </a:lnTo>
                  <a:lnTo>
                    <a:pt x="190678" y="278871"/>
                  </a:lnTo>
                  <a:lnTo>
                    <a:pt x="198891" y="271011"/>
                  </a:lnTo>
                  <a:lnTo>
                    <a:pt x="204344" y="260408"/>
                  </a:lnTo>
                  <a:lnTo>
                    <a:pt x="206321" y="247876"/>
                  </a:lnTo>
                  <a:lnTo>
                    <a:pt x="205539" y="239903"/>
                  </a:lnTo>
                  <a:lnTo>
                    <a:pt x="203309" y="232557"/>
                  </a:lnTo>
                  <a:lnTo>
                    <a:pt x="199802" y="226034"/>
                  </a:lnTo>
                  <a:lnTo>
                    <a:pt x="195191" y="220527"/>
                  </a:lnTo>
                  <a:lnTo>
                    <a:pt x="199800" y="215507"/>
                  </a:lnTo>
                  <a:lnTo>
                    <a:pt x="203321" y="209422"/>
                  </a:lnTo>
                  <a:lnTo>
                    <a:pt x="205571" y="202483"/>
                  </a:lnTo>
                  <a:lnTo>
                    <a:pt x="206362" y="194900"/>
                  </a:lnTo>
                  <a:lnTo>
                    <a:pt x="205217" y="185809"/>
                  </a:lnTo>
                  <a:lnTo>
                    <a:pt x="202000" y="177725"/>
                  </a:lnTo>
                  <a:lnTo>
                    <a:pt x="197034" y="171017"/>
                  </a:lnTo>
                  <a:lnTo>
                    <a:pt x="190647" y="166055"/>
                  </a:lnTo>
                  <a:lnTo>
                    <a:pt x="194810" y="160259"/>
                  </a:lnTo>
                  <a:lnTo>
                    <a:pt x="197949" y="153621"/>
                  </a:lnTo>
                  <a:lnTo>
                    <a:pt x="199930" y="146295"/>
                  </a:lnTo>
                  <a:lnTo>
                    <a:pt x="200620" y="138436"/>
                  </a:lnTo>
                  <a:lnTo>
                    <a:pt x="199283" y="127580"/>
                  </a:lnTo>
                  <a:lnTo>
                    <a:pt x="195520" y="117884"/>
                  </a:lnTo>
                  <a:lnTo>
                    <a:pt x="189703" y="109769"/>
                  </a:lnTo>
                  <a:lnTo>
                    <a:pt x="182201" y="103658"/>
                  </a:lnTo>
                  <a:lnTo>
                    <a:pt x="184752" y="97896"/>
                  </a:lnTo>
                  <a:lnTo>
                    <a:pt x="186640" y="91734"/>
                  </a:lnTo>
                  <a:lnTo>
                    <a:pt x="187811" y="85233"/>
                  </a:lnTo>
                  <a:lnTo>
                    <a:pt x="188213" y="78452"/>
                  </a:lnTo>
                  <a:lnTo>
                    <a:pt x="184765" y="59050"/>
                  </a:lnTo>
                  <a:lnTo>
                    <a:pt x="175362" y="43205"/>
                  </a:lnTo>
                  <a:lnTo>
                    <a:pt x="161415" y="32521"/>
                  </a:lnTo>
                  <a:lnTo>
                    <a:pt x="144338" y="28604"/>
                  </a:lnTo>
                  <a:lnTo>
                    <a:pt x="142327" y="28604"/>
                  </a:lnTo>
                  <a:lnTo>
                    <a:pt x="138054" y="29207"/>
                  </a:lnTo>
                  <a:lnTo>
                    <a:pt x="137772" y="28775"/>
                  </a:lnTo>
                  <a:lnTo>
                    <a:pt x="134811" y="17463"/>
                  </a:lnTo>
                  <a:lnTo>
                    <a:pt x="128618" y="8328"/>
                  </a:lnTo>
                  <a:lnTo>
                    <a:pt x="119943" y="2224"/>
                  </a:lnTo>
                  <a:lnTo>
                    <a:pt x="1095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/>
            <p:cNvSpPr/>
            <p:nvPr/>
          </p:nvSpPr>
          <p:spPr>
            <a:xfrm>
              <a:off x="2476698" y="7575054"/>
              <a:ext cx="371475" cy="10160"/>
            </a:xfrm>
            <a:custGeom>
              <a:avLst/>
              <a:gdLst/>
              <a:ahLst/>
              <a:cxnLst/>
              <a:rect l="l" t="t" r="r" b="b"/>
              <a:pathLst>
                <a:path w="371475" h="10159">
                  <a:moveTo>
                    <a:pt x="371299" y="0"/>
                  </a:moveTo>
                  <a:lnTo>
                    <a:pt x="0" y="0"/>
                  </a:lnTo>
                  <a:lnTo>
                    <a:pt x="0" y="10054"/>
                  </a:lnTo>
                  <a:lnTo>
                    <a:pt x="371299" y="10054"/>
                  </a:lnTo>
                  <a:lnTo>
                    <a:pt x="371299" y="0"/>
                  </a:lnTo>
                  <a:close/>
                </a:path>
              </a:pathLst>
            </a:custGeom>
            <a:solidFill>
              <a:srgbClr val="F0B07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9" name="object 199"/>
          <p:cNvSpPr txBox="1"/>
          <p:nvPr/>
        </p:nvSpPr>
        <p:spPr>
          <a:xfrm>
            <a:off x="3022919" y="7961848"/>
            <a:ext cx="147955" cy="688340"/>
          </a:xfrm>
          <a:prstGeom prst="rect">
            <a:avLst/>
          </a:prstGeom>
        </p:spPr>
        <p:txBody>
          <a:bodyPr wrap="square" lIns="0" tIns="317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50" spc="-70">
                <a:solidFill>
                  <a:srgbClr val="00004A"/>
                </a:solidFill>
                <a:latin typeface="Segoe UI Symbol"/>
                <a:cs typeface="Segoe UI Symbol"/>
              </a:rPr>
              <a:t>Protocol</a:t>
            </a:r>
            <a:r>
              <a:rPr dirty="0" sz="850" spc="-10">
                <a:solidFill>
                  <a:srgbClr val="00004A"/>
                </a:solidFill>
                <a:latin typeface="Segoe UI Symbol"/>
                <a:cs typeface="Segoe UI Symbol"/>
              </a:rPr>
              <a:t> </a:t>
            </a:r>
            <a:r>
              <a:rPr dirty="0" sz="850" spc="-30">
                <a:solidFill>
                  <a:srgbClr val="00004A"/>
                </a:solidFill>
                <a:latin typeface="Segoe UI Symbol"/>
                <a:cs typeface="Segoe UI Symbol"/>
              </a:rPr>
              <a:t>Buffers</a:t>
            </a:r>
            <a:endParaRPr sz="850">
              <a:latin typeface="Segoe UI Symbol"/>
              <a:cs typeface="Segoe UI Symbol"/>
            </a:endParaRPr>
          </a:p>
        </p:txBody>
      </p:sp>
      <p:sp>
        <p:nvSpPr>
          <p:cNvPr id="200" name="object 200"/>
          <p:cNvSpPr txBox="1"/>
          <p:nvPr/>
        </p:nvSpPr>
        <p:spPr>
          <a:xfrm>
            <a:off x="3008184" y="9111662"/>
            <a:ext cx="211454" cy="454025"/>
          </a:xfrm>
          <a:prstGeom prst="rect">
            <a:avLst/>
          </a:prstGeom>
        </p:spPr>
        <p:txBody>
          <a:bodyPr wrap="square" lIns="0" tIns="571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250" spc="55">
                <a:solidFill>
                  <a:srgbClr val="0263FB"/>
                </a:solidFill>
                <a:latin typeface="Segoe UI Symbol"/>
                <a:cs typeface="Segoe UI Symbol"/>
              </a:rPr>
              <a:t>sebuf</a:t>
            </a:r>
            <a:endParaRPr sz="1250">
              <a:latin typeface="Segoe UI Symbol"/>
              <a:cs typeface="Segoe UI Symbol"/>
            </a:endParaRPr>
          </a:p>
        </p:txBody>
      </p:sp>
      <p:sp>
        <p:nvSpPr>
          <p:cNvPr id="201" name="object 201"/>
          <p:cNvSpPr txBox="1"/>
          <p:nvPr/>
        </p:nvSpPr>
        <p:spPr>
          <a:xfrm>
            <a:off x="2769446" y="7651315"/>
            <a:ext cx="161290" cy="750570"/>
          </a:xfrm>
          <a:prstGeom prst="rect">
            <a:avLst/>
          </a:prstGeom>
        </p:spPr>
        <p:txBody>
          <a:bodyPr wrap="square" lIns="0" tIns="1270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950" spc="-20">
                <a:solidFill>
                  <a:srgbClr val="C0392B"/>
                </a:solidFill>
                <a:latin typeface="Segoe UI Symbol"/>
                <a:cs typeface="Segoe UI Symbol"/>
              </a:rPr>
              <a:t>DEPLOYMENT</a:t>
            </a:r>
            <a:endParaRPr sz="950">
              <a:latin typeface="Segoe UI Symbol"/>
              <a:cs typeface="Segoe UI Symbol"/>
            </a:endParaRPr>
          </a:p>
        </p:txBody>
      </p:sp>
      <p:sp>
        <p:nvSpPr>
          <p:cNvPr id="202" name="object 202"/>
          <p:cNvSpPr/>
          <p:nvPr/>
        </p:nvSpPr>
        <p:spPr>
          <a:xfrm>
            <a:off x="2522283" y="7664386"/>
            <a:ext cx="165735" cy="193040"/>
          </a:xfrm>
          <a:custGeom>
            <a:avLst/>
            <a:gdLst/>
            <a:ahLst/>
            <a:cxnLst/>
            <a:rect l="l" t="t" r="r" b="b"/>
            <a:pathLst>
              <a:path w="165735" h="193040">
                <a:moveTo>
                  <a:pt x="165290" y="0"/>
                </a:moveTo>
                <a:lnTo>
                  <a:pt x="0" y="0"/>
                </a:lnTo>
                <a:lnTo>
                  <a:pt x="0" y="193039"/>
                </a:lnTo>
                <a:lnTo>
                  <a:pt x="1652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3" name="object 203"/>
          <p:cNvSpPr txBox="1"/>
          <p:nvPr/>
        </p:nvSpPr>
        <p:spPr>
          <a:xfrm>
            <a:off x="2515816" y="7869530"/>
            <a:ext cx="151765" cy="287020"/>
          </a:xfrm>
          <a:prstGeom prst="rect">
            <a:avLst/>
          </a:prstGeom>
        </p:spPr>
        <p:txBody>
          <a:bodyPr wrap="square" lIns="0" tIns="6350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850" spc="-40">
                <a:solidFill>
                  <a:srgbClr val="00004A"/>
                </a:solidFill>
                <a:latin typeface="Segoe UI Symbol"/>
                <a:cs typeface="Segoe UI Symbol"/>
              </a:rPr>
              <a:t>Vercel</a:t>
            </a:r>
            <a:endParaRPr sz="850">
              <a:latin typeface="Segoe UI Symbol"/>
              <a:cs typeface="Segoe UI Symbol"/>
            </a:endParaRPr>
          </a:p>
        </p:txBody>
      </p:sp>
      <p:grpSp>
        <p:nvGrpSpPr>
          <p:cNvPr id="204" name="object 204"/>
          <p:cNvGrpSpPr/>
          <p:nvPr/>
        </p:nvGrpSpPr>
        <p:grpSpPr>
          <a:xfrm>
            <a:off x="1833824" y="6869854"/>
            <a:ext cx="869950" cy="2908300"/>
            <a:chOff x="1833824" y="6869854"/>
            <a:chExt cx="869950" cy="2908300"/>
          </a:xfrm>
        </p:grpSpPr>
        <p:pic>
          <p:nvPicPr>
            <p:cNvPr id="205" name="object 205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2505583" y="8377427"/>
              <a:ext cx="198027" cy="205597"/>
            </a:xfrm>
            <a:prstGeom prst="rect">
              <a:avLst/>
            </a:prstGeom>
          </p:spPr>
        </p:pic>
        <p:sp>
          <p:nvSpPr>
            <p:cNvPr id="206" name="object 206"/>
            <p:cNvSpPr/>
            <p:nvPr/>
          </p:nvSpPr>
          <p:spPr>
            <a:xfrm>
              <a:off x="1841817" y="6875335"/>
              <a:ext cx="535940" cy="2895600"/>
            </a:xfrm>
            <a:custGeom>
              <a:avLst/>
              <a:gdLst/>
              <a:ahLst/>
              <a:cxnLst/>
              <a:rect l="l" t="t" r="r" b="b"/>
              <a:pathLst>
                <a:path w="535939" h="2895600">
                  <a:moveTo>
                    <a:pt x="417449" y="0"/>
                  </a:moveTo>
                  <a:lnTo>
                    <a:pt x="117030" y="0"/>
                  </a:lnTo>
                  <a:lnTo>
                    <a:pt x="71403" y="9134"/>
                  </a:lnTo>
                  <a:lnTo>
                    <a:pt x="34098" y="34400"/>
                  </a:lnTo>
                  <a:lnTo>
                    <a:pt x="9002" y="72025"/>
                  </a:lnTo>
                  <a:lnTo>
                    <a:pt x="0" y="118237"/>
                  </a:lnTo>
                  <a:lnTo>
                    <a:pt x="0" y="2777363"/>
                  </a:lnTo>
                  <a:lnTo>
                    <a:pt x="9002" y="2823252"/>
                  </a:lnTo>
                  <a:lnTo>
                    <a:pt x="34098" y="2860769"/>
                  </a:lnTo>
                  <a:lnTo>
                    <a:pt x="71403" y="2886143"/>
                  </a:lnTo>
                  <a:lnTo>
                    <a:pt x="117030" y="2895600"/>
                  </a:lnTo>
                  <a:lnTo>
                    <a:pt x="417449" y="2895600"/>
                  </a:lnTo>
                  <a:lnTo>
                    <a:pt x="463620" y="2886143"/>
                  </a:lnTo>
                  <a:lnTo>
                    <a:pt x="501232" y="2860769"/>
                  </a:lnTo>
                  <a:lnTo>
                    <a:pt x="526511" y="2823252"/>
                  </a:lnTo>
                  <a:lnTo>
                    <a:pt x="535686" y="2777363"/>
                  </a:lnTo>
                  <a:lnTo>
                    <a:pt x="535686" y="118237"/>
                  </a:lnTo>
                  <a:lnTo>
                    <a:pt x="526511" y="72025"/>
                  </a:lnTo>
                  <a:lnTo>
                    <a:pt x="501232" y="34400"/>
                  </a:lnTo>
                  <a:lnTo>
                    <a:pt x="463620" y="9134"/>
                  </a:lnTo>
                  <a:lnTo>
                    <a:pt x="417449" y="0"/>
                  </a:lnTo>
                  <a:close/>
                </a:path>
              </a:pathLst>
            </a:custGeom>
            <a:solidFill>
              <a:srgbClr val="FDF0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/>
            <p:cNvSpPr/>
            <p:nvPr/>
          </p:nvSpPr>
          <p:spPr>
            <a:xfrm>
              <a:off x="1833824" y="6869854"/>
              <a:ext cx="551815" cy="2908300"/>
            </a:xfrm>
            <a:custGeom>
              <a:avLst/>
              <a:gdLst/>
              <a:ahLst/>
              <a:cxnLst/>
              <a:rect l="l" t="t" r="r" b="b"/>
              <a:pathLst>
                <a:path w="551814" h="2908300">
                  <a:moveTo>
                    <a:pt x="485546" y="2895599"/>
                  </a:moveTo>
                  <a:lnTo>
                    <a:pt x="65533" y="2895599"/>
                  </a:lnTo>
                  <a:lnTo>
                    <a:pt x="70942" y="2908299"/>
                  </a:lnTo>
                  <a:lnTo>
                    <a:pt x="480127" y="2908299"/>
                  </a:lnTo>
                  <a:lnTo>
                    <a:pt x="485546" y="2895599"/>
                  </a:lnTo>
                  <a:close/>
                </a:path>
                <a:path w="551814" h="2908300">
                  <a:moveTo>
                    <a:pt x="77477" y="2882899"/>
                  </a:moveTo>
                  <a:lnTo>
                    <a:pt x="45535" y="2882899"/>
                  </a:lnTo>
                  <a:lnTo>
                    <a:pt x="50271" y="2895599"/>
                  </a:lnTo>
                  <a:lnTo>
                    <a:pt x="82706" y="2895599"/>
                  </a:lnTo>
                  <a:lnTo>
                    <a:pt x="77477" y="2882899"/>
                  </a:lnTo>
                  <a:close/>
                </a:path>
                <a:path w="551814" h="2908300">
                  <a:moveTo>
                    <a:pt x="505584" y="2882899"/>
                  </a:moveTo>
                  <a:lnTo>
                    <a:pt x="473923" y="2882899"/>
                  </a:lnTo>
                  <a:lnTo>
                    <a:pt x="468694" y="2895599"/>
                  </a:lnTo>
                  <a:lnTo>
                    <a:pt x="500838" y="2895599"/>
                  </a:lnTo>
                  <a:lnTo>
                    <a:pt x="505584" y="2882899"/>
                  </a:lnTo>
                  <a:close/>
                </a:path>
                <a:path w="551814" h="2908300">
                  <a:moveTo>
                    <a:pt x="55137" y="2870199"/>
                  </a:moveTo>
                  <a:lnTo>
                    <a:pt x="32495" y="2870199"/>
                  </a:lnTo>
                  <a:lnTo>
                    <a:pt x="36889" y="2882899"/>
                  </a:lnTo>
                  <a:lnTo>
                    <a:pt x="59590" y="2882899"/>
                  </a:lnTo>
                  <a:lnTo>
                    <a:pt x="55137" y="2870199"/>
                  </a:lnTo>
                  <a:close/>
                </a:path>
                <a:path w="551814" h="2908300">
                  <a:moveTo>
                    <a:pt x="518664" y="2870199"/>
                  </a:moveTo>
                  <a:lnTo>
                    <a:pt x="496263" y="2870199"/>
                  </a:lnTo>
                  <a:lnTo>
                    <a:pt x="491810" y="2882899"/>
                  </a:lnTo>
                  <a:lnTo>
                    <a:pt x="514502" y="2882899"/>
                  </a:lnTo>
                  <a:lnTo>
                    <a:pt x="518664" y="2870199"/>
                  </a:lnTo>
                  <a:close/>
                </a:path>
                <a:path w="551814" h="2908300">
                  <a:moveTo>
                    <a:pt x="43644" y="2857499"/>
                  </a:moveTo>
                  <a:lnTo>
                    <a:pt x="21344" y="2857499"/>
                  </a:lnTo>
                  <a:lnTo>
                    <a:pt x="24833" y="2870199"/>
                  </a:lnTo>
                  <a:lnTo>
                    <a:pt x="47556" y="2870199"/>
                  </a:lnTo>
                  <a:lnTo>
                    <a:pt x="43644" y="2857499"/>
                  </a:lnTo>
                  <a:close/>
                </a:path>
                <a:path w="551814" h="2908300">
                  <a:moveTo>
                    <a:pt x="529855" y="2857499"/>
                  </a:moveTo>
                  <a:lnTo>
                    <a:pt x="507756" y="2857499"/>
                  </a:lnTo>
                  <a:lnTo>
                    <a:pt x="503844" y="2870199"/>
                  </a:lnTo>
                  <a:lnTo>
                    <a:pt x="526567" y="2870199"/>
                  </a:lnTo>
                  <a:lnTo>
                    <a:pt x="529855" y="2857499"/>
                  </a:lnTo>
                  <a:close/>
                </a:path>
                <a:path w="551814" h="2908300">
                  <a:moveTo>
                    <a:pt x="33832" y="2844799"/>
                  </a:moveTo>
                  <a:lnTo>
                    <a:pt x="15071" y="2844799"/>
                  </a:lnTo>
                  <a:lnTo>
                    <a:pt x="18087" y="2857499"/>
                  </a:lnTo>
                  <a:lnTo>
                    <a:pt x="37120" y="2857499"/>
                  </a:lnTo>
                  <a:lnTo>
                    <a:pt x="33832" y="2844799"/>
                  </a:lnTo>
                  <a:close/>
                </a:path>
                <a:path w="551814" h="2908300">
                  <a:moveTo>
                    <a:pt x="536158" y="2844799"/>
                  </a:moveTo>
                  <a:lnTo>
                    <a:pt x="517568" y="2844799"/>
                  </a:lnTo>
                  <a:lnTo>
                    <a:pt x="514281" y="2857499"/>
                  </a:lnTo>
                  <a:lnTo>
                    <a:pt x="533132" y="2857499"/>
                  </a:lnTo>
                  <a:lnTo>
                    <a:pt x="536158" y="2844799"/>
                  </a:lnTo>
                  <a:close/>
                </a:path>
                <a:path w="551814" h="2908300">
                  <a:moveTo>
                    <a:pt x="25890" y="2832099"/>
                  </a:moveTo>
                  <a:lnTo>
                    <a:pt x="9792" y="2832099"/>
                  </a:lnTo>
                  <a:lnTo>
                    <a:pt x="12457" y="2844799"/>
                  </a:lnTo>
                  <a:lnTo>
                    <a:pt x="28493" y="2844799"/>
                  </a:lnTo>
                  <a:lnTo>
                    <a:pt x="25890" y="2832099"/>
                  </a:lnTo>
                  <a:close/>
                </a:path>
                <a:path w="551814" h="2908300">
                  <a:moveTo>
                    <a:pt x="541608" y="2832099"/>
                  </a:moveTo>
                  <a:lnTo>
                    <a:pt x="525512" y="2832099"/>
                  </a:lnTo>
                  <a:lnTo>
                    <a:pt x="522907" y="2844799"/>
                  </a:lnTo>
                  <a:lnTo>
                    <a:pt x="538933" y="2844799"/>
                  </a:lnTo>
                  <a:lnTo>
                    <a:pt x="541608" y="2832099"/>
                  </a:lnTo>
                  <a:close/>
                </a:path>
                <a:path w="551814" h="2908300">
                  <a:moveTo>
                    <a:pt x="19988" y="2819399"/>
                  </a:moveTo>
                  <a:lnTo>
                    <a:pt x="3901" y="2819399"/>
                  </a:lnTo>
                  <a:lnTo>
                    <a:pt x="5701" y="2832099"/>
                  </a:lnTo>
                  <a:lnTo>
                    <a:pt x="21717" y="2832099"/>
                  </a:lnTo>
                  <a:lnTo>
                    <a:pt x="19988" y="2819399"/>
                  </a:lnTo>
                  <a:close/>
                </a:path>
                <a:path w="551814" h="2908300">
                  <a:moveTo>
                    <a:pt x="547499" y="2819399"/>
                  </a:moveTo>
                  <a:lnTo>
                    <a:pt x="531303" y="2819399"/>
                  </a:lnTo>
                  <a:lnTo>
                    <a:pt x="529563" y="2832099"/>
                  </a:lnTo>
                  <a:lnTo>
                    <a:pt x="545810" y="2832099"/>
                  </a:lnTo>
                  <a:lnTo>
                    <a:pt x="547499" y="2819399"/>
                  </a:lnTo>
                  <a:close/>
                </a:path>
                <a:path w="551814" h="2908300">
                  <a:moveTo>
                    <a:pt x="17283" y="2806699"/>
                  </a:moveTo>
                  <a:lnTo>
                    <a:pt x="1478" y="2806699"/>
                  </a:lnTo>
                  <a:lnTo>
                    <a:pt x="2584" y="2819399"/>
                  </a:lnTo>
                  <a:lnTo>
                    <a:pt x="18510" y="2819399"/>
                  </a:lnTo>
                  <a:lnTo>
                    <a:pt x="17283" y="2806699"/>
                  </a:lnTo>
                  <a:close/>
                </a:path>
                <a:path w="551814" h="2908300">
                  <a:moveTo>
                    <a:pt x="549983" y="2806699"/>
                  </a:moveTo>
                  <a:lnTo>
                    <a:pt x="534037" y="2806699"/>
                  </a:lnTo>
                  <a:lnTo>
                    <a:pt x="532800" y="2819399"/>
                  </a:lnTo>
                  <a:lnTo>
                    <a:pt x="548816" y="2819399"/>
                  </a:lnTo>
                  <a:lnTo>
                    <a:pt x="549983" y="2806699"/>
                  </a:lnTo>
                  <a:close/>
                </a:path>
                <a:path w="551814" h="2908300">
                  <a:moveTo>
                    <a:pt x="15212" y="2793999"/>
                  </a:moveTo>
                  <a:lnTo>
                    <a:pt x="171" y="2793999"/>
                  </a:lnTo>
                  <a:lnTo>
                    <a:pt x="664" y="2806699"/>
                  </a:lnTo>
                  <a:lnTo>
                    <a:pt x="15664" y="2806699"/>
                  </a:lnTo>
                  <a:lnTo>
                    <a:pt x="15212" y="2793999"/>
                  </a:lnTo>
                  <a:close/>
                </a:path>
                <a:path w="551814" h="2908300">
                  <a:moveTo>
                    <a:pt x="15624" y="2793999"/>
                  </a:moveTo>
                  <a:lnTo>
                    <a:pt x="15664" y="2806699"/>
                  </a:lnTo>
                  <a:lnTo>
                    <a:pt x="16318" y="2806699"/>
                  </a:lnTo>
                  <a:lnTo>
                    <a:pt x="15624" y="2793999"/>
                  </a:lnTo>
                  <a:close/>
                </a:path>
                <a:path w="551814" h="2908300">
                  <a:moveTo>
                    <a:pt x="535777" y="2793999"/>
                  </a:moveTo>
                  <a:lnTo>
                    <a:pt x="535023" y="2806699"/>
                  </a:lnTo>
                  <a:lnTo>
                    <a:pt x="535736" y="2806699"/>
                  </a:lnTo>
                  <a:lnTo>
                    <a:pt x="535777" y="2793999"/>
                  </a:lnTo>
                  <a:close/>
                </a:path>
                <a:path w="551814" h="2908300">
                  <a:moveTo>
                    <a:pt x="551249" y="2793999"/>
                  </a:moveTo>
                  <a:lnTo>
                    <a:pt x="536168" y="2793999"/>
                  </a:lnTo>
                  <a:lnTo>
                    <a:pt x="535736" y="2806699"/>
                  </a:lnTo>
                  <a:lnTo>
                    <a:pt x="550738" y="2806699"/>
                  </a:lnTo>
                  <a:lnTo>
                    <a:pt x="551249" y="2793999"/>
                  </a:lnTo>
                  <a:close/>
                </a:path>
                <a:path w="551814" h="2908300">
                  <a:moveTo>
                    <a:pt x="15081" y="126999"/>
                  </a:moveTo>
                  <a:lnTo>
                    <a:pt x="0" y="126999"/>
                  </a:lnTo>
                  <a:lnTo>
                    <a:pt x="0" y="2793999"/>
                  </a:lnTo>
                  <a:lnTo>
                    <a:pt x="15081" y="2793999"/>
                  </a:lnTo>
                  <a:lnTo>
                    <a:pt x="15081" y="126999"/>
                  </a:lnTo>
                  <a:close/>
                </a:path>
                <a:path w="551814" h="2908300">
                  <a:moveTo>
                    <a:pt x="551400" y="126999"/>
                  </a:moveTo>
                  <a:lnTo>
                    <a:pt x="536319" y="126999"/>
                  </a:lnTo>
                  <a:lnTo>
                    <a:pt x="536319" y="2793999"/>
                  </a:lnTo>
                  <a:lnTo>
                    <a:pt x="551400" y="2793999"/>
                  </a:lnTo>
                  <a:lnTo>
                    <a:pt x="551400" y="126999"/>
                  </a:lnTo>
                  <a:close/>
                </a:path>
                <a:path w="551814" h="2908300">
                  <a:moveTo>
                    <a:pt x="15664" y="114299"/>
                  </a:moveTo>
                  <a:lnTo>
                    <a:pt x="623" y="114299"/>
                  </a:lnTo>
                  <a:lnTo>
                    <a:pt x="151" y="126999"/>
                  </a:lnTo>
                  <a:lnTo>
                    <a:pt x="15232" y="126999"/>
                  </a:lnTo>
                  <a:lnTo>
                    <a:pt x="15664" y="114299"/>
                  </a:lnTo>
                  <a:close/>
                </a:path>
                <a:path w="551814" h="2908300">
                  <a:moveTo>
                    <a:pt x="550738" y="114299"/>
                  </a:moveTo>
                  <a:lnTo>
                    <a:pt x="535777" y="114299"/>
                  </a:lnTo>
                  <a:lnTo>
                    <a:pt x="536188" y="126999"/>
                  </a:lnTo>
                  <a:lnTo>
                    <a:pt x="551229" y="126999"/>
                  </a:lnTo>
                  <a:lnTo>
                    <a:pt x="550738" y="114299"/>
                  </a:lnTo>
                  <a:close/>
                </a:path>
                <a:path w="551814" h="2908300">
                  <a:moveTo>
                    <a:pt x="17353" y="101599"/>
                  </a:moveTo>
                  <a:lnTo>
                    <a:pt x="2584" y="101599"/>
                  </a:lnTo>
                  <a:lnTo>
                    <a:pt x="1417" y="114299"/>
                  </a:lnTo>
                  <a:lnTo>
                    <a:pt x="16377" y="114299"/>
                  </a:lnTo>
                  <a:lnTo>
                    <a:pt x="17353" y="101599"/>
                  </a:lnTo>
                  <a:close/>
                </a:path>
                <a:path w="551814" h="2908300">
                  <a:moveTo>
                    <a:pt x="548816" y="101599"/>
                  </a:moveTo>
                  <a:lnTo>
                    <a:pt x="534117" y="101599"/>
                  </a:lnTo>
                  <a:lnTo>
                    <a:pt x="535082" y="114299"/>
                  </a:lnTo>
                  <a:lnTo>
                    <a:pt x="549922" y="114299"/>
                  </a:lnTo>
                  <a:lnTo>
                    <a:pt x="548816" y="101599"/>
                  </a:lnTo>
                  <a:close/>
                </a:path>
                <a:path w="551814" h="2908300">
                  <a:moveTo>
                    <a:pt x="21837" y="88899"/>
                  </a:moveTo>
                  <a:lnTo>
                    <a:pt x="5590" y="88899"/>
                  </a:lnTo>
                  <a:lnTo>
                    <a:pt x="3901" y="101599"/>
                  </a:lnTo>
                  <a:lnTo>
                    <a:pt x="20099" y="101599"/>
                  </a:lnTo>
                  <a:lnTo>
                    <a:pt x="21837" y="88899"/>
                  </a:lnTo>
                  <a:close/>
                </a:path>
                <a:path w="551814" h="2908300">
                  <a:moveTo>
                    <a:pt x="545699" y="88899"/>
                  </a:moveTo>
                  <a:lnTo>
                    <a:pt x="529683" y="88899"/>
                  </a:lnTo>
                  <a:lnTo>
                    <a:pt x="531413" y="101599"/>
                  </a:lnTo>
                  <a:lnTo>
                    <a:pt x="547499" y="101599"/>
                  </a:lnTo>
                  <a:lnTo>
                    <a:pt x="545699" y="88899"/>
                  </a:lnTo>
                  <a:close/>
                </a:path>
                <a:path w="551814" h="2908300">
                  <a:moveTo>
                    <a:pt x="26040" y="76199"/>
                  </a:moveTo>
                  <a:lnTo>
                    <a:pt x="9792" y="76199"/>
                  </a:lnTo>
                  <a:lnTo>
                    <a:pt x="7551" y="88899"/>
                  </a:lnTo>
                  <a:lnTo>
                    <a:pt x="23677" y="88899"/>
                  </a:lnTo>
                  <a:lnTo>
                    <a:pt x="26040" y="76199"/>
                  </a:lnTo>
                  <a:close/>
                </a:path>
                <a:path w="551814" h="2908300">
                  <a:moveTo>
                    <a:pt x="541608" y="76199"/>
                  </a:moveTo>
                  <a:lnTo>
                    <a:pt x="525360" y="76199"/>
                  </a:lnTo>
                  <a:lnTo>
                    <a:pt x="527723" y="88899"/>
                  </a:lnTo>
                  <a:lnTo>
                    <a:pt x="543850" y="88899"/>
                  </a:lnTo>
                  <a:lnTo>
                    <a:pt x="541608" y="76199"/>
                  </a:lnTo>
                  <a:close/>
                </a:path>
                <a:path w="551814" h="2908300">
                  <a:moveTo>
                    <a:pt x="34033" y="63499"/>
                  </a:moveTo>
                  <a:lnTo>
                    <a:pt x="15242" y="63499"/>
                  </a:lnTo>
                  <a:lnTo>
                    <a:pt x="12457" y="76199"/>
                  </a:lnTo>
                  <a:lnTo>
                    <a:pt x="30967" y="76199"/>
                  </a:lnTo>
                  <a:lnTo>
                    <a:pt x="34033" y="63499"/>
                  </a:lnTo>
                  <a:close/>
                </a:path>
                <a:path w="551814" h="2908300">
                  <a:moveTo>
                    <a:pt x="533132" y="63499"/>
                  </a:moveTo>
                  <a:lnTo>
                    <a:pt x="517367" y="63499"/>
                  </a:lnTo>
                  <a:lnTo>
                    <a:pt x="520434" y="76199"/>
                  </a:lnTo>
                  <a:lnTo>
                    <a:pt x="536329" y="76199"/>
                  </a:lnTo>
                  <a:lnTo>
                    <a:pt x="533132" y="63499"/>
                  </a:lnTo>
                  <a:close/>
                </a:path>
                <a:path w="551814" h="2908300">
                  <a:moveTo>
                    <a:pt x="43886" y="50799"/>
                  </a:moveTo>
                  <a:lnTo>
                    <a:pt x="25045" y="50799"/>
                  </a:lnTo>
                  <a:lnTo>
                    <a:pt x="21546" y="63499"/>
                  </a:lnTo>
                  <a:lnTo>
                    <a:pt x="40176" y="63499"/>
                  </a:lnTo>
                  <a:lnTo>
                    <a:pt x="43886" y="50799"/>
                  </a:lnTo>
                  <a:close/>
                </a:path>
                <a:path w="551814" h="2908300">
                  <a:moveTo>
                    <a:pt x="526567" y="50799"/>
                  </a:moveTo>
                  <a:lnTo>
                    <a:pt x="507514" y="50799"/>
                  </a:lnTo>
                  <a:lnTo>
                    <a:pt x="511214" y="63499"/>
                  </a:lnTo>
                  <a:lnTo>
                    <a:pt x="530056" y="63499"/>
                  </a:lnTo>
                  <a:lnTo>
                    <a:pt x="526567" y="50799"/>
                  </a:lnTo>
                  <a:close/>
                </a:path>
                <a:path w="551814" h="2908300">
                  <a:moveTo>
                    <a:pt x="55408" y="38099"/>
                  </a:moveTo>
                  <a:lnTo>
                    <a:pt x="36889" y="38099"/>
                  </a:lnTo>
                  <a:lnTo>
                    <a:pt x="32736" y="50799"/>
                  </a:lnTo>
                  <a:lnTo>
                    <a:pt x="51135" y="50799"/>
                  </a:lnTo>
                  <a:lnTo>
                    <a:pt x="55408" y="38099"/>
                  </a:lnTo>
                  <a:close/>
                </a:path>
                <a:path w="551814" h="2908300">
                  <a:moveTo>
                    <a:pt x="59590" y="38099"/>
                  </a:moveTo>
                  <a:lnTo>
                    <a:pt x="55408" y="38099"/>
                  </a:lnTo>
                  <a:lnTo>
                    <a:pt x="55137" y="50799"/>
                  </a:lnTo>
                  <a:lnTo>
                    <a:pt x="59590" y="38099"/>
                  </a:lnTo>
                  <a:close/>
                </a:path>
                <a:path w="551814" h="2908300">
                  <a:moveTo>
                    <a:pt x="495981" y="38099"/>
                  </a:moveTo>
                  <a:lnTo>
                    <a:pt x="491810" y="38099"/>
                  </a:lnTo>
                  <a:lnTo>
                    <a:pt x="496263" y="50799"/>
                  </a:lnTo>
                  <a:lnTo>
                    <a:pt x="495981" y="38099"/>
                  </a:lnTo>
                  <a:close/>
                </a:path>
                <a:path w="551814" h="2908300">
                  <a:moveTo>
                    <a:pt x="514764" y="38099"/>
                  </a:moveTo>
                  <a:lnTo>
                    <a:pt x="495981" y="38099"/>
                  </a:lnTo>
                  <a:lnTo>
                    <a:pt x="500265" y="50799"/>
                  </a:lnTo>
                  <a:lnTo>
                    <a:pt x="518905" y="50799"/>
                  </a:lnTo>
                  <a:lnTo>
                    <a:pt x="514764" y="38099"/>
                  </a:lnTo>
                  <a:close/>
                </a:path>
                <a:path w="551814" h="2908300">
                  <a:moveTo>
                    <a:pt x="77809" y="25399"/>
                  </a:moveTo>
                  <a:lnTo>
                    <a:pt x="50562" y="25399"/>
                  </a:lnTo>
                  <a:lnTo>
                    <a:pt x="45816" y="38099"/>
                  </a:lnTo>
                  <a:lnTo>
                    <a:pt x="72721" y="38099"/>
                  </a:lnTo>
                  <a:lnTo>
                    <a:pt x="77809" y="25399"/>
                  </a:lnTo>
                  <a:close/>
                </a:path>
                <a:path w="551814" h="2908300">
                  <a:moveTo>
                    <a:pt x="501130" y="25399"/>
                  </a:moveTo>
                  <a:lnTo>
                    <a:pt x="473591" y="25399"/>
                  </a:lnTo>
                  <a:lnTo>
                    <a:pt x="478679" y="38099"/>
                  </a:lnTo>
                  <a:lnTo>
                    <a:pt x="505865" y="38099"/>
                  </a:lnTo>
                  <a:lnTo>
                    <a:pt x="501130" y="25399"/>
                  </a:lnTo>
                  <a:close/>
                </a:path>
                <a:path w="551814" h="2908300">
                  <a:moveTo>
                    <a:pt x="480458" y="12699"/>
                  </a:moveTo>
                  <a:lnTo>
                    <a:pt x="71274" y="12699"/>
                  </a:lnTo>
                  <a:lnTo>
                    <a:pt x="65854" y="25399"/>
                  </a:lnTo>
                  <a:lnTo>
                    <a:pt x="485867" y="25399"/>
                  </a:lnTo>
                  <a:lnTo>
                    <a:pt x="480458" y="12699"/>
                  </a:lnTo>
                  <a:close/>
                </a:path>
                <a:path w="551814" h="2908300">
                  <a:moveTo>
                    <a:pt x="444787" y="0"/>
                  </a:moveTo>
                  <a:lnTo>
                    <a:pt x="106232" y="0"/>
                  </a:lnTo>
                  <a:lnTo>
                    <a:pt x="100421" y="12699"/>
                  </a:lnTo>
                  <a:lnTo>
                    <a:pt x="450979" y="12699"/>
                  </a:lnTo>
                  <a:lnTo>
                    <a:pt x="444787" y="0"/>
                  </a:lnTo>
                  <a:close/>
                </a:path>
              </a:pathLst>
            </a:custGeom>
            <a:solidFill>
              <a:srgbClr val="EDC94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8" name="object 208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1870773" y="6900671"/>
              <a:ext cx="477773" cy="570674"/>
            </a:xfrm>
            <a:prstGeom prst="rect">
              <a:avLst/>
            </a:prstGeom>
          </p:spPr>
        </p:pic>
        <p:sp>
          <p:nvSpPr>
            <p:cNvPr id="209" name="object 209"/>
            <p:cNvSpPr/>
            <p:nvPr/>
          </p:nvSpPr>
          <p:spPr>
            <a:xfrm>
              <a:off x="1994007" y="7102157"/>
              <a:ext cx="210185" cy="168275"/>
            </a:xfrm>
            <a:custGeom>
              <a:avLst/>
              <a:gdLst/>
              <a:ahLst/>
              <a:cxnLst/>
              <a:rect l="l" t="t" r="r" b="b"/>
              <a:pathLst>
                <a:path w="210185" h="168275">
                  <a:moveTo>
                    <a:pt x="209759" y="0"/>
                  </a:moveTo>
                  <a:lnTo>
                    <a:pt x="21545" y="0"/>
                  </a:lnTo>
                  <a:lnTo>
                    <a:pt x="13055" y="6327"/>
                  </a:lnTo>
                  <a:lnTo>
                    <a:pt x="6218" y="24175"/>
                  </a:lnTo>
                  <a:lnTo>
                    <a:pt x="1658" y="50799"/>
                  </a:lnTo>
                  <a:lnTo>
                    <a:pt x="0" y="83459"/>
                  </a:lnTo>
                  <a:lnTo>
                    <a:pt x="1658" y="116136"/>
                  </a:lnTo>
                  <a:lnTo>
                    <a:pt x="6218" y="142849"/>
                  </a:lnTo>
                  <a:lnTo>
                    <a:pt x="13055" y="160928"/>
                  </a:lnTo>
                  <a:lnTo>
                    <a:pt x="21545" y="167703"/>
                  </a:lnTo>
                  <a:lnTo>
                    <a:pt x="209759" y="167703"/>
                  </a:lnTo>
                  <a:lnTo>
                    <a:pt x="201759" y="160928"/>
                  </a:lnTo>
                  <a:lnTo>
                    <a:pt x="195176" y="142849"/>
                  </a:lnTo>
                  <a:lnTo>
                    <a:pt x="190712" y="116136"/>
                  </a:lnTo>
                  <a:lnTo>
                    <a:pt x="189068" y="83459"/>
                  </a:lnTo>
                  <a:lnTo>
                    <a:pt x="190712" y="50799"/>
                  </a:lnTo>
                  <a:lnTo>
                    <a:pt x="195176" y="24175"/>
                  </a:lnTo>
                  <a:lnTo>
                    <a:pt x="201759" y="6327"/>
                  </a:lnTo>
                  <a:lnTo>
                    <a:pt x="2097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0" name="object 210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2180843" y="7099744"/>
              <a:ext cx="47053" cy="172529"/>
            </a:xfrm>
            <a:prstGeom prst="rect">
              <a:avLst/>
            </a:prstGeom>
          </p:spPr>
        </p:pic>
        <p:sp>
          <p:nvSpPr>
            <p:cNvPr id="211" name="object 211"/>
            <p:cNvSpPr/>
            <p:nvPr/>
          </p:nvSpPr>
          <p:spPr>
            <a:xfrm>
              <a:off x="1907371" y="7575054"/>
              <a:ext cx="404495" cy="10160"/>
            </a:xfrm>
            <a:custGeom>
              <a:avLst/>
              <a:gdLst/>
              <a:ahLst/>
              <a:cxnLst/>
              <a:rect l="l" t="t" r="r" b="b"/>
              <a:pathLst>
                <a:path w="404494" h="10159">
                  <a:moveTo>
                    <a:pt x="404308" y="0"/>
                  </a:moveTo>
                  <a:lnTo>
                    <a:pt x="0" y="0"/>
                  </a:lnTo>
                  <a:lnTo>
                    <a:pt x="0" y="10054"/>
                  </a:lnTo>
                  <a:lnTo>
                    <a:pt x="404308" y="10054"/>
                  </a:lnTo>
                  <a:lnTo>
                    <a:pt x="404308" y="0"/>
                  </a:lnTo>
                  <a:close/>
                </a:path>
              </a:pathLst>
            </a:custGeom>
            <a:solidFill>
              <a:srgbClr val="EDC94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2" name="object 212"/>
          <p:cNvSpPr txBox="1"/>
          <p:nvPr/>
        </p:nvSpPr>
        <p:spPr>
          <a:xfrm>
            <a:off x="2518131" y="8633275"/>
            <a:ext cx="165100" cy="380365"/>
          </a:xfrm>
          <a:prstGeom prst="rect">
            <a:avLst/>
          </a:prstGeom>
        </p:spPr>
        <p:txBody>
          <a:bodyPr wrap="square" lIns="0" tIns="444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950" spc="-50">
                <a:solidFill>
                  <a:srgbClr val="00004A"/>
                </a:solidFill>
                <a:latin typeface="Segoe UI Symbol"/>
                <a:cs typeface="Segoe UI Symbol"/>
              </a:rPr>
              <a:t>Railway</a:t>
            </a:r>
            <a:endParaRPr sz="950">
              <a:latin typeface="Segoe UI Symbol"/>
              <a:cs typeface="Segoe UI Symbol"/>
            </a:endParaRPr>
          </a:p>
        </p:txBody>
      </p:sp>
      <p:sp>
        <p:nvSpPr>
          <p:cNvPr id="213" name="object 213"/>
          <p:cNvSpPr txBox="1"/>
          <p:nvPr/>
        </p:nvSpPr>
        <p:spPr>
          <a:xfrm>
            <a:off x="2476369" y="9164798"/>
            <a:ext cx="278765" cy="438784"/>
          </a:xfrm>
          <a:prstGeom prst="rect">
            <a:avLst/>
          </a:prstGeom>
        </p:spPr>
        <p:txBody>
          <a:bodyPr wrap="square" lIns="0" tIns="317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700" spc="-120" b="1">
                <a:solidFill>
                  <a:srgbClr val="5401EC"/>
                </a:solidFill>
                <a:latin typeface="Segoe UI Symbol"/>
                <a:cs typeface="Segoe UI Symbol"/>
              </a:rPr>
              <a:t>PWA</a:t>
            </a:r>
            <a:endParaRPr sz="1700">
              <a:latin typeface="Segoe UI Symbol"/>
              <a:cs typeface="Segoe UI Symbol"/>
            </a:endParaRPr>
          </a:p>
        </p:txBody>
      </p:sp>
      <p:sp>
        <p:nvSpPr>
          <p:cNvPr id="214" name="object 214"/>
          <p:cNvSpPr/>
          <p:nvPr/>
        </p:nvSpPr>
        <p:spPr>
          <a:xfrm>
            <a:off x="2068969" y="7101699"/>
            <a:ext cx="122555" cy="168275"/>
          </a:xfrm>
          <a:custGeom>
            <a:avLst/>
            <a:gdLst/>
            <a:ahLst/>
            <a:cxnLst/>
            <a:rect l="l" t="t" r="r" b="b"/>
            <a:pathLst>
              <a:path w="122555" h="168275">
                <a:moveTo>
                  <a:pt x="15087" y="0"/>
                </a:moveTo>
                <a:lnTo>
                  <a:pt x="0" y="0"/>
                </a:lnTo>
                <a:lnTo>
                  <a:pt x="0" y="167855"/>
                </a:lnTo>
                <a:lnTo>
                  <a:pt x="15087" y="167855"/>
                </a:lnTo>
                <a:lnTo>
                  <a:pt x="15087" y="0"/>
                </a:lnTo>
                <a:close/>
              </a:path>
              <a:path w="122555" h="168275">
                <a:moveTo>
                  <a:pt x="68719" y="0"/>
                </a:moveTo>
                <a:lnTo>
                  <a:pt x="53632" y="0"/>
                </a:lnTo>
                <a:lnTo>
                  <a:pt x="53632" y="167855"/>
                </a:lnTo>
                <a:lnTo>
                  <a:pt x="68719" y="167855"/>
                </a:lnTo>
                <a:lnTo>
                  <a:pt x="68719" y="0"/>
                </a:lnTo>
                <a:close/>
              </a:path>
              <a:path w="122555" h="168275">
                <a:moveTo>
                  <a:pt x="122339" y="0"/>
                </a:moveTo>
                <a:lnTo>
                  <a:pt x="107264" y="0"/>
                </a:lnTo>
                <a:lnTo>
                  <a:pt x="107264" y="167855"/>
                </a:lnTo>
                <a:lnTo>
                  <a:pt x="122339" y="167855"/>
                </a:lnTo>
                <a:lnTo>
                  <a:pt x="122339" y="0"/>
                </a:lnTo>
                <a:close/>
              </a:path>
            </a:pathLst>
          </a:custGeom>
          <a:solidFill>
            <a:srgbClr val="E8B00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5" name="object 215"/>
          <p:cNvSpPr txBox="1"/>
          <p:nvPr/>
        </p:nvSpPr>
        <p:spPr>
          <a:xfrm>
            <a:off x="2241803" y="7651315"/>
            <a:ext cx="153035" cy="888365"/>
          </a:xfrm>
          <a:prstGeom prst="rect">
            <a:avLst/>
          </a:prstGeom>
        </p:spPr>
        <p:txBody>
          <a:bodyPr wrap="square" lIns="0" tIns="7620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850" spc="-10">
                <a:solidFill>
                  <a:srgbClr val="8A5A00"/>
                </a:solidFill>
                <a:latin typeface="Segoe UI Symbol"/>
                <a:cs typeface="Segoe UI Symbol"/>
              </a:rPr>
              <a:t>CACHING</a:t>
            </a:r>
            <a:r>
              <a:rPr dirty="0" sz="850" spc="-30">
                <a:solidFill>
                  <a:srgbClr val="8A5A00"/>
                </a:solidFill>
                <a:latin typeface="Segoe UI Symbol"/>
                <a:cs typeface="Segoe UI Symbol"/>
              </a:rPr>
              <a:t> </a:t>
            </a:r>
            <a:r>
              <a:rPr dirty="0" sz="850">
                <a:solidFill>
                  <a:srgbClr val="8A5A00"/>
                </a:solidFill>
                <a:latin typeface="Segoe UI Symbol"/>
                <a:cs typeface="Segoe UI Symbol"/>
              </a:rPr>
              <a:t>&amp;</a:t>
            </a:r>
            <a:r>
              <a:rPr dirty="0" sz="850" spc="-30">
                <a:solidFill>
                  <a:srgbClr val="8A5A00"/>
                </a:solidFill>
                <a:latin typeface="Segoe UI Symbol"/>
                <a:cs typeface="Segoe UI Symbol"/>
              </a:rPr>
              <a:t> </a:t>
            </a:r>
            <a:r>
              <a:rPr dirty="0" sz="850" spc="-20">
                <a:solidFill>
                  <a:srgbClr val="8A5A00"/>
                </a:solidFill>
                <a:latin typeface="Segoe UI Symbol"/>
                <a:cs typeface="Segoe UI Symbol"/>
              </a:rPr>
              <a:t>DATA</a:t>
            </a:r>
            <a:endParaRPr sz="850">
              <a:latin typeface="Segoe UI Symbol"/>
              <a:cs typeface="Segoe UI Symbol"/>
            </a:endParaRPr>
          </a:p>
        </p:txBody>
      </p:sp>
      <p:grpSp>
        <p:nvGrpSpPr>
          <p:cNvPr id="216" name="object 216"/>
          <p:cNvGrpSpPr/>
          <p:nvPr/>
        </p:nvGrpSpPr>
        <p:grpSpPr>
          <a:xfrm>
            <a:off x="1927186" y="7668005"/>
            <a:ext cx="257810" cy="1730375"/>
            <a:chOff x="1927186" y="7668005"/>
            <a:chExt cx="257810" cy="1730375"/>
          </a:xfrm>
        </p:grpSpPr>
        <p:pic>
          <p:nvPicPr>
            <p:cNvPr id="217" name="object 217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1949196" y="7668005"/>
              <a:ext cx="160464" cy="269049"/>
            </a:xfrm>
            <a:prstGeom prst="rect">
              <a:avLst/>
            </a:prstGeom>
          </p:spPr>
        </p:pic>
        <p:sp>
          <p:nvSpPr>
            <p:cNvPr id="218" name="object 218"/>
            <p:cNvSpPr/>
            <p:nvPr/>
          </p:nvSpPr>
          <p:spPr>
            <a:xfrm>
              <a:off x="2084776" y="7668006"/>
              <a:ext cx="86995" cy="269240"/>
            </a:xfrm>
            <a:custGeom>
              <a:avLst/>
              <a:gdLst/>
              <a:ahLst/>
              <a:cxnLst/>
              <a:rect l="l" t="t" r="r" b="b"/>
              <a:pathLst>
                <a:path w="86994" h="269240">
                  <a:moveTo>
                    <a:pt x="42981" y="0"/>
                  </a:moveTo>
                  <a:lnTo>
                    <a:pt x="26311" y="10669"/>
                  </a:lnTo>
                  <a:lnTo>
                    <a:pt x="12642" y="39507"/>
                  </a:lnTo>
                  <a:lnTo>
                    <a:pt x="3397" y="82213"/>
                  </a:lnTo>
                  <a:lnTo>
                    <a:pt x="0" y="134484"/>
                  </a:lnTo>
                  <a:lnTo>
                    <a:pt x="3402" y="186756"/>
                  </a:lnTo>
                  <a:lnTo>
                    <a:pt x="12683" y="229439"/>
                  </a:lnTo>
                  <a:lnTo>
                    <a:pt x="26450" y="258216"/>
                  </a:lnTo>
                  <a:lnTo>
                    <a:pt x="43313" y="268767"/>
                  </a:lnTo>
                  <a:lnTo>
                    <a:pt x="60177" y="258216"/>
                  </a:lnTo>
                  <a:lnTo>
                    <a:pt x="73948" y="229439"/>
                  </a:lnTo>
                  <a:lnTo>
                    <a:pt x="83232" y="186756"/>
                  </a:lnTo>
                  <a:lnTo>
                    <a:pt x="86636" y="134484"/>
                  </a:lnTo>
                  <a:lnTo>
                    <a:pt x="83227" y="82213"/>
                  </a:lnTo>
                  <a:lnTo>
                    <a:pt x="73907" y="39507"/>
                  </a:lnTo>
                  <a:lnTo>
                    <a:pt x="60037" y="10669"/>
                  </a:lnTo>
                  <a:lnTo>
                    <a:pt x="42981" y="0"/>
                  </a:lnTo>
                  <a:close/>
                </a:path>
              </a:pathLst>
            </a:custGeom>
            <a:solidFill>
              <a:srgbClr val="F5533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/>
            <p:cNvSpPr/>
            <p:nvPr/>
          </p:nvSpPr>
          <p:spPr>
            <a:xfrm>
              <a:off x="2120239" y="7743748"/>
              <a:ext cx="39370" cy="87630"/>
            </a:xfrm>
            <a:custGeom>
              <a:avLst/>
              <a:gdLst/>
              <a:ahLst/>
              <a:cxnLst/>
              <a:rect l="l" t="t" r="r" b="b"/>
              <a:pathLst>
                <a:path w="39369" h="87629">
                  <a:moveTo>
                    <a:pt x="26416" y="8267"/>
                  </a:moveTo>
                  <a:lnTo>
                    <a:pt x="20497" y="0"/>
                  </a:lnTo>
                  <a:lnTo>
                    <a:pt x="13550" y="266"/>
                  </a:lnTo>
                  <a:lnTo>
                    <a:pt x="5918" y="0"/>
                  </a:lnTo>
                  <a:lnTo>
                    <a:pt x="0" y="8267"/>
                  </a:lnTo>
                  <a:lnTo>
                    <a:pt x="0" y="28663"/>
                  </a:lnTo>
                  <a:lnTo>
                    <a:pt x="5918" y="36931"/>
                  </a:lnTo>
                  <a:lnTo>
                    <a:pt x="20497" y="36931"/>
                  </a:lnTo>
                  <a:lnTo>
                    <a:pt x="26416" y="28663"/>
                  </a:lnTo>
                  <a:lnTo>
                    <a:pt x="26416" y="8267"/>
                  </a:lnTo>
                  <a:close/>
                </a:path>
                <a:path w="39369" h="87629">
                  <a:moveTo>
                    <a:pt x="38785" y="58623"/>
                  </a:moveTo>
                  <a:lnTo>
                    <a:pt x="32880" y="50368"/>
                  </a:lnTo>
                  <a:lnTo>
                    <a:pt x="25615" y="50939"/>
                  </a:lnTo>
                  <a:lnTo>
                    <a:pt x="18288" y="50368"/>
                  </a:lnTo>
                  <a:lnTo>
                    <a:pt x="12382" y="58623"/>
                  </a:lnTo>
                  <a:lnTo>
                    <a:pt x="12382" y="79019"/>
                  </a:lnTo>
                  <a:lnTo>
                    <a:pt x="18288" y="87287"/>
                  </a:lnTo>
                  <a:lnTo>
                    <a:pt x="32880" y="87287"/>
                  </a:lnTo>
                  <a:lnTo>
                    <a:pt x="38785" y="79019"/>
                  </a:lnTo>
                  <a:lnTo>
                    <a:pt x="38785" y="586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0" name="object 220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1927186" y="8362839"/>
              <a:ext cx="240630" cy="158382"/>
            </a:xfrm>
            <a:prstGeom prst="rect">
              <a:avLst/>
            </a:prstGeom>
          </p:spPr>
        </p:pic>
        <p:pic>
          <p:nvPicPr>
            <p:cNvPr id="221" name="object 221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1975728" y="9085948"/>
              <a:ext cx="208644" cy="312419"/>
            </a:xfrm>
            <a:prstGeom prst="rect">
              <a:avLst/>
            </a:prstGeom>
          </p:spPr>
        </p:pic>
      </p:grpSp>
      <p:sp>
        <p:nvSpPr>
          <p:cNvPr id="222" name="object 222"/>
          <p:cNvSpPr txBox="1"/>
          <p:nvPr/>
        </p:nvSpPr>
        <p:spPr>
          <a:xfrm>
            <a:off x="1980640" y="7995418"/>
            <a:ext cx="142240" cy="243840"/>
          </a:xfrm>
          <a:prstGeom prst="rect">
            <a:avLst/>
          </a:prstGeom>
        </p:spPr>
        <p:txBody>
          <a:bodyPr wrap="square" lIns="0" tIns="5080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800" spc="-35">
                <a:solidFill>
                  <a:srgbClr val="00004A"/>
                </a:solidFill>
                <a:latin typeface="Segoe UI Symbol"/>
                <a:cs typeface="Segoe UI Symbol"/>
              </a:rPr>
              <a:t>Redis</a:t>
            </a:r>
            <a:endParaRPr sz="800">
              <a:latin typeface="Segoe UI Symbol"/>
              <a:cs typeface="Segoe UI Symbol"/>
            </a:endParaRPr>
          </a:p>
        </p:txBody>
      </p:sp>
      <p:sp>
        <p:nvSpPr>
          <p:cNvPr id="223" name="object 223"/>
          <p:cNvSpPr txBox="1"/>
          <p:nvPr/>
        </p:nvSpPr>
        <p:spPr>
          <a:xfrm>
            <a:off x="1977770" y="8591308"/>
            <a:ext cx="153035" cy="367665"/>
          </a:xfrm>
          <a:prstGeom prst="rect">
            <a:avLst/>
          </a:prstGeom>
        </p:spPr>
        <p:txBody>
          <a:bodyPr wrap="square" lIns="0" tIns="7620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850" spc="-30">
                <a:solidFill>
                  <a:srgbClr val="00004A"/>
                </a:solidFill>
                <a:latin typeface="Segoe UI Symbol"/>
                <a:cs typeface="Segoe UI Symbol"/>
              </a:rPr>
              <a:t>upstash</a:t>
            </a:r>
            <a:endParaRPr sz="850">
              <a:latin typeface="Segoe UI Symbol"/>
              <a:cs typeface="Segoe UI Symbol"/>
            </a:endParaRPr>
          </a:p>
        </p:txBody>
      </p:sp>
      <p:pic>
        <p:nvPicPr>
          <p:cNvPr id="224" name="object 224"/>
          <p:cNvPicPr/>
          <p:nvPr/>
        </p:nvPicPr>
        <p:blipFill>
          <a:blip r:embed="rId71" cstate="print"/>
          <a:stretch>
            <a:fillRect/>
          </a:stretch>
        </p:blipFill>
        <p:spPr>
          <a:xfrm>
            <a:off x="1803209" y="630209"/>
            <a:ext cx="691967" cy="672211"/>
          </a:xfrm>
          <a:prstGeom prst="rect">
            <a:avLst/>
          </a:prstGeom>
        </p:spPr>
      </p:pic>
      <p:sp>
        <p:nvSpPr>
          <p:cNvPr id="225" name="object 225"/>
          <p:cNvSpPr txBox="1"/>
          <p:nvPr/>
        </p:nvSpPr>
        <p:spPr>
          <a:xfrm>
            <a:off x="2079088" y="818412"/>
            <a:ext cx="154940" cy="29527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065"/>
              </a:lnSpc>
            </a:pPr>
            <a:r>
              <a:rPr dirty="0" u="sng" sz="1000" spc="-4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Segoe UI Symbol"/>
                <a:cs typeface="Segoe UI Symbol"/>
              </a:rPr>
              <a:t>Repo</a:t>
            </a:r>
            <a:endParaRPr sz="10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4880" y="9532620"/>
            <a:ext cx="162560" cy="9842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080"/>
              </a:lnSpc>
            </a:pPr>
            <a:r>
              <a:rPr dirty="0" sz="950" spc="5" b="1">
                <a:solidFill>
                  <a:srgbClr val="FFFFFF"/>
                </a:solidFill>
                <a:latin typeface="Segoe UI Symbol"/>
                <a:cs typeface="Segoe UI Symbol"/>
              </a:rPr>
              <a:t>4</a:t>
            </a:r>
            <a:endParaRPr sz="950">
              <a:latin typeface="Segoe UI Symbol"/>
              <a:cs typeface="Segoe UI Symbo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34880" y="4369805"/>
            <a:ext cx="162560" cy="219773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080"/>
              </a:lnSpc>
            </a:pPr>
            <a:r>
              <a:rPr dirty="0" sz="950">
                <a:solidFill>
                  <a:srgbClr val="FFFFFF"/>
                </a:solidFill>
                <a:latin typeface="Segoe UI Symbol"/>
                <a:cs typeface="Segoe UI Symbol"/>
              </a:rPr>
              <a:t>@SIH</a:t>
            </a:r>
            <a:r>
              <a:rPr dirty="0" sz="950" spc="28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950" spc="110">
                <a:solidFill>
                  <a:srgbClr val="FFFFFF"/>
                </a:solidFill>
                <a:latin typeface="Segoe UI Symbol"/>
                <a:cs typeface="Segoe UI Symbol"/>
              </a:rPr>
              <a:t>Idea</a:t>
            </a:r>
            <a:r>
              <a:rPr dirty="0" sz="950" spc="29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950" spc="105">
                <a:solidFill>
                  <a:srgbClr val="FFFFFF"/>
                </a:solidFill>
                <a:latin typeface="Segoe UI Symbol"/>
                <a:cs typeface="Segoe UI Symbol"/>
              </a:rPr>
              <a:t>submission-</a:t>
            </a:r>
            <a:r>
              <a:rPr dirty="0" sz="950" spc="29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950" spc="65">
                <a:solidFill>
                  <a:srgbClr val="FFFFFF"/>
                </a:solidFill>
                <a:latin typeface="Segoe UI Symbol"/>
                <a:cs typeface="Segoe UI Symbol"/>
              </a:rPr>
              <a:t>Template</a:t>
            </a:r>
            <a:endParaRPr sz="950">
              <a:latin typeface="Segoe UI Symbol"/>
              <a:cs typeface="Segoe UI Symbo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44091" y="778560"/>
            <a:ext cx="659130" cy="1676400"/>
          </a:xfrm>
          <a:custGeom>
            <a:avLst/>
            <a:gdLst/>
            <a:ahLst/>
            <a:cxnLst/>
            <a:rect l="l" t="t" r="r" b="b"/>
            <a:pathLst>
              <a:path w="659129" h="1676400">
                <a:moveTo>
                  <a:pt x="390071" y="1663700"/>
                </a:moveTo>
                <a:lnTo>
                  <a:pt x="268969" y="1663700"/>
                </a:lnTo>
                <a:lnTo>
                  <a:pt x="276871" y="1676400"/>
                </a:lnTo>
                <a:lnTo>
                  <a:pt x="381767" y="1676400"/>
                </a:lnTo>
                <a:lnTo>
                  <a:pt x="390071" y="1663700"/>
                </a:lnTo>
                <a:close/>
              </a:path>
              <a:path w="659129" h="1676400">
                <a:moveTo>
                  <a:pt x="291832" y="1651000"/>
                </a:moveTo>
                <a:lnTo>
                  <a:pt x="244265" y="1651000"/>
                </a:lnTo>
                <a:lnTo>
                  <a:pt x="251957" y="1663700"/>
                </a:lnTo>
                <a:lnTo>
                  <a:pt x="295833" y="1663700"/>
                </a:lnTo>
                <a:lnTo>
                  <a:pt x="291832" y="1651000"/>
                </a:lnTo>
                <a:close/>
              </a:path>
              <a:path w="659129" h="1676400">
                <a:moveTo>
                  <a:pt x="414774" y="1651000"/>
                </a:moveTo>
                <a:lnTo>
                  <a:pt x="367207" y="1651000"/>
                </a:lnTo>
                <a:lnTo>
                  <a:pt x="363197" y="1663700"/>
                </a:lnTo>
                <a:lnTo>
                  <a:pt x="407083" y="1663700"/>
                </a:lnTo>
                <a:lnTo>
                  <a:pt x="414774" y="1651000"/>
                </a:lnTo>
                <a:close/>
              </a:path>
              <a:path w="659129" h="1676400">
                <a:moveTo>
                  <a:pt x="262303" y="1638300"/>
                </a:moveTo>
                <a:lnTo>
                  <a:pt x="227998" y="1638300"/>
                </a:lnTo>
                <a:lnTo>
                  <a:pt x="236242" y="1651000"/>
                </a:lnTo>
                <a:lnTo>
                  <a:pt x="270065" y="1651000"/>
                </a:lnTo>
                <a:lnTo>
                  <a:pt x="262303" y="1638300"/>
                </a:lnTo>
                <a:close/>
              </a:path>
              <a:path w="659129" h="1676400">
                <a:moveTo>
                  <a:pt x="430700" y="1638300"/>
                </a:moveTo>
                <a:lnTo>
                  <a:pt x="396737" y="1638300"/>
                </a:lnTo>
                <a:lnTo>
                  <a:pt x="388965" y="1651000"/>
                </a:lnTo>
                <a:lnTo>
                  <a:pt x="422798" y="1651000"/>
                </a:lnTo>
                <a:lnTo>
                  <a:pt x="430700" y="1638300"/>
                </a:lnTo>
                <a:close/>
              </a:path>
              <a:path w="659129" h="1676400">
                <a:moveTo>
                  <a:pt x="240645" y="1625600"/>
                </a:moveTo>
                <a:lnTo>
                  <a:pt x="212564" y="1625600"/>
                </a:lnTo>
                <a:lnTo>
                  <a:pt x="220226" y="1638300"/>
                </a:lnTo>
                <a:lnTo>
                  <a:pt x="248187" y="1638300"/>
                </a:lnTo>
                <a:lnTo>
                  <a:pt x="240645" y="1625600"/>
                </a:lnTo>
                <a:close/>
              </a:path>
              <a:path w="659129" h="1676400">
                <a:moveTo>
                  <a:pt x="446194" y="1625600"/>
                </a:moveTo>
                <a:lnTo>
                  <a:pt x="418393" y="1625600"/>
                </a:lnTo>
                <a:lnTo>
                  <a:pt x="410853" y="1638300"/>
                </a:lnTo>
                <a:lnTo>
                  <a:pt x="438503" y="1638300"/>
                </a:lnTo>
                <a:lnTo>
                  <a:pt x="446194" y="1625600"/>
                </a:lnTo>
                <a:close/>
              </a:path>
              <a:path w="659129" h="1676400">
                <a:moveTo>
                  <a:pt x="212454" y="1600200"/>
                </a:moveTo>
                <a:lnTo>
                  <a:pt x="190446" y="1600200"/>
                </a:lnTo>
                <a:lnTo>
                  <a:pt x="197573" y="1612900"/>
                </a:lnTo>
                <a:lnTo>
                  <a:pt x="205014" y="1625600"/>
                </a:lnTo>
                <a:lnTo>
                  <a:pt x="233819" y="1625600"/>
                </a:lnTo>
                <a:lnTo>
                  <a:pt x="226429" y="1612900"/>
                </a:lnTo>
                <a:lnTo>
                  <a:pt x="219663" y="1612900"/>
                </a:lnTo>
                <a:lnTo>
                  <a:pt x="212454" y="1600200"/>
                </a:lnTo>
                <a:close/>
              </a:path>
              <a:path w="659129" h="1676400">
                <a:moveTo>
                  <a:pt x="468584" y="1600200"/>
                </a:moveTo>
                <a:lnTo>
                  <a:pt x="446586" y="1600200"/>
                </a:lnTo>
                <a:lnTo>
                  <a:pt x="439376" y="1612900"/>
                </a:lnTo>
                <a:lnTo>
                  <a:pt x="432600" y="1612900"/>
                </a:lnTo>
                <a:lnTo>
                  <a:pt x="425221" y="1625600"/>
                </a:lnTo>
                <a:lnTo>
                  <a:pt x="453764" y="1625600"/>
                </a:lnTo>
                <a:lnTo>
                  <a:pt x="461234" y="1612900"/>
                </a:lnTo>
                <a:lnTo>
                  <a:pt x="468584" y="1600200"/>
                </a:lnTo>
                <a:close/>
              </a:path>
              <a:path w="659129" h="1676400">
                <a:moveTo>
                  <a:pt x="185318" y="1562100"/>
                </a:moveTo>
                <a:lnTo>
                  <a:pt x="162022" y="1562100"/>
                </a:lnTo>
                <a:lnTo>
                  <a:pt x="168910" y="1574800"/>
                </a:lnTo>
                <a:lnTo>
                  <a:pt x="175907" y="1587500"/>
                </a:lnTo>
                <a:lnTo>
                  <a:pt x="183015" y="1600200"/>
                </a:lnTo>
                <a:lnTo>
                  <a:pt x="212685" y="1600200"/>
                </a:lnTo>
                <a:lnTo>
                  <a:pt x="205557" y="1587500"/>
                </a:lnTo>
                <a:lnTo>
                  <a:pt x="198921" y="1587500"/>
                </a:lnTo>
                <a:lnTo>
                  <a:pt x="191984" y="1574800"/>
                </a:lnTo>
                <a:lnTo>
                  <a:pt x="192164" y="1574800"/>
                </a:lnTo>
                <a:lnTo>
                  <a:pt x="185318" y="1562100"/>
                </a:lnTo>
                <a:close/>
              </a:path>
              <a:path w="659129" h="1676400">
                <a:moveTo>
                  <a:pt x="496867" y="1562100"/>
                </a:moveTo>
                <a:lnTo>
                  <a:pt x="473722" y="1562100"/>
                </a:lnTo>
                <a:lnTo>
                  <a:pt x="466874" y="1574800"/>
                </a:lnTo>
                <a:lnTo>
                  <a:pt x="467046" y="1574800"/>
                </a:lnTo>
                <a:lnTo>
                  <a:pt x="460108" y="1587500"/>
                </a:lnTo>
                <a:lnTo>
                  <a:pt x="453482" y="1587500"/>
                </a:lnTo>
                <a:lnTo>
                  <a:pt x="446354" y="1600200"/>
                </a:lnTo>
                <a:lnTo>
                  <a:pt x="475823" y="1600200"/>
                </a:lnTo>
                <a:lnTo>
                  <a:pt x="482951" y="1587500"/>
                </a:lnTo>
                <a:lnTo>
                  <a:pt x="489969" y="1574800"/>
                </a:lnTo>
                <a:lnTo>
                  <a:pt x="496867" y="1562100"/>
                </a:lnTo>
                <a:close/>
              </a:path>
              <a:path w="659129" h="1676400">
                <a:moveTo>
                  <a:pt x="205769" y="88900"/>
                </a:moveTo>
                <a:lnTo>
                  <a:pt x="176079" y="88900"/>
                </a:lnTo>
                <a:lnTo>
                  <a:pt x="169061" y="101600"/>
                </a:lnTo>
                <a:lnTo>
                  <a:pt x="162163" y="114300"/>
                </a:lnTo>
                <a:lnTo>
                  <a:pt x="148589" y="139700"/>
                </a:lnTo>
                <a:lnTo>
                  <a:pt x="142055" y="152400"/>
                </a:lnTo>
                <a:lnTo>
                  <a:pt x="135630" y="152400"/>
                </a:lnTo>
                <a:lnTo>
                  <a:pt x="117091" y="190500"/>
                </a:lnTo>
                <a:lnTo>
                  <a:pt x="99677" y="241300"/>
                </a:lnTo>
                <a:lnTo>
                  <a:pt x="94137" y="254000"/>
                </a:lnTo>
                <a:lnTo>
                  <a:pt x="78312" y="292100"/>
                </a:lnTo>
                <a:lnTo>
                  <a:pt x="68469" y="330200"/>
                </a:lnTo>
                <a:lnTo>
                  <a:pt x="63753" y="342900"/>
                </a:lnTo>
                <a:lnTo>
                  <a:pt x="59188" y="355600"/>
                </a:lnTo>
                <a:lnTo>
                  <a:pt x="54775" y="368300"/>
                </a:lnTo>
                <a:lnTo>
                  <a:pt x="50521" y="393700"/>
                </a:lnTo>
                <a:lnTo>
                  <a:pt x="46409" y="406400"/>
                </a:lnTo>
                <a:lnTo>
                  <a:pt x="42458" y="419100"/>
                </a:lnTo>
                <a:lnTo>
                  <a:pt x="38668" y="444500"/>
                </a:lnTo>
                <a:lnTo>
                  <a:pt x="35029" y="457200"/>
                </a:lnTo>
                <a:lnTo>
                  <a:pt x="31569" y="482600"/>
                </a:lnTo>
                <a:lnTo>
                  <a:pt x="28262" y="495300"/>
                </a:lnTo>
                <a:lnTo>
                  <a:pt x="25125" y="520700"/>
                </a:lnTo>
                <a:lnTo>
                  <a:pt x="22169" y="533400"/>
                </a:lnTo>
                <a:lnTo>
                  <a:pt x="19373" y="558800"/>
                </a:lnTo>
                <a:lnTo>
                  <a:pt x="16760" y="571500"/>
                </a:lnTo>
                <a:lnTo>
                  <a:pt x="14326" y="596900"/>
                </a:lnTo>
                <a:lnTo>
                  <a:pt x="12075" y="609600"/>
                </a:lnTo>
                <a:lnTo>
                  <a:pt x="10003" y="635000"/>
                </a:lnTo>
                <a:lnTo>
                  <a:pt x="8114" y="647700"/>
                </a:lnTo>
                <a:lnTo>
                  <a:pt x="6414" y="673100"/>
                </a:lnTo>
                <a:lnTo>
                  <a:pt x="4906" y="698500"/>
                </a:lnTo>
                <a:lnTo>
                  <a:pt x="3589" y="711200"/>
                </a:lnTo>
                <a:lnTo>
                  <a:pt x="2473" y="736600"/>
                </a:lnTo>
                <a:lnTo>
                  <a:pt x="1548" y="762000"/>
                </a:lnTo>
                <a:lnTo>
                  <a:pt x="824" y="774700"/>
                </a:lnTo>
                <a:lnTo>
                  <a:pt x="311" y="800100"/>
                </a:lnTo>
                <a:lnTo>
                  <a:pt x="0" y="825500"/>
                </a:lnTo>
                <a:lnTo>
                  <a:pt x="0" y="863600"/>
                </a:lnTo>
                <a:lnTo>
                  <a:pt x="311" y="889000"/>
                </a:lnTo>
                <a:lnTo>
                  <a:pt x="834" y="901700"/>
                </a:lnTo>
                <a:lnTo>
                  <a:pt x="1558" y="927100"/>
                </a:lnTo>
                <a:lnTo>
                  <a:pt x="2473" y="952500"/>
                </a:lnTo>
                <a:lnTo>
                  <a:pt x="3599" y="965200"/>
                </a:lnTo>
                <a:lnTo>
                  <a:pt x="4916" y="990600"/>
                </a:lnTo>
                <a:lnTo>
                  <a:pt x="6424" y="1003300"/>
                </a:lnTo>
                <a:lnTo>
                  <a:pt x="8124" y="1028700"/>
                </a:lnTo>
                <a:lnTo>
                  <a:pt x="10013" y="1054100"/>
                </a:lnTo>
                <a:lnTo>
                  <a:pt x="12085" y="1066800"/>
                </a:lnTo>
                <a:lnTo>
                  <a:pt x="14337" y="1092200"/>
                </a:lnTo>
                <a:lnTo>
                  <a:pt x="16780" y="1104900"/>
                </a:lnTo>
                <a:lnTo>
                  <a:pt x="19394" y="1130300"/>
                </a:lnTo>
                <a:lnTo>
                  <a:pt x="22179" y="1143000"/>
                </a:lnTo>
                <a:lnTo>
                  <a:pt x="25146" y="1168400"/>
                </a:lnTo>
                <a:lnTo>
                  <a:pt x="28282" y="1181100"/>
                </a:lnTo>
                <a:lnTo>
                  <a:pt x="31589" y="1206500"/>
                </a:lnTo>
                <a:lnTo>
                  <a:pt x="35058" y="1219200"/>
                </a:lnTo>
                <a:lnTo>
                  <a:pt x="38688" y="1244600"/>
                </a:lnTo>
                <a:lnTo>
                  <a:pt x="42478" y="1257300"/>
                </a:lnTo>
                <a:lnTo>
                  <a:pt x="46440" y="1270000"/>
                </a:lnTo>
                <a:lnTo>
                  <a:pt x="50542" y="1295400"/>
                </a:lnTo>
                <a:lnTo>
                  <a:pt x="54815" y="1308100"/>
                </a:lnTo>
                <a:lnTo>
                  <a:pt x="59228" y="1320800"/>
                </a:lnTo>
                <a:lnTo>
                  <a:pt x="63793" y="1346200"/>
                </a:lnTo>
                <a:lnTo>
                  <a:pt x="68498" y="1358900"/>
                </a:lnTo>
                <a:lnTo>
                  <a:pt x="73365" y="1371600"/>
                </a:lnTo>
                <a:lnTo>
                  <a:pt x="78362" y="1384300"/>
                </a:lnTo>
                <a:lnTo>
                  <a:pt x="83499" y="1409700"/>
                </a:lnTo>
                <a:lnTo>
                  <a:pt x="99736" y="1447800"/>
                </a:lnTo>
                <a:lnTo>
                  <a:pt x="117171" y="1485900"/>
                </a:lnTo>
                <a:lnTo>
                  <a:pt x="135731" y="1524000"/>
                </a:lnTo>
                <a:lnTo>
                  <a:pt x="155246" y="1562100"/>
                </a:lnTo>
                <a:lnTo>
                  <a:pt x="178883" y="1562100"/>
                </a:lnTo>
                <a:lnTo>
                  <a:pt x="172237" y="1549400"/>
                </a:lnTo>
                <a:lnTo>
                  <a:pt x="172368" y="1549400"/>
                </a:lnTo>
                <a:lnTo>
                  <a:pt x="153315" y="1511300"/>
                </a:lnTo>
                <a:lnTo>
                  <a:pt x="135318" y="1473200"/>
                </a:lnTo>
                <a:lnTo>
                  <a:pt x="118327" y="1435100"/>
                </a:lnTo>
                <a:lnTo>
                  <a:pt x="102431" y="1397000"/>
                </a:lnTo>
                <a:lnTo>
                  <a:pt x="87712" y="1346200"/>
                </a:lnTo>
                <a:lnTo>
                  <a:pt x="83077" y="1333500"/>
                </a:lnTo>
                <a:lnTo>
                  <a:pt x="78593" y="1320800"/>
                </a:lnTo>
                <a:lnTo>
                  <a:pt x="74269" y="1308100"/>
                </a:lnTo>
                <a:lnTo>
                  <a:pt x="70067" y="1282700"/>
                </a:lnTo>
                <a:lnTo>
                  <a:pt x="66015" y="1270000"/>
                </a:lnTo>
                <a:lnTo>
                  <a:pt x="62114" y="1257300"/>
                </a:lnTo>
                <a:lnTo>
                  <a:pt x="58374" y="1231900"/>
                </a:lnTo>
                <a:lnTo>
                  <a:pt x="54785" y="1219200"/>
                </a:lnTo>
                <a:lnTo>
                  <a:pt x="51356" y="1193800"/>
                </a:lnTo>
                <a:lnTo>
                  <a:pt x="48088" y="1181100"/>
                </a:lnTo>
                <a:lnTo>
                  <a:pt x="44992" y="1168400"/>
                </a:lnTo>
                <a:lnTo>
                  <a:pt x="42066" y="1143000"/>
                </a:lnTo>
                <a:lnTo>
                  <a:pt x="39301" y="1130300"/>
                </a:lnTo>
                <a:lnTo>
                  <a:pt x="36718" y="1104900"/>
                </a:lnTo>
                <a:lnTo>
                  <a:pt x="34305" y="1092200"/>
                </a:lnTo>
                <a:lnTo>
                  <a:pt x="32072" y="1066800"/>
                </a:lnTo>
                <a:lnTo>
                  <a:pt x="30021" y="1054100"/>
                </a:lnTo>
                <a:lnTo>
                  <a:pt x="28152" y="1028700"/>
                </a:lnTo>
                <a:lnTo>
                  <a:pt x="26473" y="1003300"/>
                </a:lnTo>
                <a:lnTo>
                  <a:pt x="24974" y="990600"/>
                </a:lnTo>
                <a:lnTo>
                  <a:pt x="23667" y="965200"/>
                </a:lnTo>
                <a:lnTo>
                  <a:pt x="22561" y="952500"/>
                </a:lnTo>
                <a:lnTo>
                  <a:pt x="21647" y="927100"/>
                </a:lnTo>
                <a:lnTo>
                  <a:pt x="20933" y="901700"/>
                </a:lnTo>
                <a:lnTo>
                  <a:pt x="20420" y="889000"/>
                </a:lnTo>
                <a:lnTo>
                  <a:pt x="20107" y="863600"/>
                </a:lnTo>
                <a:lnTo>
                  <a:pt x="20107" y="825500"/>
                </a:lnTo>
                <a:lnTo>
                  <a:pt x="20420" y="800100"/>
                </a:lnTo>
                <a:lnTo>
                  <a:pt x="20933" y="774700"/>
                </a:lnTo>
                <a:lnTo>
                  <a:pt x="21647" y="762000"/>
                </a:lnTo>
                <a:lnTo>
                  <a:pt x="22551" y="736600"/>
                </a:lnTo>
                <a:lnTo>
                  <a:pt x="23667" y="711200"/>
                </a:lnTo>
                <a:lnTo>
                  <a:pt x="24964" y="698500"/>
                </a:lnTo>
                <a:lnTo>
                  <a:pt x="26462" y="673100"/>
                </a:lnTo>
                <a:lnTo>
                  <a:pt x="28141" y="660400"/>
                </a:lnTo>
                <a:lnTo>
                  <a:pt x="30011" y="635000"/>
                </a:lnTo>
                <a:lnTo>
                  <a:pt x="32062" y="609600"/>
                </a:lnTo>
                <a:lnTo>
                  <a:pt x="34295" y="596900"/>
                </a:lnTo>
                <a:lnTo>
                  <a:pt x="36708" y="571500"/>
                </a:lnTo>
                <a:lnTo>
                  <a:pt x="39291" y="558800"/>
                </a:lnTo>
                <a:lnTo>
                  <a:pt x="42047" y="533400"/>
                </a:lnTo>
                <a:lnTo>
                  <a:pt x="44971" y="520700"/>
                </a:lnTo>
                <a:lnTo>
                  <a:pt x="48079" y="495300"/>
                </a:lnTo>
                <a:lnTo>
                  <a:pt x="51337" y="482600"/>
                </a:lnTo>
                <a:lnTo>
                  <a:pt x="54764" y="469900"/>
                </a:lnTo>
                <a:lnTo>
                  <a:pt x="58343" y="444500"/>
                </a:lnTo>
                <a:lnTo>
                  <a:pt x="62094" y="431800"/>
                </a:lnTo>
                <a:lnTo>
                  <a:pt x="65995" y="406400"/>
                </a:lnTo>
                <a:lnTo>
                  <a:pt x="70037" y="393700"/>
                </a:lnTo>
                <a:lnTo>
                  <a:pt x="74240" y="381000"/>
                </a:lnTo>
                <a:lnTo>
                  <a:pt x="78623" y="368300"/>
                </a:lnTo>
                <a:lnTo>
                  <a:pt x="83077" y="342900"/>
                </a:lnTo>
                <a:lnTo>
                  <a:pt x="87753" y="330200"/>
                </a:lnTo>
                <a:lnTo>
                  <a:pt x="92528" y="317500"/>
                </a:lnTo>
                <a:lnTo>
                  <a:pt x="97434" y="304800"/>
                </a:lnTo>
                <a:lnTo>
                  <a:pt x="102482" y="279400"/>
                </a:lnTo>
                <a:lnTo>
                  <a:pt x="118388" y="241300"/>
                </a:lnTo>
                <a:lnTo>
                  <a:pt x="135399" y="203200"/>
                </a:lnTo>
                <a:lnTo>
                  <a:pt x="153415" y="165100"/>
                </a:lnTo>
                <a:lnTo>
                  <a:pt x="165954" y="139700"/>
                </a:lnTo>
                <a:lnTo>
                  <a:pt x="172237" y="139700"/>
                </a:lnTo>
                <a:lnTo>
                  <a:pt x="178883" y="127000"/>
                </a:lnTo>
                <a:lnTo>
                  <a:pt x="178733" y="127000"/>
                </a:lnTo>
                <a:lnTo>
                  <a:pt x="185479" y="114300"/>
                </a:lnTo>
                <a:lnTo>
                  <a:pt x="185318" y="114300"/>
                </a:lnTo>
                <a:lnTo>
                  <a:pt x="192164" y="101600"/>
                </a:lnTo>
                <a:lnTo>
                  <a:pt x="198730" y="101600"/>
                </a:lnTo>
                <a:lnTo>
                  <a:pt x="205769" y="88900"/>
                </a:lnTo>
                <a:close/>
              </a:path>
              <a:path w="659129" h="1676400">
                <a:moveTo>
                  <a:pt x="483133" y="88900"/>
                </a:moveTo>
                <a:lnTo>
                  <a:pt x="453271" y="88900"/>
                </a:lnTo>
                <a:lnTo>
                  <a:pt x="460300" y="101600"/>
                </a:lnTo>
                <a:lnTo>
                  <a:pt x="466874" y="101600"/>
                </a:lnTo>
                <a:lnTo>
                  <a:pt x="473722" y="114300"/>
                </a:lnTo>
                <a:lnTo>
                  <a:pt x="473561" y="114300"/>
                </a:lnTo>
                <a:lnTo>
                  <a:pt x="480297" y="127000"/>
                </a:lnTo>
                <a:lnTo>
                  <a:pt x="480156" y="127000"/>
                </a:lnTo>
                <a:lnTo>
                  <a:pt x="486792" y="139700"/>
                </a:lnTo>
                <a:lnTo>
                  <a:pt x="493196" y="139700"/>
                </a:lnTo>
                <a:lnTo>
                  <a:pt x="499511" y="152400"/>
                </a:lnTo>
                <a:lnTo>
                  <a:pt x="517829" y="190500"/>
                </a:lnTo>
                <a:lnTo>
                  <a:pt x="535162" y="228600"/>
                </a:lnTo>
                <a:lnTo>
                  <a:pt x="551431" y="266700"/>
                </a:lnTo>
                <a:lnTo>
                  <a:pt x="561646" y="304800"/>
                </a:lnTo>
                <a:lnTo>
                  <a:pt x="566552" y="317500"/>
                </a:lnTo>
                <a:lnTo>
                  <a:pt x="571328" y="330200"/>
                </a:lnTo>
                <a:lnTo>
                  <a:pt x="575923" y="342900"/>
                </a:lnTo>
                <a:lnTo>
                  <a:pt x="580447" y="368300"/>
                </a:lnTo>
                <a:lnTo>
                  <a:pt x="584760" y="381000"/>
                </a:lnTo>
                <a:lnTo>
                  <a:pt x="588962" y="393700"/>
                </a:lnTo>
                <a:lnTo>
                  <a:pt x="593015" y="406400"/>
                </a:lnTo>
                <a:lnTo>
                  <a:pt x="596916" y="431800"/>
                </a:lnTo>
                <a:lnTo>
                  <a:pt x="600665" y="444500"/>
                </a:lnTo>
                <a:lnTo>
                  <a:pt x="604255" y="469900"/>
                </a:lnTo>
                <a:lnTo>
                  <a:pt x="607683" y="482600"/>
                </a:lnTo>
                <a:lnTo>
                  <a:pt x="610941" y="495300"/>
                </a:lnTo>
                <a:lnTo>
                  <a:pt x="614038" y="520700"/>
                </a:lnTo>
                <a:lnTo>
                  <a:pt x="616973" y="533400"/>
                </a:lnTo>
                <a:lnTo>
                  <a:pt x="619728" y="558800"/>
                </a:lnTo>
                <a:lnTo>
                  <a:pt x="622322" y="571500"/>
                </a:lnTo>
                <a:lnTo>
                  <a:pt x="624735" y="596900"/>
                </a:lnTo>
                <a:lnTo>
                  <a:pt x="626967" y="609600"/>
                </a:lnTo>
                <a:lnTo>
                  <a:pt x="629018" y="635000"/>
                </a:lnTo>
                <a:lnTo>
                  <a:pt x="630889" y="660400"/>
                </a:lnTo>
                <a:lnTo>
                  <a:pt x="632567" y="673100"/>
                </a:lnTo>
                <a:lnTo>
                  <a:pt x="634066" y="698500"/>
                </a:lnTo>
                <a:lnTo>
                  <a:pt x="635363" y="711200"/>
                </a:lnTo>
                <a:lnTo>
                  <a:pt x="636479" y="736600"/>
                </a:lnTo>
                <a:lnTo>
                  <a:pt x="637393" y="762000"/>
                </a:lnTo>
                <a:lnTo>
                  <a:pt x="638107" y="774700"/>
                </a:lnTo>
                <a:lnTo>
                  <a:pt x="638620" y="800100"/>
                </a:lnTo>
                <a:lnTo>
                  <a:pt x="638931" y="825500"/>
                </a:lnTo>
                <a:lnTo>
                  <a:pt x="638931" y="863600"/>
                </a:lnTo>
                <a:lnTo>
                  <a:pt x="638620" y="889000"/>
                </a:lnTo>
                <a:lnTo>
                  <a:pt x="638107" y="901700"/>
                </a:lnTo>
                <a:lnTo>
                  <a:pt x="637393" y="927100"/>
                </a:lnTo>
                <a:lnTo>
                  <a:pt x="636479" y="952500"/>
                </a:lnTo>
                <a:lnTo>
                  <a:pt x="635373" y="965200"/>
                </a:lnTo>
                <a:lnTo>
                  <a:pt x="634066" y="990600"/>
                </a:lnTo>
                <a:lnTo>
                  <a:pt x="632578" y="1003300"/>
                </a:lnTo>
                <a:lnTo>
                  <a:pt x="630899" y="1028700"/>
                </a:lnTo>
                <a:lnTo>
                  <a:pt x="629028" y="1054100"/>
                </a:lnTo>
                <a:lnTo>
                  <a:pt x="626977" y="1066800"/>
                </a:lnTo>
                <a:lnTo>
                  <a:pt x="624746" y="1092200"/>
                </a:lnTo>
                <a:lnTo>
                  <a:pt x="622333" y="1104900"/>
                </a:lnTo>
                <a:lnTo>
                  <a:pt x="619748" y="1130300"/>
                </a:lnTo>
                <a:lnTo>
                  <a:pt x="616993" y="1143000"/>
                </a:lnTo>
                <a:lnTo>
                  <a:pt x="614057" y="1168400"/>
                </a:lnTo>
                <a:lnTo>
                  <a:pt x="610961" y="1181100"/>
                </a:lnTo>
                <a:lnTo>
                  <a:pt x="607703" y="1193800"/>
                </a:lnTo>
                <a:lnTo>
                  <a:pt x="604276" y="1219200"/>
                </a:lnTo>
                <a:lnTo>
                  <a:pt x="600685" y="1231900"/>
                </a:lnTo>
                <a:lnTo>
                  <a:pt x="596945" y="1257300"/>
                </a:lnTo>
                <a:lnTo>
                  <a:pt x="593045" y="1270000"/>
                </a:lnTo>
                <a:lnTo>
                  <a:pt x="588992" y="1282700"/>
                </a:lnTo>
                <a:lnTo>
                  <a:pt x="584790" y="1308100"/>
                </a:lnTo>
                <a:lnTo>
                  <a:pt x="580416" y="1320800"/>
                </a:lnTo>
                <a:lnTo>
                  <a:pt x="575923" y="1333500"/>
                </a:lnTo>
                <a:lnTo>
                  <a:pt x="571287" y="1346200"/>
                </a:lnTo>
                <a:lnTo>
                  <a:pt x="566512" y="1371600"/>
                </a:lnTo>
                <a:lnTo>
                  <a:pt x="551380" y="1409700"/>
                </a:lnTo>
                <a:lnTo>
                  <a:pt x="535092" y="1447800"/>
                </a:lnTo>
                <a:lnTo>
                  <a:pt x="511737" y="1498600"/>
                </a:lnTo>
                <a:lnTo>
                  <a:pt x="483529" y="1555643"/>
                </a:lnTo>
                <a:lnTo>
                  <a:pt x="480156" y="1562100"/>
                </a:lnTo>
                <a:lnTo>
                  <a:pt x="503654" y="1562100"/>
                </a:lnTo>
                <a:lnTo>
                  <a:pt x="523410" y="1524000"/>
                </a:lnTo>
                <a:lnTo>
                  <a:pt x="541949" y="1485900"/>
                </a:lnTo>
                <a:lnTo>
                  <a:pt x="559353" y="1447800"/>
                </a:lnTo>
                <a:lnTo>
                  <a:pt x="575580" y="1409700"/>
                </a:lnTo>
                <a:lnTo>
                  <a:pt x="580718" y="1384300"/>
                </a:lnTo>
                <a:lnTo>
                  <a:pt x="585715" y="1371600"/>
                </a:lnTo>
                <a:lnTo>
                  <a:pt x="590571" y="1358900"/>
                </a:lnTo>
                <a:lnTo>
                  <a:pt x="595276" y="1346200"/>
                </a:lnTo>
                <a:lnTo>
                  <a:pt x="599841" y="1320800"/>
                </a:lnTo>
                <a:lnTo>
                  <a:pt x="604255" y="1308100"/>
                </a:lnTo>
                <a:lnTo>
                  <a:pt x="608517" y="1295400"/>
                </a:lnTo>
                <a:lnTo>
                  <a:pt x="612630" y="1270000"/>
                </a:lnTo>
                <a:lnTo>
                  <a:pt x="616582" y="1257300"/>
                </a:lnTo>
                <a:lnTo>
                  <a:pt x="620372" y="1244600"/>
                </a:lnTo>
                <a:lnTo>
                  <a:pt x="624001" y="1219200"/>
                </a:lnTo>
                <a:lnTo>
                  <a:pt x="627470" y="1206500"/>
                </a:lnTo>
                <a:lnTo>
                  <a:pt x="630778" y="1181100"/>
                </a:lnTo>
                <a:lnTo>
                  <a:pt x="633905" y="1168400"/>
                </a:lnTo>
                <a:lnTo>
                  <a:pt x="636870" y="1143000"/>
                </a:lnTo>
                <a:lnTo>
                  <a:pt x="639655" y="1130300"/>
                </a:lnTo>
                <a:lnTo>
                  <a:pt x="642270" y="1104900"/>
                </a:lnTo>
                <a:lnTo>
                  <a:pt x="644712" y="1092200"/>
                </a:lnTo>
                <a:lnTo>
                  <a:pt x="646965" y="1066800"/>
                </a:lnTo>
                <a:lnTo>
                  <a:pt x="649037" y="1054100"/>
                </a:lnTo>
                <a:lnTo>
                  <a:pt x="650927" y="1028700"/>
                </a:lnTo>
                <a:lnTo>
                  <a:pt x="652626" y="1003300"/>
                </a:lnTo>
                <a:lnTo>
                  <a:pt x="654133" y="990600"/>
                </a:lnTo>
                <a:lnTo>
                  <a:pt x="655440" y="965200"/>
                </a:lnTo>
                <a:lnTo>
                  <a:pt x="656567" y="952500"/>
                </a:lnTo>
                <a:lnTo>
                  <a:pt x="657482" y="927100"/>
                </a:lnTo>
                <a:lnTo>
                  <a:pt x="658206" y="901700"/>
                </a:lnTo>
                <a:lnTo>
                  <a:pt x="658728" y="889000"/>
                </a:lnTo>
                <a:lnTo>
                  <a:pt x="659041" y="863600"/>
                </a:lnTo>
                <a:lnTo>
                  <a:pt x="659041" y="825500"/>
                </a:lnTo>
                <a:lnTo>
                  <a:pt x="658718" y="800100"/>
                </a:lnTo>
                <a:lnTo>
                  <a:pt x="658206" y="774700"/>
                </a:lnTo>
                <a:lnTo>
                  <a:pt x="657482" y="762000"/>
                </a:lnTo>
                <a:lnTo>
                  <a:pt x="656556" y="736600"/>
                </a:lnTo>
                <a:lnTo>
                  <a:pt x="655440" y="711200"/>
                </a:lnTo>
                <a:lnTo>
                  <a:pt x="654123" y="698500"/>
                </a:lnTo>
                <a:lnTo>
                  <a:pt x="652616" y="673100"/>
                </a:lnTo>
                <a:lnTo>
                  <a:pt x="650916" y="647700"/>
                </a:lnTo>
                <a:lnTo>
                  <a:pt x="649027" y="635000"/>
                </a:lnTo>
                <a:lnTo>
                  <a:pt x="646955" y="609600"/>
                </a:lnTo>
                <a:lnTo>
                  <a:pt x="644693" y="596900"/>
                </a:lnTo>
                <a:lnTo>
                  <a:pt x="642260" y="571500"/>
                </a:lnTo>
                <a:lnTo>
                  <a:pt x="639645" y="558800"/>
                </a:lnTo>
                <a:lnTo>
                  <a:pt x="636851" y="533400"/>
                </a:lnTo>
                <a:lnTo>
                  <a:pt x="633884" y="520700"/>
                </a:lnTo>
                <a:lnTo>
                  <a:pt x="630758" y="495300"/>
                </a:lnTo>
                <a:lnTo>
                  <a:pt x="627449" y="482600"/>
                </a:lnTo>
                <a:lnTo>
                  <a:pt x="623981" y="457200"/>
                </a:lnTo>
                <a:lnTo>
                  <a:pt x="620351" y="444500"/>
                </a:lnTo>
                <a:lnTo>
                  <a:pt x="616551" y="419100"/>
                </a:lnTo>
                <a:lnTo>
                  <a:pt x="612601" y="406400"/>
                </a:lnTo>
                <a:lnTo>
                  <a:pt x="608488" y="393700"/>
                </a:lnTo>
                <a:lnTo>
                  <a:pt x="604225" y="368300"/>
                </a:lnTo>
                <a:lnTo>
                  <a:pt x="599812" y="355600"/>
                </a:lnTo>
                <a:lnTo>
                  <a:pt x="595246" y="342900"/>
                </a:lnTo>
                <a:lnTo>
                  <a:pt x="590530" y="330200"/>
                </a:lnTo>
                <a:lnTo>
                  <a:pt x="585675" y="304800"/>
                </a:lnTo>
                <a:lnTo>
                  <a:pt x="570261" y="266700"/>
                </a:lnTo>
                <a:lnTo>
                  <a:pt x="559292" y="241300"/>
                </a:lnTo>
                <a:lnTo>
                  <a:pt x="553612" y="215900"/>
                </a:lnTo>
                <a:lnTo>
                  <a:pt x="535806" y="177800"/>
                </a:lnTo>
                <a:lnTo>
                  <a:pt x="523309" y="152400"/>
                </a:lnTo>
                <a:lnTo>
                  <a:pt x="516874" y="152400"/>
                </a:lnTo>
                <a:lnTo>
                  <a:pt x="503783" y="127000"/>
                </a:lnTo>
                <a:lnTo>
                  <a:pt x="497018" y="114300"/>
                </a:lnTo>
                <a:lnTo>
                  <a:pt x="490131" y="101600"/>
                </a:lnTo>
                <a:lnTo>
                  <a:pt x="483133" y="88900"/>
                </a:lnTo>
                <a:close/>
              </a:path>
              <a:path w="659129" h="1676400">
                <a:moveTo>
                  <a:pt x="226711" y="63500"/>
                </a:moveTo>
                <a:lnTo>
                  <a:pt x="197806" y="63500"/>
                </a:lnTo>
                <a:lnTo>
                  <a:pt x="190446" y="76200"/>
                </a:lnTo>
                <a:lnTo>
                  <a:pt x="183207" y="88900"/>
                </a:lnTo>
                <a:lnTo>
                  <a:pt x="205557" y="88900"/>
                </a:lnTo>
                <a:lnTo>
                  <a:pt x="212685" y="76200"/>
                </a:lnTo>
                <a:lnTo>
                  <a:pt x="219411" y="76200"/>
                </a:lnTo>
                <a:lnTo>
                  <a:pt x="226711" y="63500"/>
                </a:lnTo>
                <a:close/>
              </a:path>
              <a:path w="659129" h="1676400">
                <a:moveTo>
                  <a:pt x="461465" y="63500"/>
                </a:moveTo>
                <a:lnTo>
                  <a:pt x="432329" y="63500"/>
                </a:lnTo>
                <a:lnTo>
                  <a:pt x="439628" y="76200"/>
                </a:lnTo>
                <a:lnTo>
                  <a:pt x="446354" y="76200"/>
                </a:lnTo>
                <a:lnTo>
                  <a:pt x="453482" y="88900"/>
                </a:lnTo>
                <a:lnTo>
                  <a:pt x="476015" y="88900"/>
                </a:lnTo>
                <a:lnTo>
                  <a:pt x="468795" y="76200"/>
                </a:lnTo>
                <a:lnTo>
                  <a:pt x="461465" y="63500"/>
                </a:lnTo>
                <a:close/>
              </a:path>
              <a:path w="659129" h="1676400">
                <a:moveTo>
                  <a:pt x="240978" y="50800"/>
                </a:moveTo>
                <a:lnTo>
                  <a:pt x="212846" y="50800"/>
                </a:lnTo>
                <a:lnTo>
                  <a:pt x="205266" y="63500"/>
                </a:lnTo>
                <a:lnTo>
                  <a:pt x="233508" y="63500"/>
                </a:lnTo>
                <a:lnTo>
                  <a:pt x="240978" y="50800"/>
                </a:lnTo>
                <a:close/>
              </a:path>
              <a:path w="659129" h="1676400">
                <a:moveTo>
                  <a:pt x="446465" y="50800"/>
                </a:moveTo>
                <a:lnTo>
                  <a:pt x="418062" y="50800"/>
                </a:lnTo>
                <a:lnTo>
                  <a:pt x="425522" y="63500"/>
                </a:lnTo>
                <a:lnTo>
                  <a:pt x="454016" y="63500"/>
                </a:lnTo>
                <a:lnTo>
                  <a:pt x="446465" y="50800"/>
                </a:lnTo>
                <a:close/>
              </a:path>
              <a:path w="659129" h="1676400">
                <a:moveTo>
                  <a:pt x="255446" y="38100"/>
                </a:moveTo>
                <a:lnTo>
                  <a:pt x="228330" y="38100"/>
                </a:lnTo>
                <a:lnTo>
                  <a:pt x="220538" y="50800"/>
                </a:lnTo>
                <a:lnTo>
                  <a:pt x="247825" y="50800"/>
                </a:lnTo>
                <a:lnTo>
                  <a:pt x="255446" y="38100"/>
                </a:lnTo>
                <a:close/>
              </a:path>
              <a:path w="659129" h="1676400">
                <a:moveTo>
                  <a:pt x="431041" y="38100"/>
                </a:moveTo>
                <a:lnTo>
                  <a:pt x="403594" y="38100"/>
                </a:lnTo>
                <a:lnTo>
                  <a:pt x="411215" y="50800"/>
                </a:lnTo>
                <a:lnTo>
                  <a:pt x="438804" y="50800"/>
                </a:lnTo>
                <a:lnTo>
                  <a:pt x="431041" y="38100"/>
                </a:lnTo>
                <a:close/>
              </a:path>
              <a:path w="659129" h="1676400">
                <a:moveTo>
                  <a:pt x="277435" y="25400"/>
                </a:moveTo>
                <a:lnTo>
                  <a:pt x="244265" y="25400"/>
                </a:lnTo>
                <a:lnTo>
                  <a:pt x="235880" y="38100"/>
                </a:lnTo>
                <a:lnTo>
                  <a:pt x="269601" y="38100"/>
                </a:lnTo>
                <a:lnTo>
                  <a:pt x="277435" y="25400"/>
                </a:lnTo>
                <a:close/>
              </a:path>
              <a:path w="659129" h="1676400">
                <a:moveTo>
                  <a:pt x="284834" y="25400"/>
                </a:moveTo>
                <a:lnTo>
                  <a:pt x="277435" y="25400"/>
                </a:lnTo>
                <a:lnTo>
                  <a:pt x="276932" y="38100"/>
                </a:lnTo>
                <a:lnTo>
                  <a:pt x="284834" y="25400"/>
                </a:lnTo>
                <a:close/>
              </a:path>
              <a:path w="659129" h="1676400">
                <a:moveTo>
                  <a:pt x="381605" y="25400"/>
                </a:moveTo>
                <a:lnTo>
                  <a:pt x="374205" y="25400"/>
                </a:lnTo>
                <a:lnTo>
                  <a:pt x="382108" y="38100"/>
                </a:lnTo>
                <a:lnTo>
                  <a:pt x="381605" y="25400"/>
                </a:lnTo>
                <a:close/>
              </a:path>
              <a:path w="659129" h="1676400">
                <a:moveTo>
                  <a:pt x="414774" y="25400"/>
                </a:moveTo>
                <a:lnTo>
                  <a:pt x="381605" y="25400"/>
                </a:lnTo>
                <a:lnTo>
                  <a:pt x="389437" y="38100"/>
                </a:lnTo>
                <a:lnTo>
                  <a:pt x="423160" y="38100"/>
                </a:lnTo>
                <a:lnTo>
                  <a:pt x="414774" y="25400"/>
                </a:lnTo>
                <a:close/>
              </a:path>
              <a:path w="659129" h="1676400">
                <a:moveTo>
                  <a:pt x="398879" y="12700"/>
                </a:moveTo>
                <a:lnTo>
                  <a:pt x="260624" y="12700"/>
                </a:lnTo>
                <a:lnTo>
                  <a:pt x="252389" y="25400"/>
                </a:lnTo>
                <a:lnTo>
                  <a:pt x="407083" y="25400"/>
                </a:lnTo>
                <a:lnTo>
                  <a:pt x="398879" y="12700"/>
                </a:lnTo>
                <a:close/>
              </a:path>
              <a:path w="659129" h="1676400">
                <a:moveTo>
                  <a:pt x="368927" y="0"/>
                </a:moveTo>
                <a:lnTo>
                  <a:pt x="289811" y="0"/>
                </a:lnTo>
                <a:lnTo>
                  <a:pt x="285518" y="12700"/>
                </a:lnTo>
                <a:lnTo>
                  <a:pt x="373231" y="12700"/>
                </a:lnTo>
                <a:lnTo>
                  <a:pt x="368927" y="0"/>
                </a:lnTo>
                <a:close/>
              </a:path>
            </a:pathLst>
          </a:custGeom>
          <a:solidFill>
            <a:srgbClr val="8064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854594" y="1150380"/>
            <a:ext cx="206375" cy="92583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 sz="1400" spc="-40">
                <a:latin typeface="Segoe UI Symbol"/>
                <a:cs typeface="Segoe UI Symbol"/>
              </a:rPr>
              <a:t>Impactverse</a:t>
            </a:r>
            <a:endParaRPr sz="1400">
              <a:latin typeface="Segoe UI Symbol"/>
              <a:cs typeface="Segoe UI Symbo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484965" y="634742"/>
            <a:ext cx="4207510" cy="2997200"/>
            <a:chOff x="1484965" y="634742"/>
            <a:chExt cx="4207510" cy="2997200"/>
          </a:xfrm>
        </p:grpSpPr>
        <p:sp>
          <p:nvSpPr>
            <p:cNvPr id="7" name="object 7"/>
            <p:cNvSpPr/>
            <p:nvPr/>
          </p:nvSpPr>
          <p:spPr>
            <a:xfrm>
              <a:off x="1500377" y="648588"/>
              <a:ext cx="3753485" cy="2967990"/>
            </a:xfrm>
            <a:custGeom>
              <a:avLst/>
              <a:gdLst/>
              <a:ahLst/>
              <a:cxnLst/>
              <a:rect l="l" t="t" r="r" b="b"/>
              <a:pathLst>
                <a:path w="3753485" h="2967990">
                  <a:moveTo>
                    <a:pt x="3605022" y="0"/>
                  </a:moveTo>
                  <a:lnTo>
                    <a:pt x="148399" y="0"/>
                  </a:lnTo>
                  <a:lnTo>
                    <a:pt x="101304" y="7763"/>
                  </a:lnTo>
                  <a:lnTo>
                    <a:pt x="60473" y="28928"/>
                  </a:lnTo>
                  <a:lnTo>
                    <a:pt x="28349" y="61052"/>
                  </a:lnTo>
                  <a:lnTo>
                    <a:pt x="7376" y="101690"/>
                  </a:lnTo>
                  <a:lnTo>
                    <a:pt x="0" y="148399"/>
                  </a:lnTo>
                  <a:lnTo>
                    <a:pt x="0" y="2819590"/>
                  </a:lnTo>
                  <a:lnTo>
                    <a:pt x="7376" y="2866657"/>
                  </a:lnTo>
                  <a:lnTo>
                    <a:pt x="28349" y="2907476"/>
                  </a:lnTo>
                  <a:lnTo>
                    <a:pt x="60473" y="2939601"/>
                  </a:lnTo>
                  <a:lnTo>
                    <a:pt x="101304" y="2960587"/>
                  </a:lnTo>
                  <a:lnTo>
                    <a:pt x="148399" y="2967989"/>
                  </a:lnTo>
                  <a:lnTo>
                    <a:pt x="3605022" y="2967989"/>
                  </a:lnTo>
                  <a:lnTo>
                    <a:pt x="3651668" y="2960587"/>
                  </a:lnTo>
                  <a:lnTo>
                    <a:pt x="3692274" y="2939601"/>
                  </a:lnTo>
                  <a:lnTo>
                    <a:pt x="3724398" y="2907476"/>
                  </a:lnTo>
                  <a:lnTo>
                    <a:pt x="3745595" y="2866657"/>
                  </a:lnTo>
                  <a:lnTo>
                    <a:pt x="3753421" y="2819590"/>
                  </a:lnTo>
                  <a:lnTo>
                    <a:pt x="3753421" y="148399"/>
                  </a:lnTo>
                  <a:lnTo>
                    <a:pt x="3745595" y="101690"/>
                  </a:lnTo>
                  <a:lnTo>
                    <a:pt x="3724398" y="61052"/>
                  </a:lnTo>
                  <a:lnTo>
                    <a:pt x="3692274" y="28928"/>
                  </a:lnTo>
                  <a:lnTo>
                    <a:pt x="3651668" y="7763"/>
                  </a:lnTo>
                  <a:lnTo>
                    <a:pt x="3605022" y="0"/>
                  </a:lnTo>
                  <a:close/>
                </a:path>
              </a:pathLst>
            </a:custGeom>
            <a:solidFill>
              <a:srgbClr val="FCEC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484965" y="634742"/>
              <a:ext cx="3783329" cy="2997200"/>
            </a:xfrm>
            <a:custGeom>
              <a:avLst/>
              <a:gdLst/>
              <a:ahLst/>
              <a:cxnLst/>
              <a:rect l="l" t="t" r="r" b="b"/>
              <a:pathLst>
                <a:path w="3783329" h="2997200">
                  <a:moveTo>
                    <a:pt x="3683876" y="2984500"/>
                  </a:moveTo>
                  <a:lnTo>
                    <a:pt x="92870" y="2984500"/>
                  </a:lnTo>
                  <a:lnTo>
                    <a:pt x="100119" y="2997200"/>
                  </a:lnTo>
                  <a:lnTo>
                    <a:pt x="3683193" y="2997200"/>
                  </a:lnTo>
                  <a:lnTo>
                    <a:pt x="3683876" y="2984500"/>
                  </a:lnTo>
                  <a:close/>
                </a:path>
                <a:path w="3783329" h="2997200">
                  <a:moveTo>
                    <a:pt x="3711012" y="2971800"/>
                  </a:moveTo>
                  <a:lnTo>
                    <a:pt x="72308" y="2971800"/>
                  </a:lnTo>
                  <a:lnTo>
                    <a:pt x="78331" y="2984500"/>
                  </a:lnTo>
                  <a:lnTo>
                    <a:pt x="3704990" y="2984500"/>
                  </a:lnTo>
                  <a:lnTo>
                    <a:pt x="3711012" y="2971800"/>
                  </a:lnTo>
                  <a:close/>
                </a:path>
                <a:path w="3783329" h="2997200">
                  <a:moveTo>
                    <a:pt x="111188" y="2959100"/>
                  </a:moveTo>
                  <a:lnTo>
                    <a:pt x="53769" y="2959100"/>
                  </a:lnTo>
                  <a:lnTo>
                    <a:pt x="59701" y="2971800"/>
                  </a:lnTo>
                  <a:lnTo>
                    <a:pt x="117924" y="2971800"/>
                  </a:lnTo>
                  <a:lnTo>
                    <a:pt x="111188" y="2959100"/>
                  </a:lnTo>
                  <a:close/>
                </a:path>
                <a:path w="3783329" h="2997200">
                  <a:moveTo>
                    <a:pt x="117231" y="2959100"/>
                  </a:moveTo>
                  <a:lnTo>
                    <a:pt x="117924" y="2971800"/>
                  </a:lnTo>
                  <a:lnTo>
                    <a:pt x="124118" y="2971800"/>
                  </a:lnTo>
                  <a:lnTo>
                    <a:pt x="117231" y="2959100"/>
                  </a:lnTo>
                  <a:close/>
                </a:path>
                <a:path w="3783329" h="2997200">
                  <a:moveTo>
                    <a:pt x="3666091" y="2959100"/>
                  </a:moveTo>
                  <a:lnTo>
                    <a:pt x="3659193" y="2971800"/>
                  </a:lnTo>
                  <a:lnTo>
                    <a:pt x="3665386" y="2971800"/>
                  </a:lnTo>
                  <a:lnTo>
                    <a:pt x="3666091" y="2959100"/>
                  </a:lnTo>
                  <a:close/>
                </a:path>
                <a:path w="3783329" h="2997200">
                  <a:moveTo>
                    <a:pt x="3729553" y="2959100"/>
                  </a:moveTo>
                  <a:lnTo>
                    <a:pt x="3672132" y="2959100"/>
                  </a:lnTo>
                  <a:lnTo>
                    <a:pt x="3665386" y="2971800"/>
                  </a:lnTo>
                  <a:lnTo>
                    <a:pt x="3723610" y="2971800"/>
                  </a:lnTo>
                  <a:lnTo>
                    <a:pt x="3729553" y="2959100"/>
                  </a:lnTo>
                  <a:close/>
                </a:path>
                <a:path w="3783329" h="2997200">
                  <a:moveTo>
                    <a:pt x="88586" y="2946400"/>
                  </a:moveTo>
                  <a:lnTo>
                    <a:pt x="42659" y="2946400"/>
                  </a:lnTo>
                  <a:lnTo>
                    <a:pt x="47565" y="2959100"/>
                  </a:lnTo>
                  <a:lnTo>
                    <a:pt x="94609" y="2959100"/>
                  </a:lnTo>
                  <a:lnTo>
                    <a:pt x="88586" y="2946400"/>
                  </a:lnTo>
                  <a:close/>
                </a:path>
                <a:path w="3783329" h="2997200">
                  <a:moveTo>
                    <a:pt x="3740661" y="2946400"/>
                  </a:moveTo>
                  <a:lnTo>
                    <a:pt x="3694734" y="2946400"/>
                  </a:lnTo>
                  <a:lnTo>
                    <a:pt x="3688712" y="2959100"/>
                  </a:lnTo>
                  <a:lnTo>
                    <a:pt x="3735745" y="2959100"/>
                  </a:lnTo>
                  <a:lnTo>
                    <a:pt x="3740661" y="2946400"/>
                  </a:lnTo>
                  <a:close/>
                </a:path>
                <a:path w="3783329" h="2997200">
                  <a:moveTo>
                    <a:pt x="73515" y="2933700"/>
                  </a:moveTo>
                  <a:lnTo>
                    <a:pt x="32645" y="2933700"/>
                  </a:lnTo>
                  <a:lnTo>
                    <a:pt x="37049" y="2946400"/>
                  </a:lnTo>
                  <a:lnTo>
                    <a:pt x="78894" y="2946400"/>
                  </a:lnTo>
                  <a:lnTo>
                    <a:pt x="73515" y="2933700"/>
                  </a:lnTo>
                  <a:close/>
                </a:path>
                <a:path w="3783329" h="2997200">
                  <a:moveTo>
                    <a:pt x="3750675" y="2933700"/>
                  </a:moveTo>
                  <a:lnTo>
                    <a:pt x="3709805" y="2933700"/>
                  </a:lnTo>
                  <a:lnTo>
                    <a:pt x="3704417" y="2946400"/>
                  </a:lnTo>
                  <a:lnTo>
                    <a:pt x="3745810" y="2946400"/>
                  </a:lnTo>
                  <a:lnTo>
                    <a:pt x="3750675" y="2933700"/>
                  </a:lnTo>
                  <a:close/>
                </a:path>
                <a:path w="3783329" h="2997200">
                  <a:moveTo>
                    <a:pt x="60304" y="2921000"/>
                  </a:moveTo>
                  <a:lnTo>
                    <a:pt x="23807" y="2921000"/>
                  </a:lnTo>
                  <a:lnTo>
                    <a:pt x="27668" y="2933700"/>
                  </a:lnTo>
                  <a:lnTo>
                    <a:pt x="64969" y="2933700"/>
                  </a:lnTo>
                  <a:lnTo>
                    <a:pt x="60304" y="2921000"/>
                  </a:lnTo>
                  <a:close/>
                </a:path>
                <a:path w="3783329" h="2997200">
                  <a:moveTo>
                    <a:pt x="3759885" y="2921000"/>
                  </a:moveTo>
                  <a:lnTo>
                    <a:pt x="3723007" y="2921000"/>
                  </a:lnTo>
                  <a:lnTo>
                    <a:pt x="3718341" y="2933700"/>
                  </a:lnTo>
                  <a:lnTo>
                    <a:pt x="3755652" y="2933700"/>
                  </a:lnTo>
                  <a:lnTo>
                    <a:pt x="3759885" y="2921000"/>
                  </a:lnTo>
                  <a:close/>
                </a:path>
                <a:path w="3783329" h="2997200">
                  <a:moveTo>
                    <a:pt x="49204" y="2908300"/>
                  </a:moveTo>
                  <a:lnTo>
                    <a:pt x="16226" y="2908300"/>
                  </a:lnTo>
                  <a:lnTo>
                    <a:pt x="19504" y="2921000"/>
                  </a:lnTo>
                  <a:lnTo>
                    <a:pt x="53065" y="2921000"/>
                  </a:lnTo>
                  <a:lnTo>
                    <a:pt x="49204" y="2908300"/>
                  </a:lnTo>
                  <a:close/>
                </a:path>
                <a:path w="3783329" h="2997200">
                  <a:moveTo>
                    <a:pt x="52652" y="2908300"/>
                  </a:moveTo>
                  <a:lnTo>
                    <a:pt x="53065" y="2921000"/>
                  </a:lnTo>
                  <a:lnTo>
                    <a:pt x="56795" y="2921000"/>
                  </a:lnTo>
                  <a:lnTo>
                    <a:pt x="52652" y="2908300"/>
                  </a:lnTo>
                  <a:close/>
                </a:path>
                <a:path w="3783329" h="2997200">
                  <a:moveTo>
                    <a:pt x="3730658" y="2908300"/>
                  </a:moveTo>
                  <a:lnTo>
                    <a:pt x="3726526" y="2921000"/>
                  </a:lnTo>
                  <a:lnTo>
                    <a:pt x="3730256" y="2921000"/>
                  </a:lnTo>
                  <a:lnTo>
                    <a:pt x="3730658" y="2908300"/>
                  </a:lnTo>
                  <a:close/>
                </a:path>
                <a:path w="3783329" h="2997200">
                  <a:moveTo>
                    <a:pt x="3767084" y="2908300"/>
                  </a:moveTo>
                  <a:lnTo>
                    <a:pt x="3734117" y="2908300"/>
                  </a:lnTo>
                  <a:lnTo>
                    <a:pt x="3730256" y="2921000"/>
                  </a:lnTo>
                  <a:lnTo>
                    <a:pt x="3763807" y="2921000"/>
                  </a:lnTo>
                  <a:lnTo>
                    <a:pt x="3767084" y="2908300"/>
                  </a:lnTo>
                  <a:close/>
                </a:path>
                <a:path w="3783329" h="2997200">
                  <a:moveTo>
                    <a:pt x="43082" y="2895600"/>
                  </a:moveTo>
                  <a:lnTo>
                    <a:pt x="9993" y="2895600"/>
                  </a:lnTo>
                  <a:lnTo>
                    <a:pt x="12647" y="2908300"/>
                  </a:lnTo>
                  <a:lnTo>
                    <a:pt x="46358" y="2908300"/>
                  </a:lnTo>
                  <a:lnTo>
                    <a:pt x="43082" y="2895600"/>
                  </a:lnTo>
                  <a:close/>
                </a:path>
                <a:path w="3783329" h="2997200">
                  <a:moveTo>
                    <a:pt x="3775911" y="2882900"/>
                  </a:moveTo>
                  <a:lnTo>
                    <a:pt x="3745256" y="2882900"/>
                  </a:lnTo>
                  <a:lnTo>
                    <a:pt x="3742602" y="2895600"/>
                  </a:lnTo>
                  <a:lnTo>
                    <a:pt x="3740240" y="2895600"/>
                  </a:lnTo>
                  <a:lnTo>
                    <a:pt x="3736962" y="2908300"/>
                  </a:lnTo>
                  <a:lnTo>
                    <a:pt x="3770664" y="2908300"/>
                  </a:lnTo>
                  <a:lnTo>
                    <a:pt x="3773580" y="2895600"/>
                  </a:lnTo>
                  <a:lnTo>
                    <a:pt x="3775911" y="2882900"/>
                  </a:lnTo>
                  <a:close/>
                </a:path>
                <a:path w="3783329" h="2997200">
                  <a:moveTo>
                    <a:pt x="38054" y="2882900"/>
                  </a:moveTo>
                  <a:lnTo>
                    <a:pt x="7409" y="2882900"/>
                  </a:lnTo>
                  <a:lnTo>
                    <a:pt x="9742" y="2895600"/>
                  </a:lnTo>
                  <a:lnTo>
                    <a:pt x="40708" y="2895600"/>
                  </a:lnTo>
                  <a:lnTo>
                    <a:pt x="38054" y="2882900"/>
                  </a:lnTo>
                  <a:close/>
                </a:path>
                <a:path w="3783329" h="2997200">
                  <a:moveTo>
                    <a:pt x="34203" y="2870200"/>
                  </a:moveTo>
                  <a:lnTo>
                    <a:pt x="3337" y="2870200"/>
                  </a:lnTo>
                  <a:lnTo>
                    <a:pt x="4996" y="2882900"/>
                  </a:lnTo>
                  <a:lnTo>
                    <a:pt x="36205" y="2882900"/>
                  </a:lnTo>
                  <a:lnTo>
                    <a:pt x="34203" y="2870200"/>
                  </a:lnTo>
                  <a:close/>
                </a:path>
                <a:path w="3783329" h="2997200">
                  <a:moveTo>
                    <a:pt x="3779974" y="2870200"/>
                  </a:moveTo>
                  <a:lnTo>
                    <a:pt x="3749117" y="2870200"/>
                  </a:lnTo>
                  <a:lnTo>
                    <a:pt x="3747117" y="2882900"/>
                  </a:lnTo>
                  <a:lnTo>
                    <a:pt x="3778134" y="2882900"/>
                  </a:lnTo>
                  <a:lnTo>
                    <a:pt x="3779974" y="2870200"/>
                  </a:lnTo>
                  <a:close/>
                </a:path>
                <a:path w="3783329" h="2997200">
                  <a:moveTo>
                    <a:pt x="30101" y="165100"/>
                  </a:moveTo>
                  <a:lnTo>
                    <a:pt x="0" y="165100"/>
                  </a:lnTo>
                  <a:lnTo>
                    <a:pt x="0" y="2844800"/>
                  </a:lnTo>
                  <a:lnTo>
                    <a:pt x="140" y="2844800"/>
                  </a:lnTo>
                  <a:lnTo>
                    <a:pt x="824" y="2857500"/>
                  </a:lnTo>
                  <a:lnTo>
                    <a:pt x="1769" y="2870200"/>
                  </a:lnTo>
                  <a:lnTo>
                    <a:pt x="32886" y="2870200"/>
                  </a:lnTo>
                  <a:lnTo>
                    <a:pt x="31579" y="2857500"/>
                  </a:lnTo>
                  <a:lnTo>
                    <a:pt x="30745" y="2857500"/>
                  </a:lnTo>
                  <a:lnTo>
                    <a:pt x="30252" y="2844800"/>
                  </a:lnTo>
                  <a:lnTo>
                    <a:pt x="30101" y="165100"/>
                  </a:lnTo>
                  <a:close/>
                </a:path>
                <a:path w="3783329" h="2997200">
                  <a:moveTo>
                    <a:pt x="3783171" y="2844800"/>
                  </a:moveTo>
                  <a:lnTo>
                    <a:pt x="3753029" y="2844800"/>
                  </a:lnTo>
                  <a:lnTo>
                    <a:pt x="3752495" y="2857500"/>
                  </a:lnTo>
                  <a:lnTo>
                    <a:pt x="3751621" y="2857500"/>
                  </a:lnTo>
                  <a:lnTo>
                    <a:pt x="3750434" y="2870200"/>
                  </a:lnTo>
                  <a:lnTo>
                    <a:pt x="3781432" y="2870200"/>
                  </a:lnTo>
                  <a:lnTo>
                    <a:pt x="3782487" y="2857500"/>
                  </a:lnTo>
                  <a:lnTo>
                    <a:pt x="3783171" y="2844800"/>
                  </a:lnTo>
                  <a:close/>
                </a:path>
                <a:path w="3783329" h="2997200">
                  <a:moveTo>
                    <a:pt x="3781543" y="139700"/>
                  </a:moveTo>
                  <a:lnTo>
                    <a:pt x="3750434" y="139700"/>
                  </a:lnTo>
                  <a:lnTo>
                    <a:pt x="3751742" y="152400"/>
                  </a:lnTo>
                  <a:lnTo>
                    <a:pt x="3752566" y="152400"/>
                  </a:lnTo>
                  <a:lnTo>
                    <a:pt x="3753069" y="165100"/>
                  </a:lnTo>
                  <a:lnTo>
                    <a:pt x="3753209" y="2844800"/>
                  </a:lnTo>
                  <a:lnTo>
                    <a:pt x="3783322" y="2844800"/>
                  </a:lnTo>
                  <a:lnTo>
                    <a:pt x="3783322" y="165100"/>
                  </a:lnTo>
                  <a:lnTo>
                    <a:pt x="3783140" y="165100"/>
                  </a:lnTo>
                  <a:lnTo>
                    <a:pt x="3782567" y="152400"/>
                  </a:lnTo>
                  <a:lnTo>
                    <a:pt x="3781543" y="139700"/>
                  </a:lnTo>
                  <a:close/>
                </a:path>
                <a:path w="3783329" h="2997200">
                  <a:moveTo>
                    <a:pt x="32886" y="139700"/>
                  </a:moveTo>
                  <a:lnTo>
                    <a:pt x="1879" y="139700"/>
                  </a:lnTo>
                  <a:lnTo>
                    <a:pt x="824" y="152400"/>
                  </a:lnTo>
                  <a:lnTo>
                    <a:pt x="140" y="165100"/>
                  </a:lnTo>
                  <a:lnTo>
                    <a:pt x="30283" y="165100"/>
                  </a:lnTo>
                  <a:lnTo>
                    <a:pt x="30825" y="152400"/>
                  </a:lnTo>
                  <a:lnTo>
                    <a:pt x="31690" y="152400"/>
                  </a:lnTo>
                  <a:lnTo>
                    <a:pt x="32886" y="139700"/>
                  </a:lnTo>
                  <a:close/>
                </a:path>
                <a:path w="3783329" h="2997200">
                  <a:moveTo>
                    <a:pt x="36205" y="127000"/>
                  </a:moveTo>
                  <a:lnTo>
                    <a:pt x="4996" y="127000"/>
                  </a:lnTo>
                  <a:lnTo>
                    <a:pt x="3337" y="139700"/>
                  </a:lnTo>
                  <a:lnTo>
                    <a:pt x="34203" y="139700"/>
                  </a:lnTo>
                  <a:lnTo>
                    <a:pt x="36205" y="127000"/>
                  </a:lnTo>
                  <a:close/>
                </a:path>
                <a:path w="3783329" h="2997200">
                  <a:moveTo>
                    <a:pt x="3778134" y="127000"/>
                  </a:moveTo>
                  <a:lnTo>
                    <a:pt x="3747117" y="127000"/>
                  </a:lnTo>
                  <a:lnTo>
                    <a:pt x="3749117" y="139700"/>
                  </a:lnTo>
                  <a:lnTo>
                    <a:pt x="3779974" y="139700"/>
                  </a:lnTo>
                  <a:lnTo>
                    <a:pt x="3778134" y="127000"/>
                  </a:lnTo>
                  <a:close/>
                </a:path>
                <a:path w="3783329" h="2997200">
                  <a:moveTo>
                    <a:pt x="40708" y="114300"/>
                  </a:moveTo>
                  <a:lnTo>
                    <a:pt x="7409" y="114300"/>
                  </a:lnTo>
                  <a:lnTo>
                    <a:pt x="7188" y="127000"/>
                  </a:lnTo>
                  <a:lnTo>
                    <a:pt x="38054" y="127000"/>
                  </a:lnTo>
                  <a:lnTo>
                    <a:pt x="40708" y="114300"/>
                  </a:lnTo>
                  <a:close/>
                </a:path>
                <a:path w="3783329" h="2997200">
                  <a:moveTo>
                    <a:pt x="3775911" y="114300"/>
                  </a:moveTo>
                  <a:lnTo>
                    <a:pt x="3742602" y="114300"/>
                  </a:lnTo>
                  <a:lnTo>
                    <a:pt x="3745256" y="127000"/>
                  </a:lnTo>
                  <a:lnTo>
                    <a:pt x="3776132" y="127000"/>
                  </a:lnTo>
                  <a:lnTo>
                    <a:pt x="3775911" y="114300"/>
                  </a:lnTo>
                  <a:close/>
                </a:path>
                <a:path w="3783329" h="2997200">
                  <a:moveTo>
                    <a:pt x="46358" y="101600"/>
                  </a:moveTo>
                  <a:lnTo>
                    <a:pt x="12647" y="101600"/>
                  </a:lnTo>
                  <a:lnTo>
                    <a:pt x="9993" y="114300"/>
                  </a:lnTo>
                  <a:lnTo>
                    <a:pt x="43082" y="114300"/>
                  </a:lnTo>
                  <a:lnTo>
                    <a:pt x="46358" y="101600"/>
                  </a:lnTo>
                  <a:close/>
                </a:path>
                <a:path w="3783329" h="2997200">
                  <a:moveTo>
                    <a:pt x="3770664" y="101600"/>
                  </a:moveTo>
                  <a:lnTo>
                    <a:pt x="3736962" y="101600"/>
                  </a:lnTo>
                  <a:lnTo>
                    <a:pt x="3740240" y="114300"/>
                  </a:lnTo>
                  <a:lnTo>
                    <a:pt x="3773580" y="114300"/>
                  </a:lnTo>
                  <a:lnTo>
                    <a:pt x="3770664" y="101600"/>
                  </a:lnTo>
                  <a:close/>
                </a:path>
                <a:path w="3783329" h="2997200">
                  <a:moveTo>
                    <a:pt x="53065" y="88900"/>
                  </a:moveTo>
                  <a:lnTo>
                    <a:pt x="19504" y="88900"/>
                  </a:lnTo>
                  <a:lnTo>
                    <a:pt x="16226" y="101600"/>
                  </a:lnTo>
                  <a:lnTo>
                    <a:pt x="49204" y="101600"/>
                  </a:lnTo>
                  <a:lnTo>
                    <a:pt x="53065" y="88900"/>
                  </a:lnTo>
                  <a:close/>
                </a:path>
                <a:path w="3783329" h="2997200">
                  <a:moveTo>
                    <a:pt x="3763807" y="88900"/>
                  </a:moveTo>
                  <a:lnTo>
                    <a:pt x="3730256" y="88900"/>
                  </a:lnTo>
                  <a:lnTo>
                    <a:pt x="3734117" y="101600"/>
                  </a:lnTo>
                  <a:lnTo>
                    <a:pt x="3767084" y="101600"/>
                  </a:lnTo>
                  <a:lnTo>
                    <a:pt x="3763807" y="88900"/>
                  </a:lnTo>
                  <a:close/>
                </a:path>
                <a:path w="3783329" h="2997200">
                  <a:moveTo>
                    <a:pt x="64969" y="76200"/>
                  </a:moveTo>
                  <a:lnTo>
                    <a:pt x="27668" y="76200"/>
                  </a:lnTo>
                  <a:lnTo>
                    <a:pt x="23426" y="88900"/>
                  </a:lnTo>
                  <a:lnTo>
                    <a:pt x="60304" y="88900"/>
                  </a:lnTo>
                  <a:lnTo>
                    <a:pt x="64969" y="76200"/>
                  </a:lnTo>
                  <a:close/>
                </a:path>
                <a:path w="3783329" h="2997200">
                  <a:moveTo>
                    <a:pt x="3755652" y="76200"/>
                  </a:moveTo>
                  <a:lnTo>
                    <a:pt x="3718341" y="76200"/>
                  </a:lnTo>
                  <a:lnTo>
                    <a:pt x="3723007" y="88900"/>
                  </a:lnTo>
                  <a:lnTo>
                    <a:pt x="3759885" y="88900"/>
                  </a:lnTo>
                  <a:lnTo>
                    <a:pt x="3755652" y="76200"/>
                  </a:lnTo>
                  <a:close/>
                </a:path>
                <a:path w="3783329" h="2997200">
                  <a:moveTo>
                    <a:pt x="78894" y="63500"/>
                  </a:moveTo>
                  <a:lnTo>
                    <a:pt x="37049" y="63500"/>
                  </a:lnTo>
                  <a:lnTo>
                    <a:pt x="32645" y="76200"/>
                  </a:lnTo>
                  <a:lnTo>
                    <a:pt x="73515" y="76200"/>
                  </a:lnTo>
                  <a:lnTo>
                    <a:pt x="78894" y="63500"/>
                  </a:lnTo>
                  <a:close/>
                </a:path>
                <a:path w="3783329" h="2997200">
                  <a:moveTo>
                    <a:pt x="3745810" y="63500"/>
                  </a:moveTo>
                  <a:lnTo>
                    <a:pt x="3704417" y="63500"/>
                  </a:lnTo>
                  <a:lnTo>
                    <a:pt x="3709805" y="76200"/>
                  </a:lnTo>
                  <a:lnTo>
                    <a:pt x="3750675" y="76200"/>
                  </a:lnTo>
                  <a:lnTo>
                    <a:pt x="3745810" y="63500"/>
                  </a:lnTo>
                  <a:close/>
                </a:path>
                <a:path w="3783329" h="2997200">
                  <a:moveTo>
                    <a:pt x="94609" y="50800"/>
                  </a:moveTo>
                  <a:lnTo>
                    <a:pt x="47565" y="50800"/>
                  </a:lnTo>
                  <a:lnTo>
                    <a:pt x="42659" y="63500"/>
                  </a:lnTo>
                  <a:lnTo>
                    <a:pt x="88586" y="63500"/>
                  </a:lnTo>
                  <a:lnTo>
                    <a:pt x="94609" y="50800"/>
                  </a:lnTo>
                  <a:close/>
                </a:path>
                <a:path w="3783329" h="2997200">
                  <a:moveTo>
                    <a:pt x="3735242" y="50800"/>
                  </a:moveTo>
                  <a:lnTo>
                    <a:pt x="3688712" y="50800"/>
                  </a:lnTo>
                  <a:lnTo>
                    <a:pt x="3694734" y="63500"/>
                  </a:lnTo>
                  <a:lnTo>
                    <a:pt x="3740661" y="63500"/>
                  </a:lnTo>
                  <a:lnTo>
                    <a:pt x="3735242" y="50800"/>
                  </a:lnTo>
                  <a:close/>
                </a:path>
                <a:path w="3783329" h="2997200">
                  <a:moveTo>
                    <a:pt x="117924" y="38100"/>
                  </a:moveTo>
                  <a:lnTo>
                    <a:pt x="59701" y="38100"/>
                  </a:lnTo>
                  <a:lnTo>
                    <a:pt x="53769" y="50800"/>
                  </a:lnTo>
                  <a:lnTo>
                    <a:pt x="111188" y="50800"/>
                  </a:lnTo>
                  <a:lnTo>
                    <a:pt x="117924" y="38100"/>
                  </a:lnTo>
                  <a:close/>
                </a:path>
                <a:path w="3783329" h="2997200">
                  <a:moveTo>
                    <a:pt x="3723610" y="38100"/>
                  </a:moveTo>
                  <a:lnTo>
                    <a:pt x="3665386" y="38100"/>
                  </a:lnTo>
                  <a:lnTo>
                    <a:pt x="3672132" y="50800"/>
                  </a:lnTo>
                  <a:lnTo>
                    <a:pt x="3729553" y="50800"/>
                  </a:lnTo>
                  <a:lnTo>
                    <a:pt x="3723610" y="38100"/>
                  </a:lnTo>
                  <a:close/>
                </a:path>
                <a:path w="3783329" h="2997200">
                  <a:moveTo>
                    <a:pt x="3704990" y="25400"/>
                  </a:moveTo>
                  <a:lnTo>
                    <a:pt x="78331" y="25400"/>
                  </a:lnTo>
                  <a:lnTo>
                    <a:pt x="71705" y="38100"/>
                  </a:lnTo>
                  <a:lnTo>
                    <a:pt x="3711012" y="38100"/>
                  </a:lnTo>
                  <a:lnTo>
                    <a:pt x="3704990" y="25400"/>
                  </a:lnTo>
                  <a:close/>
                </a:path>
                <a:path w="3783329" h="2997200">
                  <a:moveTo>
                    <a:pt x="3683876" y="12700"/>
                  </a:moveTo>
                  <a:lnTo>
                    <a:pt x="100119" y="12700"/>
                  </a:lnTo>
                  <a:lnTo>
                    <a:pt x="92205" y="25400"/>
                  </a:lnTo>
                  <a:lnTo>
                    <a:pt x="3691115" y="25400"/>
                  </a:lnTo>
                  <a:lnTo>
                    <a:pt x="3683876" y="12700"/>
                  </a:lnTo>
                  <a:close/>
                </a:path>
                <a:path w="3783329" h="2997200">
                  <a:moveTo>
                    <a:pt x="3636219" y="0"/>
                  </a:moveTo>
                  <a:lnTo>
                    <a:pt x="147101" y="0"/>
                  </a:lnTo>
                  <a:lnTo>
                    <a:pt x="146338" y="12700"/>
                  </a:lnTo>
                  <a:lnTo>
                    <a:pt x="3636973" y="12700"/>
                  </a:lnTo>
                  <a:lnTo>
                    <a:pt x="3636219" y="0"/>
                  </a:lnTo>
                  <a:close/>
                </a:path>
              </a:pathLst>
            </a:custGeom>
            <a:solidFill>
              <a:srgbClr val="FF960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07813" y="648588"/>
              <a:ext cx="481393" cy="296798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32114" y="776754"/>
              <a:ext cx="660086" cy="661670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1581816" y="6915046"/>
            <a:ext cx="4910455" cy="3128645"/>
            <a:chOff x="1581816" y="6915046"/>
            <a:chExt cx="4910455" cy="3128645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50738" y="8262810"/>
              <a:ext cx="840930" cy="178079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596897" y="6929628"/>
              <a:ext cx="3728085" cy="2967990"/>
            </a:xfrm>
            <a:custGeom>
              <a:avLst/>
              <a:gdLst/>
              <a:ahLst/>
              <a:cxnLst/>
              <a:rect l="l" t="t" r="r" b="b"/>
              <a:pathLst>
                <a:path w="3728085" h="2967990">
                  <a:moveTo>
                    <a:pt x="3579685" y="0"/>
                  </a:moveTo>
                  <a:lnTo>
                    <a:pt x="148399" y="0"/>
                  </a:lnTo>
                  <a:lnTo>
                    <a:pt x="101463" y="7410"/>
                  </a:lnTo>
                  <a:lnTo>
                    <a:pt x="60712" y="28400"/>
                  </a:lnTo>
                  <a:lnTo>
                    <a:pt x="28588" y="60523"/>
                  </a:lnTo>
                  <a:lnTo>
                    <a:pt x="7536" y="101338"/>
                  </a:lnTo>
                  <a:lnTo>
                    <a:pt x="0" y="148399"/>
                  </a:lnTo>
                  <a:lnTo>
                    <a:pt x="0" y="2819590"/>
                  </a:lnTo>
                  <a:lnTo>
                    <a:pt x="7536" y="2866309"/>
                  </a:lnTo>
                  <a:lnTo>
                    <a:pt x="28588" y="2906952"/>
                  </a:lnTo>
                  <a:lnTo>
                    <a:pt x="60712" y="2939075"/>
                  </a:lnTo>
                  <a:lnTo>
                    <a:pt x="101463" y="2960236"/>
                  </a:lnTo>
                  <a:lnTo>
                    <a:pt x="148399" y="2967990"/>
                  </a:lnTo>
                  <a:lnTo>
                    <a:pt x="3579685" y="2967990"/>
                  </a:lnTo>
                  <a:lnTo>
                    <a:pt x="3626665" y="2960236"/>
                  </a:lnTo>
                  <a:lnTo>
                    <a:pt x="3667440" y="2939075"/>
                  </a:lnTo>
                  <a:lnTo>
                    <a:pt x="3699566" y="2906952"/>
                  </a:lnTo>
                  <a:lnTo>
                    <a:pt x="3720596" y="2866309"/>
                  </a:lnTo>
                  <a:lnTo>
                    <a:pt x="3728085" y="2819590"/>
                  </a:lnTo>
                  <a:lnTo>
                    <a:pt x="3728085" y="148399"/>
                  </a:lnTo>
                  <a:lnTo>
                    <a:pt x="3720596" y="101338"/>
                  </a:lnTo>
                  <a:lnTo>
                    <a:pt x="3699566" y="60523"/>
                  </a:lnTo>
                  <a:lnTo>
                    <a:pt x="3667440" y="28400"/>
                  </a:lnTo>
                  <a:lnTo>
                    <a:pt x="3626665" y="7410"/>
                  </a:lnTo>
                  <a:lnTo>
                    <a:pt x="3579685" y="0"/>
                  </a:lnTo>
                  <a:close/>
                </a:path>
              </a:pathLst>
            </a:custGeom>
            <a:solidFill>
              <a:srgbClr val="E7FB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581816" y="6915046"/>
              <a:ext cx="3758565" cy="2997200"/>
            </a:xfrm>
            <a:custGeom>
              <a:avLst/>
              <a:gdLst/>
              <a:ahLst/>
              <a:cxnLst/>
              <a:rect l="l" t="t" r="r" b="b"/>
              <a:pathLst>
                <a:path w="3758565" h="2997200">
                  <a:moveTo>
                    <a:pt x="3658901" y="2984499"/>
                  </a:moveTo>
                  <a:lnTo>
                    <a:pt x="99435" y="2984499"/>
                  </a:lnTo>
                  <a:lnTo>
                    <a:pt x="106855" y="2997199"/>
                  </a:lnTo>
                  <a:lnTo>
                    <a:pt x="3651482" y="2997199"/>
                  </a:lnTo>
                  <a:lnTo>
                    <a:pt x="3658901" y="2984499"/>
                  </a:lnTo>
                  <a:close/>
                </a:path>
                <a:path w="3758565" h="2997200">
                  <a:moveTo>
                    <a:pt x="3686037" y="2971799"/>
                  </a:moveTo>
                  <a:lnTo>
                    <a:pt x="72299" y="2971799"/>
                  </a:lnTo>
                  <a:lnTo>
                    <a:pt x="78322" y="2984499"/>
                  </a:lnTo>
                  <a:lnTo>
                    <a:pt x="3680015" y="2984499"/>
                  </a:lnTo>
                  <a:lnTo>
                    <a:pt x="3686037" y="2971799"/>
                  </a:lnTo>
                  <a:close/>
                </a:path>
                <a:path w="3758565" h="2997200">
                  <a:moveTo>
                    <a:pt x="111179" y="2959099"/>
                  </a:moveTo>
                  <a:lnTo>
                    <a:pt x="53759" y="2959099"/>
                  </a:lnTo>
                  <a:lnTo>
                    <a:pt x="59701" y="2971799"/>
                  </a:lnTo>
                  <a:lnTo>
                    <a:pt x="117925" y="2971799"/>
                  </a:lnTo>
                  <a:lnTo>
                    <a:pt x="111179" y="2959099"/>
                  </a:lnTo>
                  <a:close/>
                </a:path>
                <a:path w="3758565" h="2997200">
                  <a:moveTo>
                    <a:pt x="117221" y="2959099"/>
                  </a:moveTo>
                  <a:lnTo>
                    <a:pt x="117925" y="2971799"/>
                  </a:lnTo>
                  <a:lnTo>
                    <a:pt x="124118" y="2971799"/>
                  </a:lnTo>
                  <a:lnTo>
                    <a:pt x="117221" y="2959099"/>
                  </a:lnTo>
                  <a:close/>
                </a:path>
                <a:path w="3758565" h="2997200">
                  <a:moveTo>
                    <a:pt x="3641116" y="2959099"/>
                  </a:moveTo>
                  <a:lnTo>
                    <a:pt x="3634219" y="2971799"/>
                  </a:lnTo>
                  <a:lnTo>
                    <a:pt x="3640423" y="2971799"/>
                  </a:lnTo>
                  <a:lnTo>
                    <a:pt x="3641116" y="2959099"/>
                  </a:lnTo>
                  <a:close/>
                </a:path>
                <a:path w="3758565" h="2997200">
                  <a:moveTo>
                    <a:pt x="3704578" y="2959099"/>
                  </a:moveTo>
                  <a:lnTo>
                    <a:pt x="3647159" y="2959099"/>
                  </a:lnTo>
                  <a:lnTo>
                    <a:pt x="3640423" y="2971799"/>
                  </a:lnTo>
                  <a:lnTo>
                    <a:pt x="3698636" y="2971799"/>
                  </a:lnTo>
                  <a:lnTo>
                    <a:pt x="3704578" y="2959099"/>
                  </a:lnTo>
                  <a:close/>
                </a:path>
                <a:path w="3758565" h="2997200">
                  <a:moveTo>
                    <a:pt x="88587" y="2946399"/>
                  </a:moveTo>
                  <a:lnTo>
                    <a:pt x="42650" y="2946399"/>
                  </a:lnTo>
                  <a:lnTo>
                    <a:pt x="47566" y="2959099"/>
                  </a:lnTo>
                  <a:lnTo>
                    <a:pt x="94599" y="2959099"/>
                  </a:lnTo>
                  <a:lnTo>
                    <a:pt x="88587" y="2946399"/>
                  </a:lnTo>
                  <a:close/>
                </a:path>
                <a:path w="3758565" h="2997200">
                  <a:moveTo>
                    <a:pt x="3715688" y="2946399"/>
                  </a:moveTo>
                  <a:lnTo>
                    <a:pt x="3669760" y="2946399"/>
                  </a:lnTo>
                  <a:lnTo>
                    <a:pt x="3663737" y="2959099"/>
                  </a:lnTo>
                  <a:lnTo>
                    <a:pt x="3710771" y="2959099"/>
                  </a:lnTo>
                  <a:lnTo>
                    <a:pt x="3715688" y="2946399"/>
                  </a:lnTo>
                  <a:close/>
                </a:path>
                <a:path w="3758565" h="2997200">
                  <a:moveTo>
                    <a:pt x="73506" y="2933699"/>
                  </a:moveTo>
                  <a:lnTo>
                    <a:pt x="32636" y="2933699"/>
                  </a:lnTo>
                  <a:lnTo>
                    <a:pt x="37501" y="2946399"/>
                  </a:lnTo>
                  <a:lnTo>
                    <a:pt x="78894" y="2946399"/>
                  </a:lnTo>
                  <a:lnTo>
                    <a:pt x="73506" y="2933699"/>
                  </a:lnTo>
                  <a:close/>
                </a:path>
                <a:path w="3758565" h="2997200">
                  <a:moveTo>
                    <a:pt x="3725702" y="2933699"/>
                  </a:moveTo>
                  <a:lnTo>
                    <a:pt x="3684832" y="2933699"/>
                  </a:lnTo>
                  <a:lnTo>
                    <a:pt x="3679442" y="2946399"/>
                  </a:lnTo>
                  <a:lnTo>
                    <a:pt x="3721298" y="2946399"/>
                  </a:lnTo>
                  <a:lnTo>
                    <a:pt x="3725702" y="2933699"/>
                  </a:lnTo>
                  <a:close/>
                </a:path>
                <a:path w="3758565" h="2997200">
                  <a:moveTo>
                    <a:pt x="60304" y="2920999"/>
                  </a:moveTo>
                  <a:lnTo>
                    <a:pt x="23808" y="2920999"/>
                  </a:lnTo>
                  <a:lnTo>
                    <a:pt x="28070" y="2933699"/>
                  </a:lnTo>
                  <a:lnTo>
                    <a:pt x="64970" y="2933699"/>
                  </a:lnTo>
                  <a:lnTo>
                    <a:pt x="60304" y="2920999"/>
                  </a:lnTo>
                  <a:close/>
                </a:path>
                <a:path w="3758565" h="2997200">
                  <a:moveTo>
                    <a:pt x="3734530" y="2920999"/>
                  </a:moveTo>
                  <a:lnTo>
                    <a:pt x="3698032" y="2920999"/>
                  </a:lnTo>
                  <a:lnTo>
                    <a:pt x="3693368" y="2933699"/>
                  </a:lnTo>
                  <a:lnTo>
                    <a:pt x="3730678" y="2933699"/>
                  </a:lnTo>
                  <a:lnTo>
                    <a:pt x="3734530" y="2920999"/>
                  </a:lnTo>
                  <a:close/>
                </a:path>
                <a:path w="3758565" h="2997200">
                  <a:moveTo>
                    <a:pt x="49194" y="2908299"/>
                  </a:moveTo>
                  <a:lnTo>
                    <a:pt x="16228" y="2908299"/>
                  </a:lnTo>
                  <a:lnTo>
                    <a:pt x="19504" y="2920999"/>
                  </a:lnTo>
                  <a:lnTo>
                    <a:pt x="53055" y="2920999"/>
                  </a:lnTo>
                  <a:lnTo>
                    <a:pt x="49194" y="2908299"/>
                  </a:lnTo>
                  <a:close/>
                </a:path>
                <a:path w="3758565" h="2997200">
                  <a:moveTo>
                    <a:pt x="52654" y="2908299"/>
                  </a:moveTo>
                  <a:lnTo>
                    <a:pt x="53055" y="2920999"/>
                  </a:lnTo>
                  <a:lnTo>
                    <a:pt x="56785" y="2920999"/>
                  </a:lnTo>
                  <a:lnTo>
                    <a:pt x="52654" y="2908299"/>
                  </a:lnTo>
                  <a:close/>
                </a:path>
                <a:path w="3758565" h="2997200">
                  <a:moveTo>
                    <a:pt x="3705684" y="2908299"/>
                  </a:moveTo>
                  <a:lnTo>
                    <a:pt x="3701552" y="2920999"/>
                  </a:lnTo>
                  <a:lnTo>
                    <a:pt x="3705282" y="2920999"/>
                  </a:lnTo>
                  <a:lnTo>
                    <a:pt x="3705684" y="2908299"/>
                  </a:lnTo>
                  <a:close/>
                </a:path>
                <a:path w="3758565" h="2997200">
                  <a:moveTo>
                    <a:pt x="3742110" y="2908299"/>
                  </a:moveTo>
                  <a:lnTo>
                    <a:pt x="3709142" y="2908299"/>
                  </a:lnTo>
                  <a:lnTo>
                    <a:pt x="3705282" y="2920999"/>
                  </a:lnTo>
                  <a:lnTo>
                    <a:pt x="3738833" y="2920999"/>
                  </a:lnTo>
                  <a:lnTo>
                    <a:pt x="3742110" y="2908299"/>
                  </a:lnTo>
                  <a:close/>
                </a:path>
                <a:path w="3758565" h="2997200">
                  <a:moveTo>
                    <a:pt x="38055" y="2882899"/>
                  </a:moveTo>
                  <a:lnTo>
                    <a:pt x="7400" y="2882899"/>
                  </a:lnTo>
                  <a:lnTo>
                    <a:pt x="9732" y="2895599"/>
                  </a:lnTo>
                  <a:lnTo>
                    <a:pt x="12647" y="2908299"/>
                  </a:lnTo>
                  <a:lnTo>
                    <a:pt x="46349" y="2908299"/>
                  </a:lnTo>
                  <a:lnTo>
                    <a:pt x="43072" y="2895599"/>
                  </a:lnTo>
                  <a:lnTo>
                    <a:pt x="40709" y="2895599"/>
                  </a:lnTo>
                  <a:lnTo>
                    <a:pt x="38055" y="2882899"/>
                  </a:lnTo>
                  <a:close/>
                </a:path>
                <a:path w="3758565" h="2997200">
                  <a:moveTo>
                    <a:pt x="3750938" y="2882899"/>
                  </a:moveTo>
                  <a:lnTo>
                    <a:pt x="3720283" y="2882899"/>
                  </a:lnTo>
                  <a:lnTo>
                    <a:pt x="3717629" y="2895599"/>
                  </a:lnTo>
                  <a:lnTo>
                    <a:pt x="3715265" y="2895599"/>
                  </a:lnTo>
                  <a:lnTo>
                    <a:pt x="3711987" y="2908299"/>
                  </a:lnTo>
                  <a:lnTo>
                    <a:pt x="3745689" y="2908299"/>
                  </a:lnTo>
                  <a:lnTo>
                    <a:pt x="3748605" y="2895599"/>
                  </a:lnTo>
                  <a:lnTo>
                    <a:pt x="3750938" y="2882899"/>
                  </a:lnTo>
                  <a:close/>
                </a:path>
                <a:path w="3758565" h="2997200">
                  <a:moveTo>
                    <a:pt x="34194" y="2870199"/>
                  </a:moveTo>
                  <a:lnTo>
                    <a:pt x="3337" y="2870199"/>
                  </a:lnTo>
                  <a:lnTo>
                    <a:pt x="5177" y="2882899"/>
                  </a:lnTo>
                  <a:lnTo>
                    <a:pt x="36195" y="2882899"/>
                  </a:lnTo>
                  <a:lnTo>
                    <a:pt x="34194" y="2870199"/>
                  </a:lnTo>
                  <a:close/>
                </a:path>
                <a:path w="3758565" h="2997200">
                  <a:moveTo>
                    <a:pt x="3755000" y="2870199"/>
                  </a:moveTo>
                  <a:lnTo>
                    <a:pt x="3724144" y="2870199"/>
                  </a:lnTo>
                  <a:lnTo>
                    <a:pt x="3722142" y="2882899"/>
                  </a:lnTo>
                  <a:lnTo>
                    <a:pt x="3753159" y="2882899"/>
                  </a:lnTo>
                  <a:lnTo>
                    <a:pt x="3755000" y="2870199"/>
                  </a:lnTo>
                  <a:close/>
                </a:path>
                <a:path w="3758565" h="2997200">
                  <a:moveTo>
                    <a:pt x="30102" y="165099"/>
                  </a:moveTo>
                  <a:lnTo>
                    <a:pt x="0" y="165099"/>
                  </a:lnTo>
                  <a:lnTo>
                    <a:pt x="0" y="2844799"/>
                  </a:lnTo>
                  <a:lnTo>
                    <a:pt x="171" y="2844799"/>
                  </a:lnTo>
                  <a:lnTo>
                    <a:pt x="744" y="2857499"/>
                  </a:lnTo>
                  <a:lnTo>
                    <a:pt x="1769" y="2870199"/>
                  </a:lnTo>
                  <a:lnTo>
                    <a:pt x="32877" y="2870199"/>
                  </a:lnTo>
                  <a:lnTo>
                    <a:pt x="31569" y="2857499"/>
                  </a:lnTo>
                  <a:lnTo>
                    <a:pt x="30745" y="2857499"/>
                  </a:lnTo>
                  <a:lnTo>
                    <a:pt x="30252" y="2844799"/>
                  </a:lnTo>
                  <a:lnTo>
                    <a:pt x="30102" y="165099"/>
                  </a:lnTo>
                  <a:close/>
                </a:path>
                <a:path w="3758565" h="2997200">
                  <a:moveTo>
                    <a:pt x="3758196" y="2844799"/>
                  </a:moveTo>
                  <a:lnTo>
                    <a:pt x="3728054" y="2844799"/>
                  </a:lnTo>
                  <a:lnTo>
                    <a:pt x="3727522" y="2857499"/>
                  </a:lnTo>
                  <a:lnTo>
                    <a:pt x="3726647" y="2857499"/>
                  </a:lnTo>
                  <a:lnTo>
                    <a:pt x="3725461" y="2870199"/>
                  </a:lnTo>
                  <a:lnTo>
                    <a:pt x="3756458" y="2870199"/>
                  </a:lnTo>
                  <a:lnTo>
                    <a:pt x="3757513" y="2857499"/>
                  </a:lnTo>
                  <a:lnTo>
                    <a:pt x="3758196" y="2844799"/>
                  </a:lnTo>
                  <a:close/>
                </a:path>
                <a:path w="3758565" h="2997200">
                  <a:moveTo>
                    <a:pt x="3756568" y="139699"/>
                  </a:moveTo>
                  <a:lnTo>
                    <a:pt x="3725461" y="139699"/>
                  </a:lnTo>
                  <a:lnTo>
                    <a:pt x="3726768" y="152399"/>
                  </a:lnTo>
                  <a:lnTo>
                    <a:pt x="3727592" y="152399"/>
                  </a:lnTo>
                  <a:lnTo>
                    <a:pt x="3728095" y="165099"/>
                  </a:lnTo>
                  <a:lnTo>
                    <a:pt x="3728246" y="2844799"/>
                  </a:lnTo>
                  <a:lnTo>
                    <a:pt x="3758347" y="2844799"/>
                  </a:lnTo>
                  <a:lnTo>
                    <a:pt x="3758347" y="165099"/>
                  </a:lnTo>
                  <a:lnTo>
                    <a:pt x="3758167" y="165099"/>
                  </a:lnTo>
                  <a:lnTo>
                    <a:pt x="3757593" y="152399"/>
                  </a:lnTo>
                  <a:lnTo>
                    <a:pt x="3756568" y="139699"/>
                  </a:lnTo>
                  <a:close/>
                </a:path>
                <a:path w="3758565" h="2997200">
                  <a:moveTo>
                    <a:pt x="32877" y="139699"/>
                  </a:moveTo>
                  <a:lnTo>
                    <a:pt x="1879" y="139699"/>
                  </a:lnTo>
                  <a:lnTo>
                    <a:pt x="824" y="152399"/>
                  </a:lnTo>
                  <a:lnTo>
                    <a:pt x="140" y="165099"/>
                  </a:lnTo>
                  <a:lnTo>
                    <a:pt x="30283" y="165099"/>
                  </a:lnTo>
                  <a:lnTo>
                    <a:pt x="30826" y="152399"/>
                  </a:lnTo>
                  <a:lnTo>
                    <a:pt x="31690" y="152399"/>
                  </a:lnTo>
                  <a:lnTo>
                    <a:pt x="32877" y="139699"/>
                  </a:lnTo>
                  <a:close/>
                </a:path>
                <a:path w="3758565" h="2997200">
                  <a:moveTo>
                    <a:pt x="36195" y="126999"/>
                  </a:moveTo>
                  <a:lnTo>
                    <a:pt x="5177" y="126999"/>
                  </a:lnTo>
                  <a:lnTo>
                    <a:pt x="3337" y="139699"/>
                  </a:lnTo>
                  <a:lnTo>
                    <a:pt x="34194" y="139699"/>
                  </a:lnTo>
                  <a:lnTo>
                    <a:pt x="36195" y="126999"/>
                  </a:lnTo>
                  <a:close/>
                </a:path>
                <a:path w="3758565" h="2997200">
                  <a:moveTo>
                    <a:pt x="3753159" y="126999"/>
                  </a:moveTo>
                  <a:lnTo>
                    <a:pt x="3722142" y="126999"/>
                  </a:lnTo>
                  <a:lnTo>
                    <a:pt x="3724144" y="139699"/>
                  </a:lnTo>
                  <a:lnTo>
                    <a:pt x="3755000" y="139699"/>
                  </a:lnTo>
                  <a:lnTo>
                    <a:pt x="3753159" y="126999"/>
                  </a:lnTo>
                  <a:close/>
                </a:path>
                <a:path w="3758565" h="2997200">
                  <a:moveTo>
                    <a:pt x="40709" y="114299"/>
                  </a:moveTo>
                  <a:lnTo>
                    <a:pt x="7400" y="114299"/>
                  </a:lnTo>
                  <a:lnTo>
                    <a:pt x="7179" y="126999"/>
                  </a:lnTo>
                  <a:lnTo>
                    <a:pt x="38055" y="126999"/>
                  </a:lnTo>
                  <a:lnTo>
                    <a:pt x="40709" y="114299"/>
                  </a:lnTo>
                  <a:close/>
                </a:path>
                <a:path w="3758565" h="2997200">
                  <a:moveTo>
                    <a:pt x="3750938" y="114299"/>
                  </a:moveTo>
                  <a:lnTo>
                    <a:pt x="3717629" y="114299"/>
                  </a:lnTo>
                  <a:lnTo>
                    <a:pt x="3720283" y="126999"/>
                  </a:lnTo>
                  <a:lnTo>
                    <a:pt x="3751159" y="126999"/>
                  </a:lnTo>
                  <a:lnTo>
                    <a:pt x="3750938" y="114299"/>
                  </a:lnTo>
                  <a:close/>
                </a:path>
                <a:path w="3758565" h="2997200">
                  <a:moveTo>
                    <a:pt x="46349" y="101599"/>
                  </a:moveTo>
                  <a:lnTo>
                    <a:pt x="12647" y="101599"/>
                  </a:lnTo>
                  <a:lnTo>
                    <a:pt x="9732" y="114299"/>
                  </a:lnTo>
                  <a:lnTo>
                    <a:pt x="43072" y="114299"/>
                  </a:lnTo>
                  <a:lnTo>
                    <a:pt x="46349" y="101599"/>
                  </a:lnTo>
                  <a:close/>
                </a:path>
                <a:path w="3758565" h="2997200">
                  <a:moveTo>
                    <a:pt x="3745689" y="101599"/>
                  </a:moveTo>
                  <a:lnTo>
                    <a:pt x="3711987" y="101599"/>
                  </a:lnTo>
                  <a:lnTo>
                    <a:pt x="3715265" y="114299"/>
                  </a:lnTo>
                  <a:lnTo>
                    <a:pt x="3748605" y="114299"/>
                  </a:lnTo>
                  <a:lnTo>
                    <a:pt x="3745689" y="101599"/>
                  </a:lnTo>
                  <a:close/>
                </a:path>
                <a:path w="3758565" h="2997200">
                  <a:moveTo>
                    <a:pt x="53055" y="88899"/>
                  </a:moveTo>
                  <a:lnTo>
                    <a:pt x="19504" y="88899"/>
                  </a:lnTo>
                  <a:lnTo>
                    <a:pt x="16228" y="101599"/>
                  </a:lnTo>
                  <a:lnTo>
                    <a:pt x="49194" y="101599"/>
                  </a:lnTo>
                  <a:lnTo>
                    <a:pt x="53055" y="88899"/>
                  </a:lnTo>
                  <a:close/>
                </a:path>
                <a:path w="3758565" h="2997200">
                  <a:moveTo>
                    <a:pt x="3738833" y="88899"/>
                  </a:moveTo>
                  <a:lnTo>
                    <a:pt x="3705282" y="88899"/>
                  </a:lnTo>
                  <a:lnTo>
                    <a:pt x="3709142" y="101599"/>
                  </a:lnTo>
                  <a:lnTo>
                    <a:pt x="3742110" y="101599"/>
                  </a:lnTo>
                  <a:lnTo>
                    <a:pt x="3738833" y="88899"/>
                  </a:lnTo>
                  <a:close/>
                </a:path>
                <a:path w="3758565" h="2997200">
                  <a:moveTo>
                    <a:pt x="64970" y="76199"/>
                  </a:moveTo>
                  <a:lnTo>
                    <a:pt x="28070" y="76199"/>
                  </a:lnTo>
                  <a:lnTo>
                    <a:pt x="23808" y="88899"/>
                  </a:lnTo>
                  <a:lnTo>
                    <a:pt x="60304" y="88899"/>
                  </a:lnTo>
                  <a:lnTo>
                    <a:pt x="64970" y="76199"/>
                  </a:lnTo>
                  <a:close/>
                </a:path>
                <a:path w="3758565" h="2997200">
                  <a:moveTo>
                    <a:pt x="3730678" y="76199"/>
                  </a:moveTo>
                  <a:lnTo>
                    <a:pt x="3693368" y="76199"/>
                  </a:lnTo>
                  <a:lnTo>
                    <a:pt x="3698032" y="88899"/>
                  </a:lnTo>
                  <a:lnTo>
                    <a:pt x="3734530" y="88899"/>
                  </a:lnTo>
                  <a:lnTo>
                    <a:pt x="3730678" y="76199"/>
                  </a:lnTo>
                  <a:close/>
                </a:path>
                <a:path w="3758565" h="2997200">
                  <a:moveTo>
                    <a:pt x="78894" y="63499"/>
                  </a:moveTo>
                  <a:lnTo>
                    <a:pt x="37501" y="63499"/>
                  </a:lnTo>
                  <a:lnTo>
                    <a:pt x="32636" y="76199"/>
                  </a:lnTo>
                  <a:lnTo>
                    <a:pt x="73506" y="76199"/>
                  </a:lnTo>
                  <a:lnTo>
                    <a:pt x="78894" y="63499"/>
                  </a:lnTo>
                  <a:close/>
                </a:path>
                <a:path w="3758565" h="2997200">
                  <a:moveTo>
                    <a:pt x="3721298" y="63499"/>
                  </a:moveTo>
                  <a:lnTo>
                    <a:pt x="3679442" y="63499"/>
                  </a:lnTo>
                  <a:lnTo>
                    <a:pt x="3684831" y="76199"/>
                  </a:lnTo>
                  <a:lnTo>
                    <a:pt x="3725702" y="76199"/>
                  </a:lnTo>
                  <a:lnTo>
                    <a:pt x="3721298" y="63499"/>
                  </a:lnTo>
                  <a:close/>
                </a:path>
                <a:path w="3758565" h="2997200">
                  <a:moveTo>
                    <a:pt x="94599" y="50799"/>
                  </a:moveTo>
                  <a:lnTo>
                    <a:pt x="47566" y="50799"/>
                  </a:lnTo>
                  <a:lnTo>
                    <a:pt x="42650" y="63499"/>
                  </a:lnTo>
                  <a:lnTo>
                    <a:pt x="88587" y="63499"/>
                  </a:lnTo>
                  <a:lnTo>
                    <a:pt x="94599" y="50799"/>
                  </a:lnTo>
                  <a:close/>
                </a:path>
                <a:path w="3758565" h="2997200">
                  <a:moveTo>
                    <a:pt x="3710771" y="50799"/>
                  </a:moveTo>
                  <a:lnTo>
                    <a:pt x="3663737" y="50799"/>
                  </a:lnTo>
                  <a:lnTo>
                    <a:pt x="3669760" y="63499"/>
                  </a:lnTo>
                  <a:lnTo>
                    <a:pt x="3715688" y="63499"/>
                  </a:lnTo>
                  <a:lnTo>
                    <a:pt x="3710771" y="50799"/>
                  </a:lnTo>
                  <a:close/>
                </a:path>
                <a:path w="3758565" h="2997200">
                  <a:moveTo>
                    <a:pt x="117925" y="38099"/>
                  </a:moveTo>
                  <a:lnTo>
                    <a:pt x="59701" y="38099"/>
                  </a:lnTo>
                  <a:lnTo>
                    <a:pt x="53759" y="50799"/>
                  </a:lnTo>
                  <a:lnTo>
                    <a:pt x="111179" y="50799"/>
                  </a:lnTo>
                  <a:lnTo>
                    <a:pt x="117925" y="38099"/>
                  </a:lnTo>
                  <a:close/>
                </a:path>
                <a:path w="3758565" h="2997200">
                  <a:moveTo>
                    <a:pt x="3698636" y="38099"/>
                  </a:moveTo>
                  <a:lnTo>
                    <a:pt x="3640423" y="38099"/>
                  </a:lnTo>
                  <a:lnTo>
                    <a:pt x="3647159" y="50799"/>
                  </a:lnTo>
                  <a:lnTo>
                    <a:pt x="3704578" y="50799"/>
                  </a:lnTo>
                  <a:lnTo>
                    <a:pt x="3698636" y="38099"/>
                  </a:lnTo>
                  <a:close/>
                </a:path>
                <a:path w="3758565" h="2997200">
                  <a:moveTo>
                    <a:pt x="3680015" y="25399"/>
                  </a:moveTo>
                  <a:lnTo>
                    <a:pt x="78322" y="25399"/>
                  </a:lnTo>
                  <a:lnTo>
                    <a:pt x="72299" y="38099"/>
                  </a:lnTo>
                  <a:lnTo>
                    <a:pt x="3686037" y="38099"/>
                  </a:lnTo>
                  <a:lnTo>
                    <a:pt x="3680015" y="25399"/>
                  </a:lnTo>
                  <a:close/>
                </a:path>
                <a:path w="3758565" h="2997200">
                  <a:moveTo>
                    <a:pt x="3658901" y="12699"/>
                  </a:moveTo>
                  <a:lnTo>
                    <a:pt x="99435" y="12699"/>
                  </a:lnTo>
                  <a:lnTo>
                    <a:pt x="92859" y="25399"/>
                  </a:lnTo>
                  <a:lnTo>
                    <a:pt x="3665477" y="25399"/>
                  </a:lnTo>
                  <a:lnTo>
                    <a:pt x="3658901" y="12699"/>
                  </a:lnTo>
                  <a:close/>
                </a:path>
                <a:path w="3758565" h="2997200">
                  <a:moveTo>
                    <a:pt x="3611244" y="0"/>
                  </a:moveTo>
                  <a:lnTo>
                    <a:pt x="154632" y="0"/>
                  </a:lnTo>
                  <a:lnTo>
                    <a:pt x="146338" y="12699"/>
                  </a:lnTo>
                  <a:lnTo>
                    <a:pt x="3611999" y="12699"/>
                  </a:lnTo>
                  <a:lnTo>
                    <a:pt x="3611244" y="0"/>
                  </a:lnTo>
                  <a:close/>
                </a:path>
              </a:pathLst>
            </a:custGeom>
            <a:solidFill>
              <a:srgbClr val="2FCC4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86235" y="6953757"/>
              <a:ext cx="481393" cy="296798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12508" y="7023032"/>
              <a:ext cx="660076" cy="64262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5203945" y="949377"/>
            <a:ext cx="318135" cy="31686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2375"/>
              </a:lnSpc>
            </a:pPr>
            <a:r>
              <a:rPr dirty="0" sz="2050" spc="-25" b="1">
                <a:solidFill>
                  <a:srgbClr val="FFFFFF"/>
                </a:solidFill>
                <a:latin typeface="Arial"/>
                <a:cs typeface="Arial"/>
              </a:rPr>
              <a:t>01</a:t>
            </a:r>
            <a:endParaRPr sz="20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91813" y="1553221"/>
            <a:ext cx="257175" cy="1033144"/>
          </a:xfrm>
          <a:prstGeom prst="rect">
            <a:avLst/>
          </a:prstGeom>
        </p:spPr>
        <p:txBody>
          <a:bodyPr wrap="square" lIns="0" tIns="444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550" spc="-10" b="1">
                <a:solidFill>
                  <a:srgbClr val="FFFFFF"/>
                </a:solidFill>
                <a:latin typeface="Segoe UI Symbol"/>
                <a:cs typeface="Segoe UI Symbol"/>
              </a:rPr>
              <a:t>FEASIBILITY</a:t>
            </a:r>
            <a:endParaRPr sz="1550">
              <a:latin typeface="Segoe UI Symbol"/>
              <a:cs typeface="Segoe UI 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133376" y="1553221"/>
            <a:ext cx="158750" cy="1539240"/>
          </a:xfrm>
          <a:prstGeom prst="rect">
            <a:avLst/>
          </a:prstGeom>
        </p:spPr>
        <p:txBody>
          <a:bodyPr wrap="square" lIns="0" tIns="25400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dirty="0" sz="750" b="1">
                <a:solidFill>
                  <a:srgbClr val="FFFFFF"/>
                </a:solidFill>
                <a:latin typeface="Gadugi"/>
                <a:cs typeface="Gadugi"/>
              </a:rPr>
              <a:t>Practical</a:t>
            </a:r>
            <a:r>
              <a:rPr dirty="0" sz="750" spc="85" b="1">
                <a:solidFill>
                  <a:srgbClr val="FFFFFF"/>
                </a:solidFill>
                <a:latin typeface="Gadugi"/>
                <a:cs typeface="Gadugi"/>
              </a:rPr>
              <a:t> </a:t>
            </a:r>
            <a:r>
              <a:rPr dirty="0" sz="750" b="1">
                <a:solidFill>
                  <a:srgbClr val="FFFFFF"/>
                </a:solidFill>
                <a:latin typeface="Gadugi"/>
                <a:cs typeface="Gadugi"/>
              </a:rPr>
              <a:t>and</a:t>
            </a:r>
            <a:r>
              <a:rPr dirty="0" sz="750" spc="90" b="1">
                <a:solidFill>
                  <a:srgbClr val="FFFFFF"/>
                </a:solidFill>
                <a:latin typeface="Gadugi"/>
                <a:cs typeface="Gadugi"/>
              </a:rPr>
              <a:t> </a:t>
            </a:r>
            <a:r>
              <a:rPr dirty="0" sz="750" b="1">
                <a:solidFill>
                  <a:srgbClr val="FFFFFF"/>
                </a:solidFill>
                <a:latin typeface="Gadugi"/>
                <a:cs typeface="Gadugi"/>
              </a:rPr>
              <a:t>Easy</a:t>
            </a:r>
            <a:r>
              <a:rPr dirty="0" sz="750" spc="90" b="1">
                <a:solidFill>
                  <a:srgbClr val="FFFFFF"/>
                </a:solidFill>
                <a:latin typeface="Gadugi"/>
                <a:cs typeface="Gadugi"/>
              </a:rPr>
              <a:t> </a:t>
            </a:r>
            <a:r>
              <a:rPr dirty="0" sz="750" b="1">
                <a:solidFill>
                  <a:srgbClr val="FFFFFF"/>
                </a:solidFill>
                <a:latin typeface="Gadugi"/>
                <a:cs typeface="Gadugi"/>
              </a:rPr>
              <a:t>to</a:t>
            </a:r>
            <a:r>
              <a:rPr dirty="0" sz="750" spc="85" b="1">
                <a:solidFill>
                  <a:srgbClr val="FFFFFF"/>
                </a:solidFill>
                <a:latin typeface="Gadugi"/>
                <a:cs typeface="Gadugi"/>
              </a:rPr>
              <a:t> </a:t>
            </a:r>
            <a:r>
              <a:rPr dirty="0" sz="750" spc="-10" b="1">
                <a:solidFill>
                  <a:srgbClr val="FFFFFF"/>
                </a:solidFill>
                <a:latin typeface="Gadugi"/>
                <a:cs typeface="Gadugi"/>
              </a:rPr>
              <a:t>Implement</a:t>
            </a:r>
            <a:endParaRPr sz="750">
              <a:latin typeface="Gadugi"/>
              <a:cs typeface="Gadug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507265" y="3801602"/>
            <a:ext cx="3808095" cy="2921000"/>
            <a:chOff x="1507265" y="3801602"/>
            <a:chExt cx="3808095" cy="2921000"/>
          </a:xfrm>
        </p:grpSpPr>
        <p:sp>
          <p:nvSpPr>
            <p:cNvPr id="21" name="object 21"/>
            <p:cNvSpPr/>
            <p:nvPr/>
          </p:nvSpPr>
          <p:spPr>
            <a:xfrm>
              <a:off x="1522094" y="3812032"/>
              <a:ext cx="3777615" cy="2895600"/>
            </a:xfrm>
            <a:custGeom>
              <a:avLst/>
              <a:gdLst/>
              <a:ahLst/>
              <a:cxnLst/>
              <a:rect l="l" t="t" r="r" b="b"/>
              <a:pathLst>
                <a:path w="3777615" h="2895600">
                  <a:moveTo>
                    <a:pt x="3632771" y="0"/>
                  </a:moveTo>
                  <a:lnTo>
                    <a:pt x="144780" y="0"/>
                  </a:lnTo>
                  <a:lnTo>
                    <a:pt x="99138" y="7365"/>
                  </a:lnTo>
                  <a:lnTo>
                    <a:pt x="59455" y="27909"/>
                  </a:lnTo>
                  <a:lnTo>
                    <a:pt x="28114" y="59248"/>
                  </a:lnTo>
                  <a:lnTo>
                    <a:pt x="7501" y="98999"/>
                  </a:lnTo>
                  <a:lnTo>
                    <a:pt x="0" y="144779"/>
                  </a:lnTo>
                  <a:lnTo>
                    <a:pt x="0" y="2750820"/>
                  </a:lnTo>
                  <a:lnTo>
                    <a:pt x="7501" y="2796528"/>
                  </a:lnTo>
                  <a:lnTo>
                    <a:pt x="28114" y="2836245"/>
                  </a:lnTo>
                  <a:lnTo>
                    <a:pt x="59455" y="2867586"/>
                  </a:lnTo>
                  <a:lnTo>
                    <a:pt x="99138" y="2888166"/>
                  </a:lnTo>
                  <a:lnTo>
                    <a:pt x="144780" y="2895600"/>
                  </a:lnTo>
                  <a:lnTo>
                    <a:pt x="3632771" y="2895600"/>
                  </a:lnTo>
                  <a:lnTo>
                    <a:pt x="3678548" y="2888166"/>
                  </a:lnTo>
                  <a:lnTo>
                    <a:pt x="3718298" y="2867586"/>
                  </a:lnTo>
                  <a:lnTo>
                    <a:pt x="3749639" y="2836245"/>
                  </a:lnTo>
                  <a:lnTo>
                    <a:pt x="3770185" y="2796528"/>
                  </a:lnTo>
                  <a:lnTo>
                    <a:pt x="3777551" y="2750820"/>
                  </a:lnTo>
                  <a:lnTo>
                    <a:pt x="3777551" y="144779"/>
                  </a:lnTo>
                  <a:lnTo>
                    <a:pt x="3770185" y="98999"/>
                  </a:lnTo>
                  <a:lnTo>
                    <a:pt x="3749639" y="59248"/>
                  </a:lnTo>
                  <a:lnTo>
                    <a:pt x="3718298" y="27909"/>
                  </a:lnTo>
                  <a:lnTo>
                    <a:pt x="3678548" y="7365"/>
                  </a:lnTo>
                  <a:lnTo>
                    <a:pt x="3632771" y="0"/>
                  </a:lnTo>
                  <a:close/>
                </a:path>
              </a:pathLst>
            </a:custGeom>
            <a:solidFill>
              <a:srgbClr val="E8F9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507265" y="3801602"/>
              <a:ext cx="3808095" cy="2921000"/>
            </a:xfrm>
            <a:custGeom>
              <a:avLst/>
              <a:gdLst/>
              <a:ahLst/>
              <a:cxnLst/>
              <a:rect l="l" t="t" r="r" b="b"/>
              <a:pathLst>
                <a:path w="3808095" h="2921000">
                  <a:moveTo>
                    <a:pt x="3710208" y="2908300"/>
                  </a:moveTo>
                  <a:lnTo>
                    <a:pt x="90879" y="2908300"/>
                  </a:lnTo>
                  <a:lnTo>
                    <a:pt x="97967" y="2921000"/>
                  </a:lnTo>
                  <a:lnTo>
                    <a:pt x="3709525" y="2921000"/>
                  </a:lnTo>
                  <a:lnTo>
                    <a:pt x="3710208" y="2908300"/>
                  </a:lnTo>
                  <a:close/>
                </a:path>
                <a:path w="3808095" h="2921000">
                  <a:moveTo>
                    <a:pt x="3736721" y="2895600"/>
                  </a:moveTo>
                  <a:lnTo>
                    <a:pt x="70770" y="2895600"/>
                  </a:lnTo>
                  <a:lnTo>
                    <a:pt x="76643" y="2908300"/>
                  </a:lnTo>
                  <a:lnTo>
                    <a:pt x="3730849" y="2908300"/>
                  </a:lnTo>
                  <a:lnTo>
                    <a:pt x="3736721" y="2895600"/>
                  </a:lnTo>
                  <a:close/>
                </a:path>
                <a:path w="3808095" h="2921000">
                  <a:moveTo>
                    <a:pt x="109037" y="2882900"/>
                  </a:moveTo>
                  <a:lnTo>
                    <a:pt x="52644" y="2882900"/>
                  </a:lnTo>
                  <a:lnTo>
                    <a:pt x="57891" y="2895600"/>
                  </a:lnTo>
                  <a:lnTo>
                    <a:pt x="115613" y="2895600"/>
                  </a:lnTo>
                  <a:lnTo>
                    <a:pt x="109037" y="2882900"/>
                  </a:lnTo>
                  <a:close/>
                </a:path>
                <a:path w="3808095" h="2921000">
                  <a:moveTo>
                    <a:pt x="114909" y="2882900"/>
                  </a:moveTo>
                  <a:lnTo>
                    <a:pt x="115613" y="2895600"/>
                  </a:lnTo>
                  <a:lnTo>
                    <a:pt x="121635" y="2895600"/>
                  </a:lnTo>
                  <a:lnTo>
                    <a:pt x="114909" y="2882900"/>
                  </a:lnTo>
                  <a:close/>
                </a:path>
                <a:path w="3808095" h="2921000">
                  <a:moveTo>
                    <a:pt x="3692583" y="2882900"/>
                  </a:moveTo>
                  <a:lnTo>
                    <a:pt x="3685857" y="2895600"/>
                  </a:lnTo>
                  <a:lnTo>
                    <a:pt x="3691890" y="2895600"/>
                  </a:lnTo>
                  <a:lnTo>
                    <a:pt x="3692583" y="2882900"/>
                  </a:lnTo>
                  <a:close/>
                </a:path>
                <a:path w="3808095" h="2921000">
                  <a:moveTo>
                    <a:pt x="3754859" y="2882900"/>
                  </a:moveTo>
                  <a:lnTo>
                    <a:pt x="3698464" y="2882900"/>
                  </a:lnTo>
                  <a:lnTo>
                    <a:pt x="3691890" y="2895600"/>
                  </a:lnTo>
                  <a:lnTo>
                    <a:pt x="3749601" y="2895600"/>
                  </a:lnTo>
                  <a:lnTo>
                    <a:pt x="3754859" y="2882900"/>
                  </a:lnTo>
                  <a:close/>
                </a:path>
                <a:path w="3808095" h="2921000">
                  <a:moveTo>
                    <a:pt x="87048" y="2870200"/>
                  </a:moveTo>
                  <a:lnTo>
                    <a:pt x="41775" y="2870200"/>
                  </a:lnTo>
                  <a:lnTo>
                    <a:pt x="46570" y="2882900"/>
                  </a:lnTo>
                  <a:lnTo>
                    <a:pt x="92920" y="2882900"/>
                  </a:lnTo>
                  <a:lnTo>
                    <a:pt x="87048" y="2870200"/>
                  </a:lnTo>
                  <a:close/>
                </a:path>
                <a:path w="3808095" h="2921000">
                  <a:moveTo>
                    <a:pt x="3765717" y="2870200"/>
                  </a:moveTo>
                  <a:lnTo>
                    <a:pt x="3720443" y="2870200"/>
                  </a:lnTo>
                  <a:lnTo>
                    <a:pt x="3714572" y="2882900"/>
                  </a:lnTo>
                  <a:lnTo>
                    <a:pt x="3760922" y="2882900"/>
                  </a:lnTo>
                  <a:lnTo>
                    <a:pt x="3765717" y="2870200"/>
                  </a:lnTo>
                  <a:close/>
                </a:path>
                <a:path w="3808095" h="2921000">
                  <a:moveTo>
                    <a:pt x="72390" y="2857500"/>
                  </a:moveTo>
                  <a:lnTo>
                    <a:pt x="31982" y="2857500"/>
                  </a:lnTo>
                  <a:lnTo>
                    <a:pt x="36737" y="2870200"/>
                  </a:lnTo>
                  <a:lnTo>
                    <a:pt x="77637" y="2870200"/>
                  </a:lnTo>
                  <a:lnTo>
                    <a:pt x="72390" y="2857500"/>
                  </a:lnTo>
                  <a:close/>
                </a:path>
                <a:path w="3808095" h="2921000">
                  <a:moveTo>
                    <a:pt x="3775510" y="2857500"/>
                  </a:moveTo>
                  <a:lnTo>
                    <a:pt x="3735113" y="2857500"/>
                  </a:lnTo>
                  <a:lnTo>
                    <a:pt x="3729854" y="2870200"/>
                  </a:lnTo>
                  <a:lnTo>
                    <a:pt x="3771216" y="2870200"/>
                  </a:lnTo>
                  <a:lnTo>
                    <a:pt x="3775510" y="2857500"/>
                  </a:lnTo>
                  <a:close/>
                </a:path>
                <a:path w="3808095" h="2921000">
                  <a:moveTo>
                    <a:pt x="59540" y="2844800"/>
                  </a:moveTo>
                  <a:lnTo>
                    <a:pt x="23345" y="2844800"/>
                  </a:lnTo>
                  <a:lnTo>
                    <a:pt x="27105" y="2857500"/>
                  </a:lnTo>
                  <a:lnTo>
                    <a:pt x="64095" y="2857500"/>
                  </a:lnTo>
                  <a:lnTo>
                    <a:pt x="59540" y="2844800"/>
                  </a:lnTo>
                  <a:close/>
                </a:path>
                <a:path w="3808095" h="2921000">
                  <a:moveTo>
                    <a:pt x="3784146" y="2844800"/>
                  </a:moveTo>
                  <a:lnTo>
                    <a:pt x="3747951" y="2844800"/>
                  </a:lnTo>
                  <a:lnTo>
                    <a:pt x="3743407" y="2857500"/>
                  </a:lnTo>
                  <a:lnTo>
                    <a:pt x="3779984" y="2857500"/>
                  </a:lnTo>
                  <a:lnTo>
                    <a:pt x="3784146" y="2844800"/>
                  </a:lnTo>
                  <a:close/>
                </a:path>
                <a:path w="3808095" h="2921000">
                  <a:moveTo>
                    <a:pt x="48732" y="2832100"/>
                  </a:moveTo>
                  <a:lnTo>
                    <a:pt x="15935" y="2832100"/>
                  </a:lnTo>
                  <a:lnTo>
                    <a:pt x="19132" y="2844800"/>
                  </a:lnTo>
                  <a:lnTo>
                    <a:pt x="52503" y="2844800"/>
                  </a:lnTo>
                  <a:lnTo>
                    <a:pt x="48732" y="2832100"/>
                  </a:lnTo>
                  <a:close/>
                </a:path>
                <a:path w="3808095" h="2921000">
                  <a:moveTo>
                    <a:pt x="3791567" y="2832100"/>
                  </a:moveTo>
                  <a:lnTo>
                    <a:pt x="3758760" y="2832100"/>
                  </a:lnTo>
                  <a:lnTo>
                    <a:pt x="3754989" y="2844800"/>
                  </a:lnTo>
                  <a:lnTo>
                    <a:pt x="3788369" y="2844800"/>
                  </a:lnTo>
                  <a:lnTo>
                    <a:pt x="3791567" y="2832100"/>
                  </a:lnTo>
                  <a:close/>
                </a:path>
                <a:path w="3808095" h="2921000">
                  <a:moveTo>
                    <a:pt x="42779" y="2819400"/>
                  </a:moveTo>
                  <a:lnTo>
                    <a:pt x="9832" y="2819400"/>
                  </a:lnTo>
                  <a:lnTo>
                    <a:pt x="12426" y="2832100"/>
                  </a:lnTo>
                  <a:lnTo>
                    <a:pt x="45977" y="2832100"/>
                  </a:lnTo>
                  <a:lnTo>
                    <a:pt x="42779" y="2819400"/>
                  </a:lnTo>
                  <a:close/>
                </a:path>
                <a:path w="3808095" h="2921000">
                  <a:moveTo>
                    <a:pt x="3797659" y="2819400"/>
                  </a:moveTo>
                  <a:lnTo>
                    <a:pt x="3764711" y="2819400"/>
                  </a:lnTo>
                  <a:lnTo>
                    <a:pt x="3761515" y="2832100"/>
                  </a:lnTo>
                  <a:lnTo>
                    <a:pt x="3794784" y="2832100"/>
                  </a:lnTo>
                  <a:lnTo>
                    <a:pt x="3797659" y="2819400"/>
                  </a:lnTo>
                  <a:close/>
                </a:path>
                <a:path w="3808095" h="2921000">
                  <a:moveTo>
                    <a:pt x="34143" y="2794000"/>
                  </a:moveTo>
                  <a:lnTo>
                    <a:pt x="3327" y="2794000"/>
                  </a:lnTo>
                  <a:lnTo>
                    <a:pt x="5126" y="2806700"/>
                  </a:lnTo>
                  <a:lnTo>
                    <a:pt x="7077" y="2819400"/>
                  </a:lnTo>
                  <a:lnTo>
                    <a:pt x="40487" y="2819400"/>
                  </a:lnTo>
                  <a:lnTo>
                    <a:pt x="37894" y="2806700"/>
                  </a:lnTo>
                  <a:lnTo>
                    <a:pt x="36094" y="2806700"/>
                  </a:lnTo>
                  <a:lnTo>
                    <a:pt x="34143" y="2794000"/>
                  </a:lnTo>
                  <a:close/>
                </a:path>
                <a:path w="3808095" h="2921000">
                  <a:moveTo>
                    <a:pt x="3804164" y="2794000"/>
                  </a:moveTo>
                  <a:lnTo>
                    <a:pt x="3773349" y="2794000"/>
                  </a:lnTo>
                  <a:lnTo>
                    <a:pt x="3771398" y="2806700"/>
                  </a:lnTo>
                  <a:lnTo>
                    <a:pt x="3769598" y="2806700"/>
                  </a:lnTo>
                  <a:lnTo>
                    <a:pt x="3767004" y="2819400"/>
                  </a:lnTo>
                  <a:lnTo>
                    <a:pt x="3800414" y="2819400"/>
                  </a:lnTo>
                  <a:lnTo>
                    <a:pt x="3802556" y="2806700"/>
                  </a:lnTo>
                  <a:lnTo>
                    <a:pt x="3804164" y="2794000"/>
                  </a:lnTo>
                  <a:close/>
                </a:path>
                <a:path w="3808095" h="2921000">
                  <a:moveTo>
                    <a:pt x="31600" y="2781300"/>
                  </a:moveTo>
                  <a:lnTo>
                    <a:pt x="864" y="2781300"/>
                  </a:lnTo>
                  <a:lnTo>
                    <a:pt x="1789" y="2794000"/>
                  </a:lnTo>
                  <a:lnTo>
                    <a:pt x="32867" y="2794000"/>
                  </a:lnTo>
                  <a:lnTo>
                    <a:pt x="31600" y="2781300"/>
                  </a:lnTo>
                  <a:close/>
                </a:path>
                <a:path w="3808095" h="2921000">
                  <a:moveTo>
                    <a:pt x="3806628" y="2781300"/>
                  </a:moveTo>
                  <a:lnTo>
                    <a:pt x="3775782" y="2781300"/>
                  </a:lnTo>
                  <a:lnTo>
                    <a:pt x="3774625" y="2794000"/>
                  </a:lnTo>
                  <a:lnTo>
                    <a:pt x="3805712" y="2794000"/>
                  </a:lnTo>
                  <a:lnTo>
                    <a:pt x="3806628" y="2781300"/>
                  </a:lnTo>
                  <a:close/>
                </a:path>
                <a:path w="3808095" h="2921000">
                  <a:moveTo>
                    <a:pt x="31710" y="139700"/>
                  </a:moveTo>
                  <a:lnTo>
                    <a:pt x="864" y="139700"/>
                  </a:lnTo>
                  <a:lnTo>
                    <a:pt x="231" y="152400"/>
                  </a:lnTo>
                  <a:lnTo>
                    <a:pt x="0" y="165100"/>
                  </a:lnTo>
                  <a:lnTo>
                    <a:pt x="0" y="2768600"/>
                  </a:lnTo>
                  <a:lnTo>
                    <a:pt x="190" y="2781300"/>
                  </a:lnTo>
                  <a:lnTo>
                    <a:pt x="30786" y="2781300"/>
                  </a:lnTo>
                  <a:lnTo>
                    <a:pt x="30303" y="2768600"/>
                  </a:lnTo>
                  <a:lnTo>
                    <a:pt x="30162" y="2768600"/>
                  </a:lnTo>
                  <a:lnTo>
                    <a:pt x="30162" y="165100"/>
                  </a:lnTo>
                  <a:lnTo>
                    <a:pt x="30342" y="152400"/>
                  </a:lnTo>
                  <a:lnTo>
                    <a:pt x="30866" y="152400"/>
                  </a:lnTo>
                  <a:lnTo>
                    <a:pt x="31710" y="139700"/>
                  </a:lnTo>
                  <a:close/>
                </a:path>
                <a:path w="3808095" h="2921000">
                  <a:moveTo>
                    <a:pt x="3806708" y="139700"/>
                  </a:moveTo>
                  <a:lnTo>
                    <a:pt x="3775903" y="139700"/>
                  </a:lnTo>
                  <a:lnTo>
                    <a:pt x="3776706" y="152400"/>
                  </a:lnTo>
                  <a:lnTo>
                    <a:pt x="3777189" y="152400"/>
                  </a:lnTo>
                  <a:lnTo>
                    <a:pt x="3777340" y="165100"/>
                  </a:lnTo>
                  <a:lnTo>
                    <a:pt x="3777330" y="2768600"/>
                  </a:lnTo>
                  <a:lnTo>
                    <a:pt x="3777148" y="2768600"/>
                  </a:lnTo>
                  <a:lnTo>
                    <a:pt x="3776626" y="2781300"/>
                  </a:lnTo>
                  <a:lnTo>
                    <a:pt x="3807261" y="2781300"/>
                  </a:lnTo>
                  <a:lnTo>
                    <a:pt x="3807493" y="2768600"/>
                  </a:lnTo>
                  <a:lnTo>
                    <a:pt x="3807493" y="165100"/>
                  </a:lnTo>
                  <a:lnTo>
                    <a:pt x="3807301" y="152400"/>
                  </a:lnTo>
                  <a:lnTo>
                    <a:pt x="3806708" y="139700"/>
                  </a:lnTo>
                  <a:close/>
                </a:path>
                <a:path w="3808095" h="2921000">
                  <a:moveTo>
                    <a:pt x="34334" y="127000"/>
                  </a:moveTo>
                  <a:lnTo>
                    <a:pt x="3177" y="127000"/>
                  </a:lnTo>
                  <a:lnTo>
                    <a:pt x="1899" y="139700"/>
                  </a:lnTo>
                  <a:lnTo>
                    <a:pt x="32716" y="139700"/>
                  </a:lnTo>
                  <a:lnTo>
                    <a:pt x="34334" y="127000"/>
                  </a:lnTo>
                  <a:close/>
                </a:path>
                <a:path w="3808095" h="2921000">
                  <a:moveTo>
                    <a:pt x="3804315" y="127000"/>
                  </a:moveTo>
                  <a:lnTo>
                    <a:pt x="3773157" y="127000"/>
                  </a:lnTo>
                  <a:lnTo>
                    <a:pt x="3774776" y="139700"/>
                  </a:lnTo>
                  <a:lnTo>
                    <a:pt x="3805712" y="139700"/>
                  </a:lnTo>
                  <a:lnTo>
                    <a:pt x="3804315" y="127000"/>
                  </a:lnTo>
                  <a:close/>
                </a:path>
                <a:path w="3808095" h="2921000">
                  <a:moveTo>
                    <a:pt x="43102" y="101600"/>
                  </a:moveTo>
                  <a:lnTo>
                    <a:pt x="9580" y="101600"/>
                  </a:lnTo>
                  <a:lnTo>
                    <a:pt x="7077" y="114300"/>
                  </a:lnTo>
                  <a:lnTo>
                    <a:pt x="5126" y="127000"/>
                  </a:lnTo>
                  <a:lnTo>
                    <a:pt x="35873" y="127000"/>
                  </a:lnTo>
                  <a:lnTo>
                    <a:pt x="38155" y="114300"/>
                  </a:lnTo>
                  <a:lnTo>
                    <a:pt x="40196" y="114300"/>
                  </a:lnTo>
                  <a:lnTo>
                    <a:pt x="43102" y="101600"/>
                  </a:lnTo>
                  <a:close/>
                </a:path>
                <a:path w="3808095" h="2921000">
                  <a:moveTo>
                    <a:pt x="3800414" y="114300"/>
                  </a:moveTo>
                  <a:lnTo>
                    <a:pt x="3769347" y="114300"/>
                  </a:lnTo>
                  <a:lnTo>
                    <a:pt x="3771619" y="127000"/>
                  </a:lnTo>
                  <a:lnTo>
                    <a:pt x="3802556" y="127000"/>
                  </a:lnTo>
                  <a:lnTo>
                    <a:pt x="3800414" y="114300"/>
                  </a:lnTo>
                  <a:close/>
                </a:path>
                <a:path w="3808095" h="2921000">
                  <a:moveTo>
                    <a:pt x="3797910" y="101600"/>
                  </a:moveTo>
                  <a:lnTo>
                    <a:pt x="3764400" y="101600"/>
                  </a:lnTo>
                  <a:lnTo>
                    <a:pt x="3767296" y="114300"/>
                  </a:lnTo>
                  <a:lnTo>
                    <a:pt x="3800193" y="114300"/>
                  </a:lnTo>
                  <a:lnTo>
                    <a:pt x="3797910" y="101600"/>
                  </a:lnTo>
                  <a:close/>
                </a:path>
                <a:path w="3808095" h="2921000">
                  <a:moveTo>
                    <a:pt x="49114" y="88900"/>
                  </a:moveTo>
                  <a:lnTo>
                    <a:pt x="15613" y="88900"/>
                  </a:lnTo>
                  <a:lnTo>
                    <a:pt x="12717" y="101600"/>
                  </a:lnTo>
                  <a:lnTo>
                    <a:pt x="45626" y="101600"/>
                  </a:lnTo>
                  <a:lnTo>
                    <a:pt x="49114" y="88900"/>
                  </a:lnTo>
                  <a:close/>
                </a:path>
                <a:path w="3808095" h="2921000">
                  <a:moveTo>
                    <a:pt x="3791878" y="88900"/>
                  </a:moveTo>
                  <a:lnTo>
                    <a:pt x="3758378" y="88900"/>
                  </a:lnTo>
                  <a:lnTo>
                    <a:pt x="3761866" y="101600"/>
                  </a:lnTo>
                  <a:lnTo>
                    <a:pt x="3794784" y="101600"/>
                  </a:lnTo>
                  <a:lnTo>
                    <a:pt x="3791878" y="88900"/>
                  </a:lnTo>
                  <a:close/>
                </a:path>
                <a:path w="3808095" h="2921000">
                  <a:moveTo>
                    <a:pt x="60003" y="76200"/>
                  </a:moveTo>
                  <a:lnTo>
                    <a:pt x="22964" y="76200"/>
                  </a:lnTo>
                  <a:lnTo>
                    <a:pt x="19484" y="88900"/>
                  </a:lnTo>
                  <a:lnTo>
                    <a:pt x="55699" y="88900"/>
                  </a:lnTo>
                  <a:lnTo>
                    <a:pt x="60003" y="76200"/>
                  </a:lnTo>
                  <a:close/>
                </a:path>
                <a:path w="3808095" h="2921000">
                  <a:moveTo>
                    <a:pt x="3784528" y="76200"/>
                  </a:moveTo>
                  <a:lnTo>
                    <a:pt x="3747499" y="76200"/>
                  </a:lnTo>
                  <a:lnTo>
                    <a:pt x="3751792" y="88900"/>
                  </a:lnTo>
                  <a:lnTo>
                    <a:pt x="3788017" y="88900"/>
                  </a:lnTo>
                  <a:lnTo>
                    <a:pt x="3784528" y="76200"/>
                  </a:lnTo>
                  <a:close/>
                </a:path>
                <a:path w="3808095" h="2921000">
                  <a:moveTo>
                    <a:pt x="68398" y="63500"/>
                  </a:moveTo>
                  <a:lnTo>
                    <a:pt x="31549" y="63500"/>
                  </a:lnTo>
                  <a:lnTo>
                    <a:pt x="27105" y="76200"/>
                  </a:lnTo>
                  <a:lnTo>
                    <a:pt x="63602" y="76200"/>
                  </a:lnTo>
                  <a:lnTo>
                    <a:pt x="68398" y="63500"/>
                  </a:lnTo>
                  <a:close/>
                </a:path>
                <a:path w="3808095" h="2921000">
                  <a:moveTo>
                    <a:pt x="72922" y="63500"/>
                  </a:moveTo>
                  <a:lnTo>
                    <a:pt x="68398" y="63500"/>
                  </a:lnTo>
                  <a:lnTo>
                    <a:pt x="67895" y="76200"/>
                  </a:lnTo>
                  <a:lnTo>
                    <a:pt x="72922" y="63500"/>
                  </a:lnTo>
                  <a:close/>
                </a:path>
                <a:path w="3808095" h="2921000">
                  <a:moveTo>
                    <a:pt x="3739094" y="63500"/>
                  </a:moveTo>
                  <a:lnTo>
                    <a:pt x="3734579" y="63500"/>
                  </a:lnTo>
                  <a:lnTo>
                    <a:pt x="3739606" y="76200"/>
                  </a:lnTo>
                  <a:lnTo>
                    <a:pt x="3739094" y="63500"/>
                  </a:lnTo>
                  <a:close/>
                </a:path>
                <a:path w="3808095" h="2921000">
                  <a:moveTo>
                    <a:pt x="3775942" y="63500"/>
                  </a:moveTo>
                  <a:lnTo>
                    <a:pt x="3739094" y="63500"/>
                  </a:lnTo>
                  <a:lnTo>
                    <a:pt x="3743890" y="76200"/>
                  </a:lnTo>
                  <a:lnTo>
                    <a:pt x="3779984" y="76200"/>
                  </a:lnTo>
                  <a:lnTo>
                    <a:pt x="3775942" y="63500"/>
                  </a:lnTo>
                  <a:close/>
                </a:path>
                <a:path w="3808095" h="2921000">
                  <a:moveTo>
                    <a:pt x="87651" y="50800"/>
                  </a:moveTo>
                  <a:lnTo>
                    <a:pt x="41292" y="50800"/>
                  </a:lnTo>
                  <a:lnTo>
                    <a:pt x="36737" y="63500"/>
                  </a:lnTo>
                  <a:lnTo>
                    <a:pt x="81970" y="63500"/>
                  </a:lnTo>
                  <a:lnTo>
                    <a:pt x="87651" y="50800"/>
                  </a:lnTo>
                  <a:close/>
                </a:path>
                <a:path w="3808095" h="2921000">
                  <a:moveTo>
                    <a:pt x="3766200" y="50800"/>
                  </a:moveTo>
                  <a:lnTo>
                    <a:pt x="3719840" y="50800"/>
                  </a:lnTo>
                  <a:lnTo>
                    <a:pt x="3725520" y="63500"/>
                  </a:lnTo>
                  <a:lnTo>
                    <a:pt x="3771216" y="63500"/>
                  </a:lnTo>
                  <a:lnTo>
                    <a:pt x="3766200" y="50800"/>
                  </a:lnTo>
                  <a:close/>
                </a:path>
                <a:path w="3808095" h="2921000">
                  <a:moveTo>
                    <a:pt x="103969" y="38100"/>
                  </a:moveTo>
                  <a:lnTo>
                    <a:pt x="52110" y="38100"/>
                  </a:lnTo>
                  <a:lnTo>
                    <a:pt x="47073" y="50800"/>
                  </a:lnTo>
                  <a:lnTo>
                    <a:pt x="97726" y="50800"/>
                  </a:lnTo>
                  <a:lnTo>
                    <a:pt x="103969" y="38100"/>
                  </a:lnTo>
                  <a:close/>
                </a:path>
                <a:path w="3808095" h="2921000">
                  <a:moveTo>
                    <a:pt x="109720" y="38100"/>
                  </a:moveTo>
                  <a:lnTo>
                    <a:pt x="103969" y="38100"/>
                  </a:lnTo>
                  <a:lnTo>
                    <a:pt x="103306" y="50800"/>
                  </a:lnTo>
                  <a:lnTo>
                    <a:pt x="109720" y="38100"/>
                  </a:lnTo>
                  <a:close/>
                </a:path>
                <a:path w="3808095" h="2921000">
                  <a:moveTo>
                    <a:pt x="3703532" y="38100"/>
                  </a:moveTo>
                  <a:lnTo>
                    <a:pt x="3697781" y="38100"/>
                  </a:lnTo>
                  <a:lnTo>
                    <a:pt x="3704196" y="50800"/>
                  </a:lnTo>
                  <a:lnTo>
                    <a:pt x="3703532" y="38100"/>
                  </a:lnTo>
                  <a:close/>
                </a:path>
                <a:path w="3808095" h="2921000">
                  <a:moveTo>
                    <a:pt x="3755392" y="38100"/>
                  </a:moveTo>
                  <a:lnTo>
                    <a:pt x="3703532" y="38100"/>
                  </a:lnTo>
                  <a:lnTo>
                    <a:pt x="3709776" y="50800"/>
                  </a:lnTo>
                  <a:lnTo>
                    <a:pt x="3760419" y="50800"/>
                  </a:lnTo>
                  <a:lnTo>
                    <a:pt x="3755392" y="38100"/>
                  </a:lnTo>
                  <a:close/>
                </a:path>
                <a:path w="3808095" h="2921000">
                  <a:moveTo>
                    <a:pt x="3737324" y="25400"/>
                  </a:moveTo>
                  <a:lnTo>
                    <a:pt x="70167" y="25400"/>
                  </a:lnTo>
                  <a:lnTo>
                    <a:pt x="63914" y="38100"/>
                  </a:lnTo>
                  <a:lnTo>
                    <a:pt x="3743004" y="38100"/>
                  </a:lnTo>
                  <a:lnTo>
                    <a:pt x="3737324" y="25400"/>
                  </a:lnTo>
                  <a:close/>
                </a:path>
                <a:path w="3808095" h="2921000">
                  <a:moveTo>
                    <a:pt x="3717276" y="12700"/>
                  </a:moveTo>
                  <a:lnTo>
                    <a:pt x="90215" y="12700"/>
                  </a:lnTo>
                  <a:lnTo>
                    <a:pt x="83972" y="25400"/>
                  </a:lnTo>
                  <a:lnTo>
                    <a:pt x="3723520" y="25400"/>
                  </a:lnTo>
                  <a:lnTo>
                    <a:pt x="3717276" y="12700"/>
                  </a:lnTo>
                  <a:close/>
                </a:path>
                <a:path w="3808095" h="2921000">
                  <a:moveTo>
                    <a:pt x="3679463" y="0"/>
                  </a:moveTo>
                  <a:lnTo>
                    <a:pt x="128029" y="0"/>
                  </a:lnTo>
                  <a:lnTo>
                    <a:pt x="120288" y="12700"/>
                  </a:lnTo>
                  <a:lnTo>
                    <a:pt x="3687215" y="12700"/>
                  </a:lnTo>
                  <a:lnTo>
                    <a:pt x="3679463" y="0"/>
                  </a:lnTo>
                  <a:close/>
                </a:path>
              </a:pathLst>
            </a:custGeom>
            <a:solidFill>
              <a:srgbClr val="01A4F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3283336" y="5136677"/>
            <a:ext cx="266700" cy="246379"/>
          </a:xfrm>
          <a:prstGeom prst="rect">
            <a:avLst/>
          </a:prstGeom>
        </p:spPr>
        <p:txBody>
          <a:bodyPr wrap="square" lIns="0" tIns="2984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z="1400" spc="-25" b="1">
                <a:solidFill>
                  <a:srgbClr val="012D76"/>
                </a:solidFill>
                <a:latin typeface="Gadugi"/>
                <a:cs typeface="Gadugi"/>
              </a:rPr>
              <a:t>L+</a:t>
            </a:r>
            <a:endParaRPr sz="1400">
              <a:latin typeface="Gadugi"/>
              <a:cs typeface="Gadug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083482" y="3837368"/>
            <a:ext cx="660400" cy="2895600"/>
            <a:chOff x="5083482" y="3837368"/>
            <a:chExt cx="660400" cy="2895600"/>
          </a:xfrm>
        </p:grpSpPr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58486" y="3837368"/>
              <a:ext cx="481393" cy="289559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83482" y="3892228"/>
              <a:ext cx="660086" cy="661670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5255312" y="4064852"/>
            <a:ext cx="318135" cy="31686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2375"/>
              </a:lnSpc>
            </a:pPr>
            <a:r>
              <a:rPr dirty="0" sz="2050" spc="-25" b="1">
                <a:solidFill>
                  <a:srgbClr val="FFFFFF"/>
                </a:solidFill>
                <a:latin typeface="Arial"/>
                <a:cs typeface="Arial"/>
              </a:rPr>
              <a:t>02</a:t>
            </a:r>
            <a:endParaRPr sz="20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290291" y="7172514"/>
            <a:ext cx="318135" cy="31686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2375"/>
              </a:lnSpc>
            </a:pPr>
            <a:r>
              <a:rPr dirty="0" sz="2050" spc="-25" b="1">
                <a:solidFill>
                  <a:srgbClr val="FFFFFF"/>
                </a:solidFill>
                <a:latin typeface="Arial"/>
                <a:cs typeface="Arial"/>
              </a:rPr>
              <a:t>03</a:t>
            </a:r>
            <a:endParaRPr sz="20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370879" y="2740025"/>
            <a:ext cx="920115" cy="694880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3210"/>
              </a:lnSpc>
            </a:pPr>
            <a:r>
              <a:rPr dirty="0" sz="2850" spc="75" b="1">
                <a:latin typeface="Arial"/>
                <a:cs typeface="Arial"/>
              </a:rPr>
              <a:t>FEASIBILITY</a:t>
            </a:r>
            <a:r>
              <a:rPr dirty="0" sz="2850" spc="-345" b="1">
                <a:latin typeface="Arial"/>
                <a:cs typeface="Arial"/>
              </a:rPr>
              <a:t> </a:t>
            </a:r>
            <a:r>
              <a:rPr dirty="0" sz="2850" b="1">
                <a:latin typeface="Arial"/>
                <a:cs typeface="Arial"/>
              </a:rPr>
              <a:t>AND</a:t>
            </a:r>
            <a:r>
              <a:rPr dirty="0" sz="2850" spc="-165" b="1">
                <a:latin typeface="Arial"/>
                <a:cs typeface="Arial"/>
              </a:rPr>
              <a:t> </a:t>
            </a:r>
            <a:r>
              <a:rPr dirty="0" sz="2850" spc="135" b="1">
                <a:latin typeface="Arial"/>
                <a:cs typeface="Arial"/>
              </a:rPr>
              <a:t>VIABILITY</a:t>
            </a:r>
            <a:endParaRPr sz="285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  <a:spcBef>
                <a:spcPts val="2045"/>
              </a:spcBef>
            </a:pPr>
            <a:r>
              <a:rPr dirty="0" sz="1550" spc="-30" b="1">
                <a:solidFill>
                  <a:srgbClr val="FFFFFF"/>
                </a:solidFill>
                <a:latin typeface="Segoe UI Symbol"/>
                <a:cs typeface="Segoe UI Symbol"/>
              </a:rPr>
              <a:t>BUSINESS</a:t>
            </a:r>
            <a:r>
              <a:rPr dirty="0" sz="1550" spc="-35" b="1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1550" spc="-10" b="1">
                <a:solidFill>
                  <a:srgbClr val="FFFFFF"/>
                </a:solidFill>
                <a:latin typeface="Segoe UI Symbol"/>
                <a:cs typeface="Segoe UI Symbol"/>
              </a:rPr>
              <a:t>POTENTIAL</a:t>
            </a:r>
            <a:endParaRPr sz="1550">
              <a:latin typeface="Segoe UI Symbol"/>
              <a:cs typeface="Segoe UI 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212443" y="7938330"/>
            <a:ext cx="158750" cy="1651000"/>
          </a:xfrm>
          <a:prstGeom prst="rect">
            <a:avLst/>
          </a:prstGeom>
        </p:spPr>
        <p:txBody>
          <a:bodyPr wrap="square" lIns="0" tIns="25400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dirty="0" sz="750" spc="10" b="1">
                <a:solidFill>
                  <a:srgbClr val="FFFFFF"/>
                </a:solidFill>
                <a:latin typeface="Gadugi"/>
                <a:cs typeface="Gadugi"/>
              </a:rPr>
              <a:t>Safer</a:t>
            </a:r>
            <a:r>
              <a:rPr dirty="0" sz="750" spc="70" b="1">
                <a:solidFill>
                  <a:srgbClr val="FFFFFF"/>
                </a:solidFill>
                <a:latin typeface="Gadugi"/>
                <a:cs typeface="Gadugi"/>
              </a:rPr>
              <a:t> </a:t>
            </a:r>
            <a:r>
              <a:rPr dirty="0" sz="750" spc="10" b="1">
                <a:solidFill>
                  <a:srgbClr val="FFFFFF"/>
                </a:solidFill>
                <a:latin typeface="Gadugi"/>
                <a:cs typeface="Gadugi"/>
              </a:rPr>
              <a:t>Applications,</a:t>
            </a:r>
            <a:r>
              <a:rPr dirty="0" sz="750" spc="75" b="1">
                <a:solidFill>
                  <a:srgbClr val="FFFFFF"/>
                </a:solidFill>
                <a:latin typeface="Gadugi"/>
                <a:cs typeface="Gadugi"/>
              </a:rPr>
              <a:t> </a:t>
            </a:r>
            <a:r>
              <a:rPr dirty="0" sz="750" spc="10" b="1">
                <a:solidFill>
                  <a:srgbClr val="FFFFFF"/>
                </a:solidFill>
                <a:latin typeface="Gadugi"/>
                <a:cs typeface="Gadugi"/>
              </a:rPr>
              <a:t>Greater</a:t>
            </a:r>
            <a:r>
              <a:rPr dirty="0" sz="750" spc="75" b="1">
                <a:solidFill>
                  <a:srgbClr val="FFFFFF"/>
                </a:solidFill>
                <a:latin typeface="Gadugi"/>
                <a:cs typeface="Gadugi"/>
              </a:rPr>
              <a:t> </a:t>
            </a:r>
            <a:r>
              <a:rPr dirty="0" sz="750" spc="-10" b="1">
                <a:solidFill>
                  <a:srgbClr val="FFFFFF"/>
                </a:solidFill>
                <a:latin typeface="Gadugi"/>
                <a:cs typeface="Gadugi"/>
              </a:rPr>
              <a:t>Impact</a:t>
            </a:r>
            <a:endParaRPr sz="750">
              <a:latin typeface="Gadugi"/>
              <a:cs typeface="Gadug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966464" y="841628"/>
            <a:ext cx="1071880" cy="502284"/>
            <a:chOff x="3966464" y="841628"/>
            <a:chExt cx="1071880" cy="502284"/>
          </a:xfrm>
        </p:grpSpPr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37138" y="841628"/>
              <a:ext cx="500697" cy="50190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966464" y="841628"/>
              <a:ext cx="500697" cy="501904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3972436" y="1331205"/>
            <a:ext cx="1016635" cy="2153920"/>
          </a:xfrm>
          <a:prstGeom prst="rect">
            <a:avLst/>
          </a:prstGeom>
        </p:spPr>
        <p:txBody>
          <a:bodyPr wrap="square" lIns="0" tIns="7620" rIns="0" bIns="0" rtlCol="0" vert="vert">
            <a:spAutoFit/>
          </a:bodyPr>
          <a:lstStyle/>
          <a:p>
            <a:pPr marL="161925" marR="933450">
              <a:lnSpc>
                <a:spcPts val="1110"/>
              </a:lnSpc>
              <a:spcBef>
                <a:spcPts val="60"/>
              </a:spcBef>
            </a:pPr>
            <a:r>
              <a:rPr dirty="0" sz="750" b="1">
                <a:solidFill>
                  <a:srgbClr val="010168"/>
                </a:solidFill>
                <a:latin typeface="Gadugi"/>
                <a:cs typeface="Gadugi"/>
              </a:rPr>
              <a:t>Uses</a:t>
            </a:r>
            <a:r>
              <a:rPr dirty="0" sz="750" spc="125" b="1">
                <a:solidFill>
                  <a:srgbClr val="010168"/>
                </a:solidFill>
                <a:latin typeface="Gadugi"/>
                <a:cs typeface="Gadugi"/>
              </a:rPr>
              <a:t> </a:t>
            </a:r>
            <a:r>
              <a:rPr dirty="0" sz="750" b="1">
                <a:solidFill>
                  <a:srgbClr val="010168"/>
                </a:solidFill>
                <a:latin typeface="Gadugi"/>
                <a:cs typeface="Gadugi"/>
              </a:rPr>
              <a:t>existing</a:t>
            </a:r>
            <a:r>
              <a:rPr dirty="0" sz="750" spc="130" b="1">
                <a:solidFill>
                  <a:srgbClr val="010168"/>
                </a:solidFill>
                <a:latin typeface="Gadugi"/>
                <a:cs typeface="Gadugi"/>
              </a:rPr>
              <a:t> </a:t>
            </a:r>
            <a:r>
              <a:rPr dirty="0" sz="750" spc="-10" b="1">
                <a:solidFill>
                  <a:srgbClr val="010168"/>
                </a:solidFill>
                <a:latin typeface="Gadugi"/>
                <a:cs typeface="Gadugi"/>
              </a:rPr>
              <a:t>web/API infrastructure</a:t>
            </a:r>
            <a:endParaRPr sz="750">
              <a:latin typeface="Gadugi"/>
              <a:cs typeface="Gadugi"/>
            </a:endParaRPr>
          </a:p>
          <a:p>
            <a:pPr marL="161925"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Works</a:t>
            </a:r>
            <a:r>
              <a:rPr dirty="0" sz="700" spc="10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with</a:t>
            </a:r>
            <a:r>
              <a:rPr dirty="0" sz="700" spc="15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the</a:t>
            </a:r>
            <a:r>
              <a:rPr dirty="0" sz="700" spc="15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current</a:t>
            </a:r>
            <a:r>
              <a:rPr dirty="0" sz="700" spc="15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World</a:t>
            </a:r>
            <a:r>
              <a:rPr dirty="0" sz="700" spc="15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spc="-10" b="1">
                <a:solidFill>
                  <a:srgbClr val="8082A9"/>
                </a:solidFill>
                <a:latin typeface="Gadugi"/>
                <a:cs typeface="Gadugi"/>
              </a:rPr>
              <a:t>Monitor</a:t>
            </a:r>
            <a:endParaRPr sz="7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  <a:tabLst>
                <a:tab pos="2140585" algn="l"/>
              </a:tabLst>
            </a:pPr>
            <a:r>
              <a:rPr dirty="0" u="heavy" sz="700" spc="390" b="1">
                <a:solidFill>
                  <a:srgbClr val="8082A9"/>
                </a:solidFill>
                <a:uFill>
                  <a:solidFill>
                    <a:srgbClr val="EFDCC3"/>
                  </a:solidFill>
                </a:uFill>
                <a:latin typeface="Gadugi"/>
                <a:cs typeface="Gadugi"/>
              </a:rPr>
              <a:t>  </a:t>
            </a:r>
            <a:r>
              <a:rPr dirty="0" u="heavy" sz="700" b="1">
                <a:solidFill>
                  <a:srgbClr val="8082A9"/>
                </a:solidFill>
                <a:uFill>
                  <a:solidFill>
                    <a:srgbClr val="EFDCC3"/>
                  </a:solidFill>
                </a:uFill>
                <a:latin typeface="Gadugi"/>
                <a:cs typeface="Gadugi"/>
              </a:rPr>
              <a:t>application</a:t>
            </a:r>
            <a:r>
              <a:rPr dirty="0" u="heavy" sz="700" spc="5" b="1">
                <a:solidFill>
                  <a:srgbClr val="8082A9"/>
                </a:solidFill>
                <a:uFill>
                  <a:solidFill>
                    <a:srgbClr val="EFDCC3"/>
                  </a:solidFill>
                </a:uFill>
                <a:latin typeface="Gadugi"/>
                <a:cs typeface="Gadugi"/>
              </a:rPr>
              <a:t> </a:t>
            </a:r>
            <a:r>
              <a:rPr dirty="0" u="heavy" sz="700" spc="-10" b="1">
                <a:solidFill>
                  <a:srgbClr val="8082A9"/>
                </a:solidFill>
                <a:uFill>
                  <a:solidFill>
                    <a:srgbClr val="EFDCC3"/>
                  </a:solidFill>
                </a:uFill>
                <a:latin typeface="Gadugi"/>
                <a:cs typeface="Gadugi"/>
              </a:rPr>
              <a:t>architecture.</a:t>
            </a:r>
            <a:r>
              <a:rPr dirty="0" u="heavy" sz="700" b="1">
                <a:solidFill>
                  <a:srgbClr val="8082A9"/>
                </a:solidFill>
                <a:uFill>
                  <a:solidFill>
                    <a:srgbClr val="EFDCC3"/>
                  </a:solidFill>
                </a:uFill>
                <a:latin typeface="Gadugi"/>
                <a:cs typeface="Gadugi"/>
              </a:rPr>
              <a:t>	</a:t>
            </a:r>
            <a:endParaRPr sz="700">
              <a:latin typeface="Gadugi"/>
              <a:cs typeface="Gadugi"/>
            </a:endParaRPr>
          </a:p>
          <a:p>
            <a:pPr marL="154940" marR="466725">
              <a:lnSpc>
                <a:spcPct val="120100"/>
              </a:lnSpc>
              <a:spcBef>
                <a:spcPts val="515"/>
              </a:spcBef>
            </a:pPr>
            <a:r>
              <a:rPr dirty="0" sz="750" b="1">
                <a:solidFill>
                  <a:srgbClr val="010168"/>
                </a:solidFill>
                <a:latin typeface="Gadugi"/>
                <a:cs typeface="Gadugi"/>
              </a:rPr>
              <a:t>Docker-based</a:t>
            </a:r>
            <a:r>
              <a:rPr dirty="0" sz="750" spc="200" b="1">
                <a:solidFill>
                  <a:srgbClr val="010168"/>
                </a:solidFill>
                <a:latin typeface="Gadugi"/>
                <a:cs typeface="Gadugi"/>
              </a:rPr>
              <a:t> </a:t>
            </a:r>
            <a:r>
              <a:rPr dirty="0" sz="750" b="1">
                <a:solidFill>
                  <a:srgbClr val="010168"/>
                </a:solidFill>
                <a:latin typeface="Gadugi"/>
                <a:cs typeface="Gadugi"/>
              </a:rPr>
              <a:t>isolated</a:t>
            </a:r>
            <a:r>
              <a:rPr dirty="0" sz="750" spc="200" b="1">
                <a:solidFill>
                  <a:srgbClr val="010168"/>
                </a:solidFill>
                <a:latin typeface="Gadugi"/>
                <a:cs typeface="Gadugi"/>
              </a:rPr>
              <a:t> </a:t>
            </a:r>
            <a:r>
              <a:rPr dirty="0" sz="750" spc="-10" b="1">
                <a:solidFill>
                  <a:srgbClr val="010168"/>
                </a:solidFill>
                <a:latin typeface="Gadugi"/>
                <a:cs typeface="Gadugi"/>
              </a:rPr>
              <a:t>testing </a:t>
            </a: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Safe</a:t>
            </a:r>
            <a:r>
              <a:rPr dirty="0" sz="700" spc="20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and</a:t>
            </a:r>
            <a:r>
              <a:rPr dirty="0" sz="700" spc="20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repeatable</a:t>
            </a:r>
            <a:r>
              <a:rPr dirty="0" sz="700" spc="20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security</a:t>
            </a:r>
            <a:r>
              <a:rPr dirty="0" sz="700" spc="25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spc="-10" b="1">
                <a:solidFill>
                  <a:srgbClr val="8082A9"/>
                </a:solidFill>
                <a:latin typeface="Gadugi"/>
                <a:cs typeface="Gadugi"/>
              </a:rPr>
              <a:t>testing</a:t>
            </a:r>
            <a:r>
              <a:rPr dirty="0" sz="700" spc="500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spc="-10" b="1">
                <a:solidFill>
                  <a:srgbClr val="8082A9"/>
                </a:solidFill>
                <a:latin typeface="Gadugi"/>
                <a:cs typeface="Gadugi"/>
              </a:rPr>
              <a:t>environment.</a:t>
            </a:r>
            <a:endParaRPr sz="700">
              <a:latin typeface="Gadugi"/>
              <a:cs typeface="Gadug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255647" y="841628"/>
            <a:ext cx="1642110" cy="502284"/>
            <a:chOff x="2255647" y="841628"/>
            <a:chExt cx="1642110" cy="502284"/>
          </a:xfrm>
        </p:grpSpPr>
        <p:pic>
          <p:nvPicPr>
            <p:cNvPr id="36" name="object 3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396996" y="841628"/>
              <a:ext cx="500697" cy="50190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26321" y="841628"/>
              <a:ext cx="500697" cy="501904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255647" y="841628"/>
              <a:ext cx="500697" cy="501904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3421136" y="1463196"/>
            <a:ext cx="427355" cy="1697989"/>
          </a:xfrm>
          <a:prstGeom prst="rect">
            <a:avLst/>
          </a:prstGeom>
        </p:spPr>
        <p:txBody>
          <a:bodyPr wrap="square" lIns="0" tIns="7620" rIns="0" bIns="0" rtlCol="0" vert="vert">
            <a:spAutoFit/>
          </a:bodyPr>
          <a:lstStyle/>
          <a:p>
            <a:pPr marL="12700" marR="285750">
              <a:lnSpc>
                <a:spcPts val="1110"/>
              </a:lnSpc>
              <a:spcBef>
                <a:spcPts val="60"/>
              </a:spcBef>
            </a:pPr>
            <a:r>
              <a:rPr dirty="0" sz="750" b="1">
                <a:solidFill>
                  <a:srgbClr val="010168"/>
                </a:solidFill>
                <a:latin typeface="Gadugi"/>
                <a:cs typeface="Gadugi"/>
              </a:rPr>
              <a:t>Can</a:t>
            </a:r>
            <a:r>
              <a:rPr dirty="0" sz="750" spc="110" b="1">
                <a:solidFill>
                  <a:srgbClr val="010168"/>
                </a:solidFill>
                <a:latin typeface="Gadugi"/>
                <a:cs typeface="Gadugi"/>
              </a:rPr>
              <a:t> </a:t>
            </a:r>
            <a:r>
              <a:rPr dirty="0" sz="750" b="1">
                <a:solidFill>
                  <a:srgbClr val="010168"/>
                </a:solidFill>
                <a:latin typeface="Gadugi"/>
                <a:cs typeface="Gadugi"/>
              </a:rPr>
              <a:t>operate</a:t>
            </a:r>
            <a:r>
              <a:rPr dirty="0" sz="750" spc="114" b="1">
                <a:solidFill>
                  <a:srgbClr val="010168"/>
                </a:solidFill>
                <a:latin typeface="Gadugi"/>
                <a:cs typeface="Gadugi"/>
              </a:rPr>
              <a:t> </a:t>
            </a:r>
            <a:r>
              <a:rPr dirty="0" sz="750" spc="-10" b="1">
                <a:solidFill>
                  <a:srgbClr val="010168"/>
                </a:solidFill>
                <a:latin typeface="Gadugi"/>
                <a:cs typeface="Gadugi"/>
              </a:rPr>
              <a:t>against </a:t>
            </a:r>
            <a:r>
              <a:rPr dirty="0" sz="750" spc="10" b="1">
                <a:solidFill>
                  <a:srgbClr val="010168"/>
                </a:solidFill>
                <a:latin typeface="Gadugi"/>
                <a:cs typeface="Gadugi"/>
              </a:rPr>
              <a:t>cloned/staging</a:t>
            </a:r>
            <a:r>
              <a:rPr dirty="0" sz="750" spc="125" b="1">
                <a:solidFill>
                  <a:srgbClr val="010168"/>
                </a:solidFill>
                <a:latin typeface="Gadugi"/>
                <a:cs typeface="Gadugi"/>
              </a:rPr>
              <a:t> </a:t>
            </a:r>
            <a:r>
              <a:rPr dirty="0" sz="750" spc="-10" b="1">
                <a:solidFill>
                  <a:srgbClr val="010168"/>
                </a:solidFill>
                <a:latin typeface="Gadugi"/>
                <a:cs typeface="Gadugi"/>
              </a:rPr>
              <a:t>environments</a:t>
            </a:r>
            <a:endParaRPr sz="75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No</a:t>
            </a:r>
            <a:r>
              <a:rPr dirty="0" sz="700" spc="10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impact</a:t>
            </a:r>
            <a:r>
              <a:rPr dirty="0" sz="700" spc="10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on</a:t>
            </a:r>
            <a:r>
              <a:rPr dirty="0" sz="700" spc="15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production</a:t>
            </a:r>
            <a:r>
              <a:rPr dirty="0" sz="700" spc="20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users</a:t>
            </a:r>
            <a:r>
              <a:rPr dirty="0" sz="700" spc="10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or</a:t>
            </a:r>
            <a:r>
              <a:rPr dirty="0" sz="700" spc="15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spc="-20" b="1">
                <a:solidFill>
                  <a:srgbClr val="8082A9"/>
                </a:solidFill>
                <a:latin typeface="Gadugi"/>
                <a:cs typeface="Gadugi"/>
              </a:rPr>
              <a:t>data</a:t>
            </a:r>
            <a:r>
              <a:rPr dirty="0" sz="600" spc="-20" b="1">
                <a:solidFill>
                  <a:srgbClr val="8082A9"/>
                </a:solidFill>
                <a:latin typeface="Gadugi"/>
                <a:cs typeface="Gadugi"/>
              </a:rPr>
              <a:t>.</a:t>
            </a:r>
            <a:endParaRPr sz="600">
              <a:latin typeface="Gadugi"/>
              <a:cs typeface="Gadug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261720" y="829331"/>
            <a:ext cx="1016635" cy="2655570"/>
          </a:xfrm>
          <a:prstGeom prst="rect">
            <a:avLst/>
          </a:prstGeom>
        </p:spPr>
        <p:txBody>
          <a:bodyPr wrap="square" lIns="0" tIns="7620" rIns="0" bIns="0" rtlCol="0" vert="vert">
            <a:spAutoFit/>
          </a:bodyPr>
          <a:lstStyle/>
          <a:p>
            <a:pPr marL="663575" marR="810260">
              <a:lnSpc>
                <a:spcPts val="1110"/>
              </a:lnSpc>
              <a:spcBef>
                <a:spcPts val="60"/>
              </a:spcBef>
            </a:pPr>
            <a:r>
              <a:rPr dirty="0" sz="750" b="1">
                <a:solidFill>
                  <a:srgbClr val="010168"/>
                </a:solidFill>
                <a:latin typeface="Gadugi"/>
                <a:cs typeface="Gadugi"/>
              </a:rPr>
              <a:t>Uses</a:t>
            </a:r>
            <a:r>
              <a:rPr dirty="0" sz="750" spc="160" b="1">
                <a:solidFill>
                  <a:srgbClr val="010168"/>
                </a:solidFill>
                <a:latin typeface="Gadugi"/>
                <a:cs typeface="Gadugi"/>
              </a:rPr>
              <a:t> </a:t>
            </a:r>
            <a:r>
              <a:rPr dirty="0" sz="750" b="1">
                <a:solidFill>
                  <a:srgbClr val="010168"/>
                </a:solidFill>
                <a:latin typeface="Gadugi"/>
                <a:cs typeface="Gadugi"/>
              </a:rPr>
              <a:t>established</a:t>
            </a:r>
            <a:r>
              <a:rPr dirty="0" sz="750" spc="160" b="1">
                <a:solidFill>
                  <a:srgbClr val="010168"/>
                </a:solidFill>
                <a:latin typeface="Gadugi"/>
                <a:cs typeface="Gadugi"/>
              </a:rPr>
              <a:t> </a:t>
            </a:r>
            <a:r>
              <a:rPr dirty="0" sz="750" spc="-10" b="1">
                <a:solidFill>
                  <a:srgbClr val="010168"/>
                </a:solidFill>
                <a:latin typeface="Gadugi"/>
                <a:cs typeface="Gadugi"/>
              </a:rPr>
              <a:t>security standards</a:t>
            </a:r>
            <a:endParaRPr sz="750">
              <a:latin typeface="Gadugi"/>
              <a:cs typeface="Gadugi"/>
            </a:endParaRPr>
          </a:p>
          <a:p>
            <a:pPr marL="663575"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Follows</a:t>
            </a:r>
            <a:r>
              <a:rPr dirty="0" sz="700" spc="20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OWASP,</a:t>
            </a:r>
            <a:r>
              <a:rPr dirty="0" sz="700" spc="35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CVSS</a:t>
            </a:r>
            <a:r>
              <a:rPr dirty="0" sz="700" spc="30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and</a:t>
            </a:r>
            <a:r>
              <a:rPr dirty="0" sz="700" spc="25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spc="-10" b="1">
                <a:solidFill>
                  <a:srgbClr val="8082A9"/>
                </a:solidFill>
                <a:latin typeface="Gadugi"/>
                <a:cs typeface="Gadugi"/>
              </a:rPr>
              <a:t>industry</a:t>
            </a:r>
            <a:endParaRPr sz="7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  <a:tabLst>
                <a:tab pos="663575" algn="l"/>
                <a:tab pos="2642235" algn="l"/>
              </a:tabLst>
            </a:pPr>
            <a:r>
              <a:rPr dirty="0" u="sng" sz="700" b="1">
                <a:solidFill>
                  <a:srgbClr val="8082A9"/>
                </a:solidFill>
                <a:uFill>
                  <a:solidFill>
                    <a:srgbClr val="EFDCC3"/>
                  </a:solidFill>
                </a:uFill>
                <a:latin typeface="Gadugi"/>
                <a:cs typeface="Gadugi"/>
              </a:rPr>
              <a:t>	best</a:t>
            </a:r>
            <a:r>
              <a:rPr dirty="0" u="sng" sz="700" spc="-5" b="1">
                <a:solidFill>
                  <a:srgbClr val="8082A9"/>
                </a:solidFill>
                <a:uFill>
                  <a:solidFill>
                    <a:srgbClr val="EFDCC3"/>
                  </a:solidFill>
                </a:uFill>
                <a:latin typeface="Gadugi"/>
                <a:cs typeface="Gadugi"/>
              </a:rPr>
              <a:t> </a:t>
            </a:r>
            <a:r>
              <a:rPr dirty="0" u="sng" sz="700" spc="-10" b="1">
                <a:solidFill>
                  <a:srgbClr val="8082A9"/>
                </a:solidFill>
                <a:uFill>
                  <a:solidFill>
                    <a:srgbClr val="EFDCC3"/>
                  </a:solidFill>
                </a:uFill>
                <a:latin typeface="Gadugi"/>
                <a:cs typeface="Gadugi"/>
              </a:rPr>
              <a:t>practices.</a:t>
            </a:r>
            <a:r>
              <a:rPr dirty="0" u="sng" sz="700" b="1">
                <a:solidFill>
                  <a:srgbClr val="8082A9"/>
                </a:solidFill>
                <a:uFill>
                  <a:solidFill>
                    <a:srgbClr val="EFDCC3"/>
                  </a:solidFill>
                </a:uFill>
                <a:latin typeface="Gadugi"/>
                <a:cs typeface="Gadugi"/>
              </a:rPr>
              <a:t>	</a:t>
            </a:r>
            <a:endParaRPr sz="700">
              <a:latin typeface="Gadugi"/>
              <a:cs typeface="Gadugi"/>
            </a:endParaRPr>
          </a:p>
          <a:p>
            <a:pPr marL="656590">
              <a:lnSpc>
                <a:spcPct val="100000"/>
              </a:lnSpc>
              <a:spcBef>
                <a:spcPts val="700"/>
              </a:spcBef>
            </a:pPr>
            <a:r>
              <a:rPr dirty="0" sz="750" b="1">
                <a:solidFill>
                  <a:srgbClr val="010168"/>
                </a:solidFill>
                <a:latin typeface="Gadugi"/>
                <a:cs typeface="Gadugi"/>
              </a:rPr>
              <a:t>Modular</a:t>
            </a:r>
            <a:r>
              <a:rPr dirty="0" sz="750" spc="150" b="1">
                <a:solidFill>
                  <a:srgbClr val="010168"/>
                </a:solidFill>
                <a:latin typeface="Gadugi"/>
                <a:cs typeface="Gadugi"/>
              </a:rPr>
              <a:t> </a:t>
            </a:r>
            <a:r>
              <a:rPr dirty="0" sz="750" spc="-10" b="1">
                <a:solidFill>
                  <a:srgbClr val="010168"/>
                </a:solidFill>
                <a:latin typeface="Gadugi"/>
                <a:cs typeface="Gadugi"/>
              </a:rPr>
              <a:t>scanners</a:t>
            </a:r>
            <a:endParaRPr sz="750">
              <a:latin typeface="Gadugi"/>
              <a:cs typeface="Gadugi"/>
            </a:endParaRPr>
          </a:p>
          <a:p>
            <a:pPr marL="656590" marR="713740">
              <a:lnSpc>
                <a:spcPct val="120600"/>
              </a:lnSpc>
            </a:pP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Easy</a:t>
            </a:r>
            <a:r>
              <a:rPr dirty="0" sz="700" spc="15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to</a:t>
            </a:r>
            <a:r>
              <a:rPr dirty="0" sz="700" spc="5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extend</a:t>
            </a:r>
            <a:r>
              <a:rPr dirty="0" sz="700" spc="10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for</a:t>
            </a:r>
            <a:r>
              <a:rPr dirty="0" sz="700" spc="15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new</a:t>
            </a:r>
            <a:r>
              <a:rPr dirty="0" sz="700" spc="15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spc="-10" b="1">
                <a:solidFill>
                  <a:srgbClr val="8082A9"/>
                </a:solidFill>
                <a:latin typeface="Gadugi"/>
                <a:cs typeface="Gadugi"/>
              </a:rPr>
              <a:t>checks</a:t>
            </a:r>
            <a:r>
              <a:rPr dirty="0" sz="700" spc="500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and</a:t>
            </a:r>
            <a:r>
              <a:rPr dirty="0" sz="700" spc="10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spc="-10" b="1">
                <a:solidFill>
                  <a:srgbClr val="8082A9"/>
                </a:solidFill>
                <a:latin typeface="Gadugi"/>
                <a:cs typeface="Gadugi"/>
              </a:rPr>
              <a:t>technologies.</a:t>
            </a:r>
            <a:endParaRPr sz="700">
              <a:latin typeface="Gadugi"/>
              <a:cs typeface="Gadug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1686179" y="841628"/>
            <a:ext cx="4011295" cy="2787650"/>
            <a:chOff x="1686179" y="841628"/>
            <a:chExt cx="4011295" cy="2787650"/>
          </a:xfrm>
        </p:grpSpPr>
        <p:pic>
          <p:nvPicPr>
            <p:cNvPr id="42" name="object 4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86179" y="841628"/>
              <a:ext cx="500697" cy="501904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282655" y="3191528"/>
              <a:ext cx="414372" cy="437456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1722484" y="1480831"/>
            <a:ext cx="415290" cy="1418590"/>
          </a:xfrm>
          <a:prstGeom prst="rect">
            <a:avLst/>
          </a:prstGeom>
        </p:spPr>
        <p:txBody>
          <a:bodyPr wrap="square" lIns="0" tIns="2540" rIns="0" bIns="0" rtlCol="0" vert="vert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20"/>
              </a:spcBef>
            </a:pPr>
            <a:r>
              <a:rPr dirty="0" sz="750" b="1">
                <a:solidFill>
                  <a:srgbClr val="010168"/>
                </a:solidFill>
                <a:latin typeface="Gadugi"/>
                <a:cs typeface="Gadugi"/>
              </a:rPr>
              <a:t>No</a:t>
            </a:r>
            <a:r>
              <a:rPr dirty="0" sz="750" spc="114" b="1">
                <a:solidFill>
                  <a:srgbClr val="010168"/>
                </a:solidFill>
                <a:latin typeface="Gadugi"/>
                <a:cs typeface="Gadugi"/>
              </a:rPr>
              <a:t> </a:t>
            </a:r>
            <a:r>
              <a:rPr dirty="0" sz="750" b="1">
                <a:solidFill>
                  <a:srgbClr val="010168"/>
                </a:solidFill>
                <a:latin typeface="Gadugi"/>
                <a:cs typeface="Gadugi"/>
              </a:rPr>
              <a:t>special</a:t>
            </a:r>
            <a:r>
              <a:rPr dirty="0" sz="750" spc="120" b="1">
                <a:solidFill>
                  <a:srgbClr val="010168"/>
                </a:solidFill>
                <a:latin typeface="Gadugi"/>
                <a:cs typeface="Gadugi"/>
              </a:rPr>
              <a:t> </a:t>
            </a:r>
            <a:r>
              <a:rPr dirty="0" sz="750" b="1">
                <a:solidFill>
                  <a:srgbClr val="010168"/>
                </a:solidFill>
                <a:latin typeface="Gadugi"/>
                <a:cs typeface="Gadugi"/>
              </a:rPr>
              <a:t>hardware</a:t>
            </a:r>
            <a:r>
              <a:rPr dirty="0" sz="750" spc="120" b="1">
                <a:solidFill>
                  <a:srgbClr val="010168"/>
                </a:solidFill>
                <a:latin typeface="Gadugi"/>
                <a:cs typeface="Gadugi"/>
              </a:rPr>
              <a:t> </a:t>
            </a:r>
            <a:r>
              <a:rPr dirty="0" sz="750" spc="-10" b="1">
                <a:solidFill>
                  <a:srgbClr val="010168"/>
                </a:solidFill>
                <a:latin typeface="Gadugi"/>
                <a:cs typeface="Gadugi"/>
              </a:rPr>
              <a:t>required </a:t>
            </a: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Runs</a:t>
            </a:r>
            <a:r>
              <a:rPr dirty="0" sz="700" spc="5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on</a:t>
            </a:r>
            <a:r>
              <a:rPr dirty="0" sz="700" spc="15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standard</a:t>
            </a:r>
            <a:r>
              <a:rPr dirty="0" sz="700" spc="10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spc="-10" b="1">
                <a:solidFill>
                  <a:srgbClr val="8082A9"/>
                </a:solidFill>
                <a:latin typeface="Gadugi"/>
                <a:cs typeface="Gadugi"/>
              </a:rPr>
              <a:t>servers/cloud</a:t>
            </a:r>
            <a:r>
              <a:rPr dirty="0" sz="700" spc="500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spc="-10" b="1">
                <a:solidFill>
                  <a:srgbClr val="8082A9"/>
                </a:solidFill>
                <a:latin typeface="Gadugi"/>
                <a:cs typeface="Gadugi"/>
              </a:rPr>
              <a:t>infrastructure.</a:t>
            </a:r>
            <a:endParaRPr sz="700">
              <a:latin typeface="Gadugi"/>
              <a:cs typeface="Gadugi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3925663" y="817901"/>
            <a:ext cx="10160" cy="2630170"/>
          </a:xfrm>
          <a:custGeom>
            <a:avLst/>
            <a:gdLst/>
            <a:ahLst/>
            <a:cxnLst/>
            <a:rect l="l" t="t" r="r" b="b"/>
            <a:pathLst>
              <a:path w="10160" h="2630170">
                <a:moveTo>
                  <a:pt x="10054" y="0"/>
                </a:moveTo>
                <a:lnTo>
                  <a:pt x="0" y="0"/>
                </a:lnTo>
                <a:lnTo>
                  <a:pt x="0" y="2630098"/>
                </a:lnTo>
                <a:lnTo>
                  <a:pt x="10054" y="2630098"/>
                </a:lnTo>
                <a:lnTo>
                  <a:pt x="10054" y="0"/>
                </a:lnTo>
                <a:close/>
              </a:path>
            </a:pathLst>
          </a:custGeom>
          <a:solidFill>
            <a:srgbClr val="EFDC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354617" y="892633"/>
            <a:ext cx="10160" cy="2630170"/>
          </a:xfrm>
          <a:custGeom>
            <a:avLst/>
            <a:gdLst/>
            <a:ahLst/>
            <a:cxnLst/>
            <a:rect l="l" t="t" r="r" b="b"/>
            <a:pathLst>
              <a:path w="10160" h="2630170">
                <a:moveTo>
                  <a:pt x="10054" y="0"/>
                </a:moveTo>
                <a:lnTo>
                  <a:pt x="0" y="0"/>
                </a:lnTo>
                <a:lnTo>
                  <a:pt x="0" y="2630100"/>
                </a:lnTo>
                <a:lnTo>
                  <a:pt x="10054" y="2630100"/>
                </a:lnTo>
                <a:lnTo>
                  <a:pt x="10054" y="0"/>
                </a:lnTo>
                <a:close/>
              </a:path>
            </a:pathLst>
          </a:custGeom>
          <a:solidFill>
            <a:srgbClr val="EFDC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214947" y="817901"/>
            <a:ext cx="10160" cy="2630170"/>
          </a:xfrm>
          <a:custGeom>
            <a:avLst/>
            <a:gdLst/>
            <a:ahLst/>
            <a:cxnLst/>
            <a:rect l="l" t="t" r="r" b="b"/>
            <a:pathLst>
              <a:path w="10160" h="2630170">
                <a:moveTo>
                  <a:pt x="10054" y="0"/>
                </a:moveTo>
                <a:lnTo>
                  <a:pt x="0" y="0"/>
                </a:lnTo>
                <a:lnTo>
                  <a:pt x="0" y="2630098"/>
                </a:lnTo>
                <a:lnTo>
                  <a:pt x="10054" y="2630098"/>
                </a:lnTo>
                <a:lnTo>
                  <a:pt x="10054" y="0"/>
                </a:lnTo>
                <a:close/>
              </a:path>
            </a:pathLst>
          </a:custGeom>
          <a:solidFill>
            <a:srgbClr val="EFDCC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8" name="object 48"/>
          <p:cNvGrpSpPr/>
          <p:nvPr/>
        </p:nvGrpSpPr>
        <p:grpSpPr>
          <a:xfrm>
            <a:off x="4761708" y="4070654"/>
            <a:ext cx="383540" cy="2095500"/>
            <a:chOff x="4761708" y="4070654"/>
            <a:chExt cx="383540" cy="2095500"/>
          </a:xfrm>
        </p:grpSpPr>
        <p:sp>
          <p:nvSpPr>
            <p:cNvPr id="49" name="object 49"/>
            <p:cNvSpPr/>
            <p:nvPr/>
          </p:nvSpPr>
          <p:spPr>
            <a:xfrm>
              <a:off x="4769993" y="4073842"/>
              <a:ext cx="367030" cy="2084070"/>
            </a:xfrm>
            <a:custGeom>
              <a:avLst/>
              <a:gdLst/>
              <a:ahLst/>
              <a:cxnLst/>
              <a:rect l="l" t="t" r="r" b="b"/>
              <a:pathLst>
                <a:path w="367029" h="2084070">
                  <a:moveTo>
                    <a:pt x="307657" y="0"/>
                  </a:moveTo>
                  <a:lnTo>
                    <a:pt x="59118" y="0"/>
                  </a:lnTo>
                  <a:lnTo>
                    <a:pt x="36225" y="4687"/>
                  </a:lnTo>
                  <a:lnTo>
                    <a:pt x="17524" y="17321"/>
                  </a:lnTo>
                  <a:lnTo>
                    <a:pt x="4840" y="36073"/>
                  </a:lnTo>
                  <a:lnTo>
                    <a:pt x="0" y="59118"/>
                  </a:lnTo>
                  <a:lnTo>
                    <a:pt x="0" y="2024507"/>
                  </a:lnTo>
                  <a:lnTo>
                    <a:pt x="4840" y="2047621"/>
                  </a:lnTo>
                  <a:lnTo>
                    <a:pt x="17524" y="2066398"/>
                  </a:lnTo>
                  <a:lnTo>
                    <a:pt x="36225" y="2079010"/>
                  </a:lnTo>
                  <a:lnTo>
                    <a:pt x="59118" y="2083625"/>
                  </a:lnTo>
                  <a:lnTo>
                    <a:pt x="307657" y="2083625"/>
                  </a:lnTo>
                  <a:lnTo>
                    <a:pt x="330465" y="2079010"/>
                  </a:lnTo>
                  <a:lnTo>
                    <a:pt x="349138" y="2066398"/>
                  </a:lnTo>
                  <a:lnTo>
                    <a:pt x="361851" y="2047621"/>
                  </a:lnTo>
                  <a:lnTo>
                    <a:pt x="366776" y="2024507"/>
                  </a:lnTo>
                  <a:lnTo>
                    <a:pt x="366776" y="59118"/>
                  </a:lnTo>
                  <a:lnTo>
                    <a:pt x="361851" y="36073"/>
                  </a:lnTo>
                  <a:lnTo>
                    <a:pt x="349138" y="17321"/>
                  </a:lnTo>
                  <a:lnTo>
                    <a:pt x="330465" y="4687"/>
                  </a:lnTo>
                  <a:lnTo>
                    <a:pt x="307657" y="0"/>
                  </a:lnTo>
                  <a:close/>
                </a:path>
              </a:pathLst>
            </a:custGeom>
            <a:solidFill>
              <a:srgbClr val="D5EF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4761708" y="4070654"/>
              <a:ext cx="383540" cy="2095500"/>
            </a:xfrm>
            <a:custGeom>
              <a:avLst/>
              <a:gdLst/>
              <a:ahLst/>
              <a:cxnLst/>
              <a:rect l="l" t="t" r="r" b="b"/>
              <a:pathLst>
                <a:path w="383539" h="2095500">
                  <a:moveTo>
                    <a:pt x="356087" y="2082800"/>
                  </a:moveTo>
                  <a:lnTo>
                    <a:pt x="26763" y="2082800"/>
                  </a:lnTo>
                  <a:lnTo>
                    <a:pt x="29397" y="2095500"/>
                  </a:lnTo>
                  <a:lnTo>
                    <a:pt x="353795" y="2095500"/>
                  </a:lnTo>
                  <a:lnTo>
                    <a:pt x="356087" y="2082800"/>
                  </a:lnTo>
                  <a:close/>
                </a:path>
                <a:path w="383539" h="2095500">
                  <a:moveTo>
                    <a:pt x="39240" y="2070100"/>
                  </a:moveTo>
                  <a:lnTo>
                    <a:pt x="13150" y="2070100"/>
                  </a:lnTo>
                  <a:lnTo>
                    <a:pt x="15140" y="2082800"/>
                  </a:lnTo>
                  <a:lnTo>
                    <a:pt x="41624" y="2082800"/>
                  </a:lnTo>
                  <a:lnTo>
                    <a:pt x="39240" y="2070100"/>
                  </a:lnTo>
                  <a:close/>
                </a:path>
                <a:path w="383539" h="2095500">
                  <a:moveTo>
                    <a:pt x="369792" y="2070100"/>
                  </a:moveTo>
                  <a:lnTo>
                    <a:pt x="343952" y="2070100"/>
                  </a:lnTo>
                  <a:lnTo>
                    <a:pt x="341570" y="2082800"/>
                  </a:lnTo>
                  <a:lnTo>
                    <a:pt x="367790" y="2082800"/>
                  </a:lnTo>
                  <a:lnTo>
                    <a:pt x="369792" y="2070100"/>
                  </a:lnTo>
                  <a:close/>
                </a:path>
                <a:path w="383539" h="2095500">
                  <a:moveTo>
                    <a:pt x="25858" y="2057400"/>
                  </a:moveTo>
                  <a:lnTo>
                    <a:pt x="6443" y="2057400"/>
                  </a:lnTo>
                  <a:lnTo>
                    <a:pt x="7922" y="2070100"/>
                  </a:lnTo>
                  <a:lnTo>
                    <a:pt x="27487" y="2070100"/>
                  </a:lnTo>
                  <a:lnTo>
                    <a:pt x="25858" y="2057400"/>
                  </a:lnTo>
                  <a:close/>
                </a:path>
                <a:path w="383539" h="2095500">
                  <a:moveTo>
                    <a:pt x="376749" y="2057400"/>
                  </a:moveTo>
                  <a:lnTo>
                    <a:pt x="357334" y="2057400"/>
                  </a:lnTo>
                  <a:lnTo>
                    <a:pt x="355705" y="2070100"/>
                  </a:lnTo>
                  <a:lnTo>
                    <a:pt x="375271" y="2070100"/>
                  </a:lnTo>
                  <a:lnTo>
                    <a:pt x="376749" y="2057400"/>
                  </a:lnTo>
                  <a:close/>
                </a:path>
                <a:path w="383539" h="2095500">
                  <a:moveTo>
                    <a:pt x="19655" y="2044700"/>
                  </a:moveTo>
                  <a:lnTo>
                    <a:pt x="1306" y="2044700"/>
                  </a:lnTo>
                  <a:lnTo>
                    <a:pt x="2070" y="2057400"/>
                  </a:lnTo>
                  <a:lnTo>
                    <a:pt x="20580" y="2057400"/>
                  </a:lnTo>
                  <a:lnTo>
                    <a:pt x="19655" y="2044700"/>
                  </a:lnTo>
                  <a:close/>
                </a:path>
                <a:path w="383539" h="2095500">
                  <a:moveTo>
                    <a:pt x="381977" y="2044700"/>
                  </a:moveTo>
                  <a:lnTo>
                    <a:pt x="363537" y="2044700"/>
                  </a:lnTo>
                  <a:lnTo>
                    <a:pt x="362612" y="2057400"/>
                  </a:lnTo>
                  <a:lnTo>
                    <a:pt x="381233" y="2057400"/>
                  </a:lnTo>
                  <a:lnTo>
                    <a:pt x="381977" y="2044700"/>
                  </a:lnTo>
                  <a:close/>
                </a:path>
                <a:path w="383539" h="2095500">
                  <a:moveTo>
                    <a:pt x="17494" y="63500"/>
                  </a:moveTo>
                  <a:lnTo>
                    <a:pt x="0" y="63500"/>
                  </a:lnTo>
                  <a:lnTo>
                    <a:pt x="0" y="2032000"/>
                  </a:lnTo>
                  <a:lnTo>
                    <a:pt x="220" y="2044700"/>
                  </a:lnTo>
                  <a:lnTo>
                    <a:pt x="17725" y="2044700"/>
                  </a:lnTo>
                  <a:lnTo>
                    <a:pt x="17543" y="2032000"/>
                  </a:lnTo>
                  <a:lnTo>
                    <a:pt x="17494" y="63500"/>
                  </a:lnTo>
                  <a:close/>
                </a:path>
                <a:path w="383539" h="2095500">
                  <a:moveTo>
                    <a:pt x="383194" y="63500"/>
                  </a:moveTo>
                  <a:lnTo>
                    <a:pt x="365649" y="63500"/>
                  </a:lnTo>
                  <a:lnTo>
                    <a:pt x="365700" y="2032000"/>
                  </a:lnTo>
                  <a:lnTo>
                    <a:pt x="365428" y="2044700"/>
                  </a:lnTo>
                  <a:lnTo>
                    <a:pt x="382972" y="2044700"/>
                  </a:lnTo>
                  <a:lnTo>
                    <a:pt x="383194" y="2032000"/>
                  </a:lnTo>
                  <a:lnTo>
                    <a:pt x="383194" y="63500"/>
                  </a:lnTo>
                  <a:close/>
                </a:path>
                <a:path w="383539" h="2095500">
                  <a:moveTo>
                    <a:pt x="19102" y="50800"/>
                  </a:moveTo>
                  <a:lnTo>
                    <a:pt x="1216" y="50800"/>
                  </a:lnTo>
                  <a:lnTo>
                    <a:pt x="703" y="63500"/>
                  </a:lnTo>
                  <a:lnTo>
                    <a:pt x="18539" y="63500"/>
                  </a:lnTo>
                  <a:lnTo>
                    <a:pt x="19102" y="50800"/>
                  </a:lnTo>
                  <a:close/>
                </a:path>
                <a:path w="383539" h="2095500">
                  <a:moveTo>
                    <a:pt x="381977" y="50800"/>
                  </a:moveTo>
                  <a:lnTo>
                    <a:pt x="364191" y="50800"/>
                  </a:lnTo>
                  <a:lnTo>
                    <a:pt x="364743" y="63500"/>
                  </a:lnTo>
                  <a:lnTo>
                    <a:pt x="382489" y="63500"/>
                  </a:lnTo>
                  <a:lnTo>
                    <a:pt x="381977" y="50800"/>
                  </a:lnTo>
                  <a:close/>
                </a:path>
                <a:path w="383539" h="2095500">
                  <a:moveTo>
                    <a:pt x="23586" y="38100"/>
                  </a:moveTo>
                  <a:lnTo>
                    <a:pt x="5106" y="38100"/>
                  </a:lnTo>
                  <a:lnTo>
                    <a:pt x="4061" y="50800"/>
                  </a:lnTo>
                  <a:lnTo>
                    <a:pt x="22289" y="50800"/>
                  </a:lnTo>
                  <a:lnTo>
                    <a:pt x="23586" y="38100"/>
                  </a:lnTo>
                  <a:close/>
                </a:path>
                <a:path w="383539" h="2095500">
                  <a:moveTo>
                    <a:pt x="24792" y="38100"/>
                  </a:moveTo>
                  <a:lnTo>
                    <a:pt x="23586" y="38100"/>
                  </a:lnTo>
                  <a:lnTo>
                    <a:pt x="23385" y="50800"/>
                  </a:lnTo>
                  <a:lnTo>
                    <a:pt x="24792" y="38100"/>
                  </a:lnTo>
                  <a:close/>
                </a:path>
                <a:path w="383539" h="2095500">
                  <a:moveTo>
                    <a:pt x="359606" y="38100"/>
                  </a:moveTo>
                  <a:lnTo>
                    <a:pt x="358400" y="38100"/>
                  </a:lnTo>
                  <a:lnTo>
                    <a:pt x="359807" y="50800"/>
                  </a:lnTo>
                  <a:lnTo>
                    <a:pt x="359606" y="38100"/>
                  </a:lnTo>
                  <a:close/>
                </a:path>
                <a:path w="383539" h="2095500">
                  <a:moveTo>
                    <a:pt x="378086" y="38100"/>
                  </a:moveTo>
                  <a:lnTo>
                    <a:pt x="359606" y="38100"/>
                  </a:lnTo>
                  <a:lnTo>
                    <a:pt x="360903" y="50800"/>
                  </a:lnTo>
                  <a:lnTo>
                    <a:pt x="379282" y="50800"/>
                  </a:lnTo>
                  <a:lnTo>
                    <a:pt x="378086" y="38100"/>
                  </a:lnTo>
                  <a:close/>
                </a:path>
                <a:path w="383539" h="2095500">
                  <a:moveTo>
                    <a:pt x="33942" y="25400"/>
                  </a:moveTo>
                  <a:lnTo>
                    <a:pt x="11521" y="25400"/>
                  </a:lnTo>
                  <a:lnTo>
                    <a:pt x="9762" y="38100"/>
                  </a:lnTo>
                  <a:lnTo>
                    <a:pt x="31901" y="38100"/>
                  </a:lnTo>
                  <a:lnTo>
                    <a:pt x="33942" y="25400"/>
                  </a:lnTo>
                  <a:close/>
                </a:path>
                <a:path w="383539" h="2095500">
                  <a:moveTo>
                    <a:pt x="371913" y="25400"/>
                  </a:moveTo>
                  <a:lnTo>
                    <a:pt x="349251" y="25400"/>
                  </a:lnTo>
                  <a:lnTo>
                    <a:pt x="351292" y="38100"/>
                  </a:lnTo>
                  <a:lnTo>
                    <a:pt x="373653" y="38100"/>
                  </a:lnTo>
                  <a:lnTo>
                    <a:pt x="371913" y="25400"/>
                  </a:lnTo>
                  <a:close/>
                </a:path>
                <a:path w="383539" h="2095500">
                  <a:moveTo>
                    <a:pt x="59852" y="12700"/>
                  </a:moveTo>
                  <a:lnTo>
                    <a:pt x="22108" y="12700"/>
                  </a:lnTo>
                  <a:lnTo>
                    <a:pt x="19464" y="25400"/>
                  </a:lnTo>
                  <a:lnTo>
                    <a:pt x="56976" y="25400"/>
                  </a:lnTo>
                  <a:lnTo>
                    <a:pt x="59852" y="12700"/>
                  </a:lnTo>
                  <a:close/>
                </a:path>
                <a:path w="383539" h="2095500">
                  <a:moveTo>
                    <a:pt x="62345" y="12700"/>
                  </a:moveTo>
                  <a:lnTo>
                    <a:pt x="59852" y="12700"/>
                  </a:lnTo>
                  <a:lnTo>
                    <a:pt x="59419" y="25400"/>
                  </a:lnTo>
                  <a:lnTo>
                    <a:pt x="62345" y="12700"/>
                  </a:lnTo>
                  <a:close/>
                </a:path>
                <a:path w="383539" h="2095500">
                  <a:moveTo>
                    <a:pt x="323341" y="12700"/>
                  </a:moveTo>
                  <a:lnTo>
                    <a:pt x="320847" y="12700"/>
                  </a:lnTo>
                  <a:lnTo>
                    <a:pt x="323773" y="25400"/>
                  </a:lnTo>
                  <a:lnTo>
                    <a:pt x="323341" y="12700"/>
                  </a:lnTo>
                  <a:close/>
                </a:path>
                <a:path w="383539" h="2095500">
                  <a:moveTo>
                    <a:pt x="361396" y="12700"/>
                  </a:moveTo>
                  <a:lnTo>
                    <a:pt x="323341" y="12700"/>
                  </a:lnTo>
                  <a:lnTo>
                    <a:pt x="326217" y="25400"/>
                  </a:lnTo>
                  <a:lnTo>
                    <a:pt x="363729" y="25400"/>
                  </a:lnTo>
                  <a:lnTo>
                    <a:pt x="361396" y="12700"/>
                  </a:lnTo>
                  <a:close/>
                </a:path>
                <a:path w="383539" h="2095500">
                  <a:moveTo>
                    <a:pt x="342374" y="0"/>
                  </a:moveTo>
                  <a:lnTo>
                    <a:pt x="41211" y="0"/>
                  </a:lnTo>
                  <a:lnTo>
                    <a:pt x="37833" y="12700"/>
                  </a:lnTo>
                  <a:lnTo>
                    <a:pt x="345359" y="12700"/>
                  </a:lnTo>
                  <a:lnTo>
                    <a:pt x="342374" y="0"/>
                  </a:lnTo>
                  <a:close/>
                </a:path>
              </a:pathLst>
            </a:custGeom>
            <a:solidFill>
              <a:srgbClr val="1093F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838763" y="4155884"/>
              <a:ext cx="249745" cy="328168"/>
            </a:xfrm>
            <a:prstGeom prst="rect">
              <a:avLst/>
            </a:prstGeom>
          </p:spPr>
        </p:pic>
      </p:grpSp>
      <p:sp>
        <p:nvSpPr>
          <p:cNvPr id="52" name="object 52"/>
          <p:cNvSpPr txBox="1"/>
          <p:nvPr/>
        </p:nvSpPr>
        <p:spPr>
          <a:xfrm>
            <a:off x="4780987" y="4523915"/>
            <a:ext cx="819150" cy="1988185"/>
          </a:xfrm>
          <a:prstGeom prst="rect">
            <a:avLst/>
          </a:prstGeom>
        </p:spPr>
        <p:txBody>
          <a:bodyPr wrap="square" lIns="0" tIns="4445" rIns="0" bIns="0" rtlCol="0" vert="vert">
            <a:spAutoFit/>
          </a:bodyPr>
          <a:lstStyle/>
          <a:p>
            <a:pPr algn="ctr" marL="184785">
              <a:lnSpc>
                <a:spcPct val="100000"/>
              </a:lnSpc>
              <a:spcBef>
                <a:spcPts val="35"/>
              </a:spcBef>
            </a:pPr>
            <a:r>
              <a:rPr dirty="0" sz="1550" spc="-10" b="1">
                <a:solidFill>
                  <a:srgbClr val="FFFFFF"/>
                </a:solidFill>
                <a:latin typeface="Segoe UI Symbol"/>
                <a:cs typeface="Segoe UI Symbol"/>
              </a:rPr>
              <a:t>VIABILITY</a:t>
            </a:r>
            <a:endParaRPr sz="1550">
              <a:latin typeface="Segoe UI Symbol"/>
              <a:cs typeface="Segoe UI Symbol"/>
            </a:endParaRPr>
          </a:p>
          <a:p>
            <a:pPr algn="ctr" marL="184150">
              <a:lnSpc>
                <a:spcPct val="100000"/>
              </a:lnSpc>
              <a:spcBef>
                <a:spcPts val="325"/>
              </a:spcBef>
            </a:pPr>
            <a:r>
              <a:rPr dirty="0" sz="750" spc="10" b="1">
                <a:solidFill>
                  <a:srgbClr val="FFFFFF"/>
                </a:solidFill>
                <a:latin typeface="Gadugi"/>
                <a:cs typeface="Gadugi"/>
              </a:rPr>
              <a:t>Security</a:t>
            </a:r>
            <a:r>
              <a:rPr dirty="0" sz="750" spc="65" b="1">
                <a:solidFill>
                  <a:srgbClr val="FFFFFF"/>
                </a:solidFill>
                <a:latin typeface="Gadugi"/>
                <a:cs typeface="Gadugi"/>
              </a:rPr>
              <a:t> </a:t>
            </a:r>
            <a:r>
              <a:rPr dirty="0" sz="750" spc="10" b="1">
                <a:solidFill>
                  <a:srgbClr val="FFFFFF"/>
                </a:solidFill>
                <a:latin typeface="Gadugi"/>
                <a:cs typeface="Gadugi"/>
              </a:rPr>
              <a:t>in</a:t>
            </a:r>
            <a:r>
              <a:rPr dirty="0" sz="750" spc="65" b="1">
                <a:solidFill>
                  <a:srgbClr val="FFFFFF"/>
                </a:solidFill>
                <a:latin typeface="Gadugi"/>
                <a:cs typeface="Gadugi"/>
              </a:rPr>
              <a:t> </a:t>
            </a:r>
            <a:r>
              <a:rPr dirty="0" sz="750" spc="10" b="1">
                <a:solidFill>
                  <a:srgbClr val="FFFFFF"/>
                </a:solidFill>
                <a:latin typeface="Gadugi"/>
                <a:cs typeface="Gadugi"/>
              </a:rPr>
              <a:t>the</a:t>
            </a:r>
            <a:r>
              <a:rPr dirty="0" sz="750" spc="65" b="1">
                <a:solidFill>
                  <a:srgbClr val="FFFFFF"/>
                </a:solidFill>
                <a:latin typeface="Gadugi"/>
                <a:cs typeface="Gadugi"/>
              </a:rPr>
              <a:t> </a:t>
            </a:r>
            <a:r>
              <a:rPr dirty="0" sz="750" spc="10" b="1">
                <a:solidFill>
                  <a:srgbClr val="FFFFFF"/>
                </a:solidFill>
                <a:latin typeface="Gadugi"/>
                <a:cs typeface="Gadugi"/>
              </a:rPr>
              <a:t>Development</a:t>
            </a:r>
            <a:r>
              <a:rPr dirty="0" sz="750" spc="65" b="1">
                <a:solidFill>
                  <a:srgbClr val="FFFFFF"/>
                </a:solidFill>
                <a:latin typeface="Gadugi"/>
                <a:cs typeface="Gadugi"/>
              </a:rPr>
              <a:t> </a:t>
            </a:r>
            <a:r>
              <a:rPr dirty="0" sz="750" spc="-10" b="1">
                <a:solidFill>
                  <a:srgbClr val="FFFFFF"/>
                </a:solidFill>
                <a:latin typeface="Gadugi"/>
                <a:cs typeface="Gadugi"/>
              </a:rPr>
              <a:t>Lifecycle</a:t>
            </a:r>
            <a:endParaRPr sz="75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dirty="0" sz="600" b="1">
                <a:solidFill>
                  <a:srgbClr val="010168"/>
                </a:solidFill>
                <a:latin typeface="Gadugi"/>
                <a:cs typeface="Gadugi"/>
              </a:rPr>
              <a:t>CODE</a:t>
            </a:r>
            <a:r>
              <a:rPr dirty="0" sz="600" spc="85" b="1">
                <a:solidFill>
                  <a:srgbClr val="010168"/>
                </a:solidFill>
                <a:latin typeface="Gadugi"/>
                <a:cs typeface="Gadugi"/>
              </a:rPr>
              <a:t> </a:t>
            </a:r>
            <a:r>
              <a:rPr dirty="0" sz="600" spc="-20" b="1">
                <a:solidFill>
                  <a:srgbClr val="010168"/>
                </a:solidFill>
                <a:latin typeface="Gadugi"/>
                <a:cs typeface="Gadugi"/>
              </a:rPr>
              <a:t>PUSH</a:t>
            </a:r>
            <a:endParaRPr sz="600">
              <a:latin typeface="Gadugi"/>
              <a:cs typeface="Gadugi"/>
            </a:endParaRPr>
          </a:p>
          <a:p>
            <a:pPr marL="31750" marR="485775" indent="-19685">
              <a:lnSpc>
                <a:spcPct val="112799"/>
              </a:lnSpc>
              <a:spcBef>
                <a:spcPts val="5"/>
              </a:spcBef>
            </a:pPr>
            <a:r>
              <a:rPr dirty="0" sz="550" b="1">
                <a:solidFill>
                  <a:srgbClr val="3F4450"/>
                </a:solidFill>
                <a:latin typeface="Gadugi"/>
                <a:cs typeface="Gadugi"/>
              </a:rPr>
              <a:t>New</a:t>
            </a:r>
            <a:r>
              <a:rPr dirty="0" sz="550" spc="-10" b="1">
                <a:solidFill>
                  <a:srgbClr val="3F4450"/>
                </a:solidFill>
                <a:latin typeface="Gadugi"/>
                <a:cs typeface="Gadugi"/>
              </a:rPr>
              <a:t> </a:t>
            </a:r>
            <a:r>
              <a:rPr dirty="0" sz="550" b="1">
                <a:solidFill>
                  <a:srgbClr val="3F4450"/>
                </a:solidFill>
                <a:latin typeface="Gadugi"/>
                <a:cs typeface="Gadugi"/>
              </a:rPr>
              <a:t>application</a:t>
            </a:r>
            <a:r>
              <a:rPr dirty="0" sz="550" spc="-10" b="1">
                <a:solidFill>
                  <a:srgbClr val="3F4450"/>
                </a:solidFill>
                <a:latin typeface="Gadugi"/>
                <a:cs typeface="Gadugi"/>
              </a:rPr>
              <a:t> </a:t>
            </a:r>
            <a:r>
              <a:rPr dirty="0" sz="550" b="1">
                <a:solidFill>
                  <a:srgbClr val="3F4450"/>
                </a:solidFill>
                <a:latin typeface="Gadugi"/>
                <a:cs typeface="Gadugi"/>
              </a:rPr>
              <a:t>code</a:t>
            </a:r>
            <a:r>
              <a:rPr dirty="0" sz="550" spc="-5" b="1">
                <a:solidFill>
                  <a:srgbClr val="3F4450"/>
                </a:solidFill>
                <a:latin typeface="Gadugi"/>
                <a:cs typeface="Gadugi"/>
              </a:rPr>
              <a:t> </a:t>
            </a:r>
            <a:r>
              <a:rPr dirty="0" sz="550" b="1">
                <a:solidFill>
                  <a:srgbClr val="3F4450"/>
                </a:solidFill>
                <a:latin typeface="Gadugi"/>
                <a:cs typeface="Gadugi"/>
              </a:rPr>
              <a:t>or</a:t>
            </a:r>
            <a:r>
              <a:rPr dirty="0" sz="550" spc="-10" b="1">
                <a:solidFill>
                  <a:srgbClr val="3F4450"/>
                </a:solidFill>
                <a:latin typeface="Gadugi"/>
                <a:cs typeface="Gadugi"/>
              </a:rPr>
              <a:t> </a:t>
            </a:r>
            <a:r>
              <a:rPr dirty="0" sz="550" b="1">
                <a:solidFill>
                  <a:srgbClr val="3F4450"/>
                </a:solidFill>
                <a:latin typeface="Gadugi"/>
                <a:cs typeface="Gadugi"/>
              </a:rPr>
              <a:t>API</a:t>
            </a:r>
            <a:r>
              <a:rPr dirty="0" sz="550" spc="-15" b="1">
                <a:solidFill>
                  <a:srgbClr val="3F4450"/>
                </a:solidFill>
                <a:latin typeface="Gadugi"/>
                <a:cs typeface="Gadugi"/>
              </a:rPr>
              <a:t> </a:t>
            </a:r>
            <a:r>
              <a:rPr dirty="0" sz="550" b="1">
                <a:solidFill>
                  <a:srgbClr val="3F4450"/>
                </a:solidFill>
                <a:latin typeface="Gadugi"/>
                <a:cs typeface="Gadugi"/>
              </a:rPr>
              <a:t>changes</a:t>
            </a:r>
            <a:r>
              <a:rPr dirty="0" sz="550" spc="-5" b="1">
                <a:solidFill>
                  <a:srgbClr val="3F4450"/>
                </a:solidFill>
                <a:latin typeface="Gadugi"/>
                <a:cs typeface="Gadugi"/>
              </a:rPr>
              <a:t> </a:t>
            </a:r>
            <a:r>
              <a:rPr dirty="0" sz="550" spc="-10" b="1">
                <a:solidFill>
                  <a:srgbClr val="3F4450"/>
                </a:solidFill>
                <a:latin typeface="Gadugi"/>
                <a:cs typeface="Gadugi"/>
              </a:rPr>
              <a:t>trigger</a:t>
            </a:r>
            <a:r>
              <a:rPr dirty="0" sz="550" spc="500" b="1">
                <a:solidFill>
                  <a:srgbClr val="3F4450"/>
                </a:solidFill>
                <a:latin typeface="Gadugi"/>
                <a:cs typeface="Gadugi"/>
              </a:rPr>
              <a:t> </a:t>
            </a:r>
            <a:r>
              <a:rPr dirty="0" sz="550" b="1">
                <a:solidFill>
                  <a:srgbClr val="3F4450"/>
                </a:solidFill>
                <a:latin typeface="Gadugi"/>
                <a:cs typeface="Gadugi"/>
              </a:rPr>
              <a:t>security</a:t>
            </a:r>
            <a:r>
              <a:rPr dirty="0" sz="550" spc="-35" b="1">
                <a:solidFill>
                  <a:srgbClr val="3F4450"/>
                </a:solidFill>
                <a:latin typeface="Gadugi"/>
                <a:cs typeface="Gadugi"/>
              </a:rPr>
              <a:t> </a:t>
            </a:r>
            <a:r>
              <a:rPr dirty="0" sz="550" spc="-10" b="1">
                <a:solidFill>
                  <a:srgbClr val="3F4450"/>
                </a:solidFill>
                <a:latin typeface="Gadugi"/>
                <a:cs typeface="Gadugi"/>
              </a:rPr>
              <a:t>assessment</a:t>
            </a:r>
            <a:r>
              <a:rPr dirty="0" sz="450" spc="-10">
                <a:solidFill>
                  <a:srgbClr val="3F4450"/>
                </a:solidFill>
                <a:latin typeface="Gadugi"/>
                <a:cs typeface="Gadugi"/>
              </a:rPr>
              <a:t>.</a:t>
            </a:r>
            <a:endParaRPr sz="450">
              <a:latin typeface="Gadugi"/>
              <a:cs typeface="Gadugi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4403378" y="4102798"/>
            <a:ext cx="316230" cy="2035175"/>
            <a:chOff x="4403378" y="4102798"/>
            <a:chExt cx="316230" cy="2035175"/>
          </a:xfrm>
        </p:grpSpPr>
        <p:sp>
          <p:nvSpPr>
            <p:cNvPr id="54" name="object 54"/>
            <p:cNvSpPr/>
            <p:nvPr/>
          </p:nvSpPr>
          <p:spPr>
            <a:xfrm>
              <a:off x="4411662" y="4102798"/>
              <a:ext cx="299720" cy="2026920"/>
            </a:xfrm>
            <a:custGeom>
              <a:avLst/>
              <a:gdLst/>
              <a:ahLst/>
              <a:cxnLst/>
              <a:rect l="l" t="t" r="r" b="b"/>
              <a:pathLst>
                <a:path w="299720" h="2026920">
                  <a:moveTo>
                    <a:pt x="250951" y="0"/>
                  </a:moveTo>
                  <a:lnTo>
                    <a:pt x="48260" y="0"/>
                  </a:lnTo>
                  <a:lnTo>
                    <a:pt x="29616" y="3452"/>
                  </a:lnTo>
                  <a:lnTo>
                    <a:pt x="14368" y="13512"/>
                  </a:lnTo>
                  <a:lnTo>
                    <a:pt x="4001" y="28579"/>
                  </a:lnTo>
                  <a:lnTo>
                    <a:pt x="0" y="47053"/>
                  </a:lnTo>
                  <a:lnTo>
                    <a:pt x="0" y="1978660"/>
                  </a:lnTo>
                  <a:lnTo>
                    <a:pt x="4001" y="1997226"/>
                  </a:lnTo>
                  <a:lnTo>
                    <a:pt x="14368" y="2012449"/>
                  </a:lnTo>
                  <a:lnTo>
                    <a:pt x="29616" y="2022843"/>
                  </a:lnTo>
                  <a:lnTo>
                    <a:pt x="48260" y="2026920"/>
                  </a:lnTo>
                  <a:lnTo>
                    <a:pt x="250951" y="2026920"/>
                  </a:lnTo>
                  <a:lnTo>
                    <a:pt x="269585" y="2022843"/>
                  </a:lnTo>
                  <a:lnTo>
                    <a:pt x="284832" y="2012449"/>
                  </a:lnTo>
                  <a:lnTo>
                    <a:pt x="295203" y="1997226"/>
                  </a:lnTo>
                  <a:lnTo>
                    <a:pt x="299212" y="1978660"/>
                  </a:lnTo>
                  <a:lnTo>
                    <a:pt x="299212" y="47053"/>
                  </a:lnTo>
                  <a:lnTo>
                    <a:pt x="295203" y="28579"/>
                  </a:lnTo>
                  <a:lnTo>
                    <a:pt x="284832" y="13512"/>
                  </a:lnTo>
                  <a:lnTo>
                    <a:pt x="269585" y="3452"/>
                  </a:lnTo>
                  <a:lnTo>
                    <a:pt x="250951" y="0"/>
                  </a:lnTo>
                  <a:close/>
                </a:path>
              </a:pathLst>
            </a:custGeom>
            <a:solidFill>
              <a:srgbClr val="D4F9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4403378" y="4105862"/>
              <a:ext cx="316230" cy="2032000"/>
            </a:xfrm>
            <a:custGeom>
              <a:avLst/>
              <a:gdLst/>
              <a:ahLst/>
              <a:cxnLst/>
              <a:rect l="l" t="t" r="r" b="b"/>
              <a:pathLst>
                <a:path w="316229" h="2032000">
                  <a:moveTo>
                    <a:pt x="295592" y="2019300"/>
                  </a:moveTo>
                  <a:lnTo>
                    <a:pt x="20167" y="2019300"/>
                  </a:lnTo>
                  <a:lnTo>
                    <a:pt x="20811" y="2032000"/>
                  </a:lnTo>
                  <a:lnTo>
                    <a:pt x="294948" y="2032000"/>
                  </a:lnTo>
                  <a:lnTo>
                    <a:pt x="295592" y="2019300"/>
                  </a:lnTo>
                  <a:close/>
                </a:path>
                <a:path w="316229" h="2032000">
                  <a:moveTo>
                    <a:pt x="31348" y="2006600"/>
                  </a:moveTo>
                  <a:lnTo>
                    <a:pt x="6957" y="2006600"/>
                  </a:lnTo>
                  <a:lnTo>
                    <a:pt x="9349" y="2019300"/>
                  </a:lnTo>
                  <a:lnTo>
                    <a:pt x="35027" y="2019300"/>
                  </a:lnTo>
                  <a:lnTo>
                    <a:pt x="31348" y="2006600"/>
                  </a:lnTo>
                  <a:close/>
                </a:path>
                <a:path w="316229" h="2032000">
                  <a:moveTo>
                    <a:pt x="308803" y="2006600"/>
                  </a:moveTo>
                  <a:lnTo>
                    <a:pt x="284411" y="2006600"/>
                  </a:lnTo>
                  <a:lnTo>
                    <a:pt x="280732" y="2019300"/>
                  </a:lnTo>
                  <a:lnTo>
                    <a:pt x="306420" y="2019300"/>
                  </a:lnTo>
                  <a:lnTo>
                    <a:pt x="308803" y="2006600"/>
                  </a:lnTo>
                  <a:close/>
                </a:path>
                <a:path w="316229" h="2032000">
                  <a:moveTo>
                    <a:pt x="20389" y="1993900"/>
                  </a:moveTo>
                  <a:lnTo>
                    <a:pt x="2593" y="1993900"/>
                  </a:lnTo>
                  <a:lnTo>
                    <a:pt x="4202" y="2006600"/>
                  </a:lnTo>
                  <a:lnTo>
                    <a:pt x="22400" y="2006600"/>
                  </a:lnTo>
                  <a:lnTo>
                    <a:pt x="20389" y="1993900"/>
                  </a:lnTo>
                  <a:close/>
                </a:path>
                <a:path w="316229" h="2032000">
                  <a:moveTo>
                    <a:pt x="21987" y="1993900"/>
                  </a:moveTo>
                  <a:lnTo>
                    <a:pt x="22400" y="2006600"/>
                  </a:lnTo>
                  <a:lnTo>
                    <a:pt x="24381" y="2006600"/>
                  </a:lnTo>
                  <a:lnTo>
                    <a:pt x="21987" y="1993900"/>
                  </a:lnTo>
                  <a:close/>
                </a:path>
                <a:path w="316229" h="2032000">
                  <a:moveTo>
                    <a:pt x="293772" y="1993900"/>
                  </a:moveTo>
                  <a:lnTo>
                    <a:pt x="291379" y="2006600"/>
                  </a:lnTo>
                  <a:lnTo>
                    <a:pt x="293359" y="2006600"/>
                  </a:lnTo>
                  <a:lnTo>
                    <a:pt x="293772" y="1993900"/>
                  </a:lnTo>
                  <a:close/>
                </a:path>
                <a:path w="316229" h="2032000">
                  <a:moveTo>
                    <a:pt x="313166" y="1993900"/>
                  </a:moveTo>
                  <a:lnTo>
                    <a:pt x="295370" y="1993900"/>
                  </a:lnTo>
                  <a:lnTo>
                    <a:pt x="293359" y="2006600"/>
                  </a:lnTo>
                  <a:lnTo>
                    <a:pt x="311557" y="2006600"/>
                  </a:lnTo>
                  <a:lnTo>
                    <a:pt x="313166" y="1993900"/>
                  </a:lnTo>
                  <a:close/>
                </a:path>
                <a:path w="316229" h="2032000">
                  <a:moveTo>
                    <a:pt x="17513" y="50800"/>
                  </a:moveTo>
                  <a:lnTo>
                    <a:pt x="0" y="50800"/>
                  </a:lnTo>
                  <a:lnTo>
                    <a:pt x="0" y="1981200"/>
                  </a:lnTo>
                  <a:lnTo>
                    <a:pt x="231" y="1993900"/>
                  </a:lnTo>
                  <a:lnTo>
                    <a:pt x="17926" y="1993900"/>
                  </a:lnTo>
                  <a:lnTo>
                    <a:pt x="17684" y="1981200"/>
                  </a:lnTo>
                  <a:lnTo>
                    <a:pt x="17543" y="1981200"/>
                  </a:lnTo>
                  <a:lnTo>
                    <a:pt x="17513" y="50800"/>
                  </a:lnTo>
                  <a:close/>
                </a:path>
                <a:path w="316229" h="2032000">
                  <a:moveTo>
                    <a:pt x="315579" y="1981200"/>
                  </a:moveTo>
                  <a:lnTo>
                    <a:pt x="298034" y="1981200"/>
                  </a:lnTo>
                  <a:lnTo>
                    <a:pt x="297774" y="1993900"/>
                  </a:lnTo>
                  <a:lnTo>
                    <a:pt x="315227" y="1993900"/>
                  </a:lnTo>
                  <a:lnTo>
                    <a:pt x="315579" y="1981200"/>
                  </a:lnTo>
                  <a:close/>
                </a:path>
                <a:path w="316229" h="2032000">
                  <a:moveTo>
                    <a:pt x="315760" y="50800"/>
                  </a:moveTo>
                  <a:lnTo>
                    <a:pt x="298216" y="50800"/>
                  </a:lnTo>
                  <a:lnTo>
                    <a:pt x="298256" y="1981200"/>
                  </a:lnTo>
                  <a:lnTo>
                    <a:pt x="315760" y="1981200"/>
                  </a:lnTo>
                  <a:lnTo>
                    <a:pt x="315760" y="50800"/>
                  </a:lnTo>
                  <a:close/>
                </a:path>
                <a:path w="316229" h="2032000">
                  <a:moveTo>
                    <a:pt x="17987" y="38100"/>
                  </a:moveTo>
                  <a:lnTo>
                    <a:pt x="532" y="38100"/>
                  </a:lnTo>
                  <a:lnTo>
                    <a:pt x="190" y="50800"/>
                  </a:lnTo>
                  <a:lnTo>
                    <a:pt x="17735" y="50800"/>
                  </a:lnTo>
                  <a:lnTo>
                    <a:pt x="17987" y="38100"/>
                  </a:lnTo>
                  <a:close/>
                </a:path>
                <a:path w="316229" h="2032000">
                  <a:moveTo>
                    <a:pt x="18338" y="38100"/>
                  </a:moveTo>
                  <a:lnTo>
                    <a:pt x="17987" y="38100"/>
                  </a:lnTo>
                  <a:lnTo>
                    <a:pt x="17926" y="50800"/>
                  </a:lnTo>
                  <a:lnTo>
                    <a:pt x="18338" y="38100"/>
                  </a:lnTo>
                  <a:close/>
                </a:path>
                <a:path w="316229" h="2032000">
                  <a:moveTo>
                    <a:pt x="297774" y="38100"/>
                  </a:moveTo>
                  <a:lnTo>
                    <a:pt x="297512" y="38100"/>
                  </a:lnTo>
                  <a:lnTo>
                    <a:pt x="297844" y="50800"/>
                  </a:lnTo>
                  <a:lnTo>
                    <a:pt x="297774" y="38100"/>
                  </a:lnTo>
                  <a:close/>
                </a:path>
                <a:path w="316229" h="2032000">
                  <a:moveTo>
                    <a:pt x="315227" y="38100"/>
                  </a:moveTo>
                  <a:lnTo>
                    <a:pt x="297774" y="38100"/>
                  </a:lnTo>
                  <a:lnTo>
                    <a:pt x="298075" y="50800"/>
                  </a:lnTo>
                  <a:lnTo>
                    <a:pt x="315579" y="50800"/>
                  </a:lnTo>
                  <a:lnTo>
                    <a:pt x="315227" y="38100"/>
                  </a:lnTo>
                  <a:close/>
                </a:path>
                <a:path w="316229" h="2032000">
                  <a:moveTo>
                    <a:pt x="22400" y="25400"/>
                  </a:moveTo>
                  <a:lnTo>
                    <a:pt x="4202" y="25400"/>
                  </a:lnTo>
                  <a:lnTo>
                    <a:pt x="2593" y="38100"/>
                  </a:lnTo>
                  <a:lnTo>
                    <a:pt x="20389" y="38100"/>
                  </a:lnTo>
                  <a:lnTo>
                    <a:pt x="22400" y="25400"/>
                  </a:lnTo>
                  <a:close/>
                </a:path>
                <a:path w="316229" h="2032000">
                  <a:moveTo>
                    <a:pt x="24381" y="25400"/>
                  </a:moveTo>
                  <a:lnTo>
                    <a:pt x="22400" y="25400"/>
                  </a:lnTo>
                  <a:lnTo>
                    <a:pt x="21987" y="38100"/>
                  </a:lnTo>
                  <a:lnTo>
                    <a:pt x="24381" y="25400"/>
                  </a:lnTo>
                  <a:close/>
                </a:path>
                <a:path w="316229" h="2032000">
                  <a:moveTo>
                    <a:pt x="293359" y="25400"/>
                  </a:moveTo>
                  <a:lnTo>
                    <a:pt x="291379" y="25400"/>
                  </a:lnTo>
                  <a:lnTo>
                    <a:pt x="293772" y="38100"/>
                  </a:lnTo>
                  <a:lnTo>
                    <a:pt x="293359" y="25400"/>
                  </a:lnTo>
                  <a:close/>
                </a:path>
                <a:path w="316229" h="2032000">
                  <a:moveTo>
                    <a:pt x="311557" y="25400"/>
                  </a:moveTo>
                  <a:lnTo>
                    <a:pt x="293359" y="25400"/>
                  </a:lnTo>
                  <a:lnTo>
                    <a:pt x="295370" y="38100"/>
                  </a:lnTo>
                  <a:lnTo>
                    <a:pt x="313166" y="38100"/>
                  </a:lnTo>
                  <a:lnTo>
                    <a:pt x="311557" y="25400"/>
                  </a:lnTo>
                  <a:close/>
                </a:path>
                <a:path w="316229" h="2032000">
                  <a:moveTo>
                    <a:pt x="35027" y="12700"/>
                  </a:moveTo>
                  <a:lnTo>
                    <a:pt x="9822" y="12700"/>
                  </a:lnTo>
                  <a:lnTo>
                    <a:pt x="9349" y="25400"/>
                  </a:lnTo>
                  <a:lnTo>
                    <a:pt x="31348" y="25400"/>
                  </a:lnTo>
                  <a:lnTo>
                    <a:pt x="35027" y="12700"/>
                  </a:lnTo>
                  <a:close/>
                </a:path>
                <a:path w="316229" h="2032000">
                  <a:moveTo>
                    <a:pt x="305937" y="12700"/>
                  </a:moveTo>
                  <a:lnTo>
                    <a:pt x="280732" y="12700"/>
                  </a:lnTo>
                  <a:lnTo>
                    <a:pt x="284411" y="25400"/>
                  </a:lnTo>
                  <a:lnTo>
                    <a:pt x="306420" y="25400"/>
                  </a:lnTo>
                  <a:lnTo>
                    <a:pt x="305937" y="12700"/>
                  </a:lnTo>
                  <a:close/>
                </a:path>
                <a:path w="316229" h="2032000">
                  <a:moveTo>
                    <a:pt x="291268" y="0"/>
                  </a:moveTo>
                  <a:lnTo>
                    <a:pt x="24491" y="0"/>
                  </a:lnTo>
                  <a:lnTo>
                    <a:pt x="20811" y="12700"/>
                  </a:lnTo>
                  <a:lnTo>
                    <a:pt x="294948" y="12700"/>
                  </a:lnTo>
                  <a:lnTo>
                    <a:pt x="291268" y="0"/>
                  </a:lnTo>
                  <a:close/>
                </a:path>
              </a:pathLst>
            </a:custGeom>
            <a:solidFill>
              <a:srgbClr val="37C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436998" y="4155884"/>
              <a:ext cx="249745" cy="328168"/>
            </a:xfrm>
            <a:prstGeom prst="rect">
              <a:avLst/>
            </a:prstGeom>
          </p:spPr>
        </p:pic>
      </p:grpSp>
      <p:sp>
        <p:nvSpPr>
          <p:cNvPr id="57" name="object 57"/>
          <p:cNvSpPr txBox="1"/>
          <p:nvPr/>
        </p:nvSpPr>
        <p:spPr>
          <a:xfrm>
            <a:off x="4472978" y="4463218"/>
            <a:ext cx="227329" cy="1663064"/>
          </a:xfrm>
          <a:prstGeom prst="rect">
            <a:avLst/>
          </a:prstGeom>
        </p:spPr>
        <p:txBody>
          <a:bodyPr wrap="square" lIns="0" tIns="2349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600" spc="10" b="1">
                <a:solidFill>
                  <a:srgbClr val="010168"/>
                </a:solidFill>
                <a:latin typeface="Gadugi"/>
                <a:cs typeface="Gadugi"/>
              </a:rPr>
              <a:t>AUTOMATED</a:t>
            </a:r>
            <a:r>
              <a:rPr dirty="0" sz="600" spc="65" b="1">
                <a:solidFill>
                  <a:srgbClr val="010168"/>
                </a:solidFill>
                <a:latin typeface="Gadugi"/>
                <a:cs typeface="Gadugi"/>
              </a:rPr>
              <a:t> </a:t>
            </a:r>
            <a:r>
              <a:rPr dirty="0" sz="600" spc="10" b="1">
                <a:solidFill>
                  <a:srgbClr val="010168"/>
                </a:solidFill>
                <a:latin typeface="Gadugi"/>
                <a:cs typeface="Gadugi"/>
              </a:rPr>
              <a:t>SECURITY</a:t>
            </a:r>
            <a:r>
              <a:rPr dirty="0" sz="600" spc="70" b="1">
                <a:solidFill>
                  <a:srgbClr val="010168"/>
                </a:solidFill>
                <a:latin typeface="Gadugi"/>
                <a:cs typeface="Gadugi"/>
              </a:rPr>
              <a:t> </a:t>
            </a:r>
            <a:r>
              <a:rPr dirty="0" sz="600" spc="-20" b="1">
                <a:solidFill>
                  <a:srgbClr val="010168"/>
                </a:solidFill>
                <a:latin typeface="Gadugi"/>
                <a:cs typeface="Gadugi"/>
              </a:rPr>
              <a:t>SCAN</a:t>
            </a:r>
            <a:endParaRPr sz="6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50" b="1">
                <a:solidFill>
                  <a:srgbClr val="3F4450"/>
                </a:solidFill>
                <a:latin typeface="Gadugi"/>
                <a:cs typeface="Gadugi"/>
              </a:rPr>
              <a:t>Identify</a:t>
            </a:r>
            <a:r>
              <a:rPr dirty="0" sz="550" spc="10" b="1">
                <a:solidFill>
                  <a:srgbClr val="3F4450"/>
                </a:solidFill>
                <a:latin typeface="Gadugi"/>
                <a:cs typeface="Gadugi"/>
              </a:rPr>
              <a:t> </a:t>
            </a:r>
            <a:r>
              <a:rPr dirty="0" sz="550" spc="-10" b="1">
                <a:solidFill>
                  <a:srgbClr val="3F4450"/>
                </a:solidFill>
                <a:latin typeface="Gadugi"/>
                <a:cs typeface="Gadugi"/>
              </a:rPr>
              <a:t>potential</a:t>
            </a:r>
            <a:r>
              <a:rPr dirty="0" sz="550" spc="15" b="1">
                <a:solidFill>
                  <a:srgbClr val="3F4450"/>
                </a:solidFill>
                <a:latin typeface="Gadugi"/>
                <a:cs typeface="Gadugi"/>
              </a:rPr>
              <a:t> </a:t>
            </a:r>
            <a:r>
              <a:rPr dirty="0" sz="550" spc="-10" b="1">
                <a:solidFill>
                  <a:srgbClr val="3F4450"/>
                </a:solidFill>
                <a:latin typeface="Gadugi"/>
                <a:cs typeface="Gadugi"/>
              </a:rPr>
              <a:t>vulnerabilities</a:t>
            </a:r>
            <a:r>
              <a:rPr dirty="0" sz="550" spc="20" b="1">
                <a:solidFill>
                  <a:srgbClr val="3F4450"/>
                </a:solidFill>
                <a:latin typeface="Gadugi"/>
                <a:cs typeface="Gadugi"/>
              </a:rPr>
              <a:t> </a:t>
            </a:r>
            <a:r>
              <a:rPr dirty="0" sz="550" b="1">
                <a:solidFill>
                  <a:srgbClr val="3F4450"/>
                </a:solidFill>
                <a:latin typeface="Gadugi"/>
                <a:cs typeface="Gadugi"/>
              </a:rPr>
              <a:t>across</a:t>
            </a:r>
            <a:r>
              <a:rPr dirty="0" sz="550" spc="20" b="1">
                <a:solidFill>
                  <a:srgbClr val="3F4450"/>
                </a:solidFill>
                <a:latin typeface="Gadugi"/>
                <a:cs typeface="Gadugi"/>
              </a:rPr>
              <a:t> </a:t>
            </a:r>
            <a:r>
              <a:rPr dirty="0" sz="550" b="1">
                <a:solidFill>
                  <a:srgbClr val="3F4450"/>
                </a:solidFill>
                <a:latin typeface="Gadugi"/>
                <a:cs typeface="Gadugi"/>
              </a:rPr>
              <a:t>key</a:t>
            </a:r>
            <a:r>
              <a:rPr dirty="0" sz="550" spc="15" b="1">
                <a:solidFill>
                  <a:srgbClr val="3F4450"/>
                </a:solidFill>
                <a:latin typeface="Gadugi"/>
                <a:cs typeface="Gadugi"/>
              </a:rPr>
              <a:t> </a:t>
            </a:r>
            <a:r>
              <a:rPr dirty="0" sz="550" spc="-10" b="1">
                <a:solidFill>
                  <a:srgbClr val="3F4450"/>
                </a:solidFill>
                <a:latin typeface="Gadugi"/>
                <a:cs typeface="Gadugi"/>
              </a:rPr>
              <a:t>areas.</a:t>
            </a:r>
            <a:endParaRPr sz="550">
              <a:latin typeface="Gadugi"/>
              <a:cs typeface="Gadugi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3583068" y="4096065"/>
            <a:ext cx="738505" cy="2070100"/>
            <a:chOff x="3583068" y="4096065"/>
            <a:chExt cx="738505" cy="2070100"/>
          </a:xfrm>
        </p:grpSpPr>
        <p:sp>
          <p:nvSpPr>
            <p:cNvPr id="59" name="object 59"/>
            <p:cNvSpPr/>
            <p:nvPr/>
          </p:nvSpPr>
          <p:spPr>
            <a:xfrm>
              <a:off x="3999039" y="4102798"/>
              <a:ext cx="313690" cy="2054860"/>
            </a:xfrm>
            <a:custGeom>
              <a:avLst/>
              <a:gdLst/>
              <a:ahLst/>
              <a:cxnLst/>
              <a:rect l="l" t="t" r="r" b="b"/>
              <a:pathLst>
                <a:path w="313689" h="2054860">
                  <a:moveTo>
                    <a:pt x="263017" y="0"/>
                  </a:moveTo>
                  <a:lnTo>
                    <a:pt x="50673" y="0"/>
                  </a:lnTo>
                  <a:lnTo>
                    <a:pt x="30863" y="3644"/>
                  </a:lnTo>
                  <a:lnTo>
                    <a:pt x="14768" y="14225"/>
                  </a:lnTo>
                  <a:lnTo>
                    <a:pt x="3957" y="30060"/>
                  </a:lnTo>
                  <a:lnTo>
                    <a:pt x="0" y="49466"/>
                  </a:lnTo>
                  <a:lnTo>
                    <a:pt x="0" y="2003996"/>
                  </a:lnTo>
                  <a:lnTo>
                    <a:pt x="3957" y="2023805"/>
                  </a:lnTo>
                  <a:lnTo>
                    <a:pt x="14768" y="2039900"/>
                  </a:lnTo>
                  <a:lnTo>
                    <a:pt x="30863" y="2050711"/>
                  </a:lnTo>
                  <a:lnTo>
                    <a:pt x="50673" y="2054669"/>
                  </a:lnTo>
                  <a:lnTo>
                    <a:pt x="263017" y="2054669"/>
                  </a:lnTo>
                  <a:lnTo>
                    <a:pt x="282815" y="2050711"/>
                  </a:lnTo>
                  <a:lnTo>
                    <a:pt x="298906" y="2039900"/>
                  </a:lnTo>
                  <a:lnTo>
                    <a:pt x="309721" y="2023805"/>
                  </a:lnTo>
                  <a:lnTo>
                    <a:pt x="313689" y="2003996"/>
                  </a:lnTo>
                  <a:lnTo>
                    <a:pt x="313689" y="49466"/>
                  </a:lnTo>
                  <a:lnTo>
                    <a:pt x="309721" y="30060"/>
                  </a:lnTo>
                  <a:lnTo>
                    <a:pt x="298906" y="14225"/>
                  </a:lnTo>
                  <a:lnTo>
                    <a:pt x="282815" y="3644"/>
                  </a:lnTo>
                  <a:lnTo>
                    <a:pt x="263017" y="0"/>
                  </a:lnTo>
                  <a:close/>
                </a:path>
              </a:pathLst>
            </a:custGeom>
            <a:solidFill>
              <a:srgbClr val="FDF4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3990340" y="4121467"/>
              <a:ext cx="331470" cy="2044700"/>
            </a:xfrm>
            <a:custGeom>
              <a:avLst/>
              <a:gdLst/>
              <a:ahLst/>
              <a:cxnLst/>
              <a:rect l="l" t="t" r="r" b="b"/>
              <a:pathLst>
                <a:path w="331470" h="2044700">
                  <a:moveTo>
                    <a:pt x="32880" y="0"/>
                  </a:moveTo>
                  <a:lnTo>
                    <a:pt x="9753" y="0"/>
                  </a:lnTo>
                  <a:lnTo>
                    <a:pt x="7251" y="12700"/>
                  </a:lnTo>
                  <a:lnTo>
                    <a:pt x="3568" y="12700"/>
                  </a:lnTo>
                  <a:lnTo>
                    <a:pt x="2527" y="25082"/>
                  </a:lnTo>
                  <a:lnTo>
                    <a:pt x="101" y="25082"/>
                  </a:lnTo>
                  <a:lnTo>
                    <a:pt x="101" y="37782"/>
                  </a:lnTo>
                  <a:lnTo>
                    <a:pt x="0" y="1993582"/>
                  </a:lnTo>
                  <a:lnTo>
                    <a:pt x="17526" y="1993582"/>
                  </a:lnTo>
                  <a:lnTo>
                    <a:pt x="17526" y="37782"/>
                  </a:lnTo>
                  <a:lnTo>
                    <a:pt x="17881" y="37782"/>
                  </a:lnTo>
                  <a:lnTo>
                    <a:pt x="17881" y="25400"/>
                  </a:lnTo>
                  <a:lnTo>
                    <a:pt x="20574" y="25400"/>
                  </a:lnTo>
                  <a:lnTo>
                    <a:pt x="22694" y="12700"/>
                  </a:lnTo>
                  <a:lnTo>
                    <a:pt x="29324" y="12700"/>
                  </a:lnTo>
                  <a:lnTo>
                    <a:pt x="32880" y="0"/>
                  </a:lnTo>
                  <a:close/>
                </a:path>
                <a:path w="331470" h="2044700">
                  <a:moveTo>
                    <a:pt x="330873" y="1993900"/>
                  </a:moveTo>
                  <a:lnTo>
                    <a:pt x="313042" y="1993900"/>
                  </a:lnTo>
                  <a:lnTo>
                    <a:pt x="312674" y="2006600"/>
                  </a:lnTo>
                  <a:lnTo>
                    <a:pt x="308775" y="2006600"/>
                  </a:lnTo>
                  <a:lnTo>
                    <a:pt x="306273" y="2019300"/>
                  </a:lnTo>
                  <a:lnTo>
                    <a:pt x="298831" y="2019300"/>
                  </a:lnTo>
                  <a:lnTo>
                    <a:pt x="294957" y="2032000"/>
                  </a:lnTo>
                  <a:lnTo>
                    <a:pt x="36106" y="2032000"/>
                  </a:lnTo>
                  <a:lnTo>
                    <a:pt x="32232" y="2019300"/>
                  </a:lnTo>
                  <a:lnTo>
                    <a:pt x="24790" y="2019300"/>
                  </a:lnTo>
                  <a:lnTo>
                    <a:pt x="22275" y="2006600"/>
                  </a:lnTo>
                  <a:lnTo>
                    <a:pt x="18300" y="2006600"/>
                  </a:lnTo>
                  <a:lnTo>
                    <a:pt x="17945" y="1993900"/>
                  </a:lnTo>
                  <a:lnTo>
                    <a:pt x="190" y="1993900"/>
                  </a:lnTo>
                  <a:lnTo>
                    <a:pt x="622" y="2006600"/>
                  </a:lnTo>
                  <a:lnTo>
                    <a:pt x="3416" y="2006600"/>
                  </a:lnTo>
                  <a:lnTo>
                    <a:pt x="4457" y="2019300"/>
                  </a:lnTo>
                  <a:lnTo>
                    <a:pt x="10236" y="2019300"/>
                  </a:lnTo>
                  <a:lnTo>
                    <a:pt x="13119" y="2032000"/>
                  </a:lnTo>
                  <a:lnTo>
                    <a:pt x="21691" y="2032000"/>
                  </a:lnTo>
                  <a:lnTo>
                    <a:pt x="25565" y="2044700"/>
                  </a:lnTo>
                  <a:lnTo>
                    <a:pt x="305498" y="2044700"/>
                  </a:lnTo>
                  <a:lnTo>
                    <a:pt x="309359" y="2032000"/>
                  </a:lnTo>
                  <a:lnTo>
                    <a:pt x="317944" y="2032000"/>
                  </a:lnTo>
                  <a:lnTo>
                    <a:pt x="320827" y="2019300"/>
                  </a:lnTo>
                  <a:lnTo>
                    <a:pt x="326593" y="2019300"/>
                  </a:lnTo>
                  <a:lnTo>
                    <a:pt x="327494" y="2006600"/>
                  </a:lnTo>
                  <a:lnTo>
                    <a:pt x="330441" y="2006600"/>
                  </a:lnTo>
                  <a:lnTo>
                    <a:pt x="330873" y="1993900"/>
                  </a:lnTo>
                  <a:close/>
                </a:path>
                <a:path w="331470" h="2044700">
                  <a:moveTo>
                    <a:pt x="331063" y="37782"/>
                  </a:moveTo>
                  <a:lnTo>
                    <a:pt x="330962" y="25082"/>
                  </a:lnTo>
                  <a:lnTo>
                    <a:pt x="328536" y="25082"/>
                  </a:lnTo>
                  <a:lnTo>
                    <a:pt x="327647" y="12700"/>
                  </a:lnTo>
                  <a:lnTo>
                    <a:pt x="323811" y="12700"/>
                  </a:lnTo>
                  <a:lnTo>
                    <a:pt x="321297" y="0"/>
                  </a:lnTo>
                  <a:lnTo>
                    <a:pt x="298170" y="0"/>
                  </a:lnTo>
                  <a:lnTo>
                    <a:pt x="301726" y="12700"/>
                  </a:lnTo>
                  <a:lnTo>
                    <a:pt x="308368" y="12700"/>
                  </a:lnTo>
                  <a:lnTo>
                    <a:pt x="310476" y="25400"/>
                  </a:lnTo>
                  <a:lnTo>
                    <a:pt x="313232" y="25400"/>
                  </a:lnTo>
                  <a:lnTo>
                    <a:pt x="313232" y="37782"/>
                  </a:lnTo>
                  <a:lnTo>
                    <a:pt x="313537" y="37782"/>
                  </a:lnTo>
                  <a:lnTo>
                    <a:pt x="313537" y="1993582"/>
                  </a:lnTo>
                  <a:lnTo>
                    <a:pt x="331063" y="1993582"/>
                  </a:lnTo>
                  <a:lnTo>
                    <a:pt x="331063" y="37782"/>
                  </a:lnTo>
                  <a:close/>
                </a:path>
              </a:pathLst>
            </a:custGeom>
            <a:solidFill>
              <a:srgbClr val="FCBF3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007836" y="4096065"/>
              <a:ext cx="296085" cy="387987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3591242" y="4102798"/>
              <a:ext cx="318770" cy="2026920"/>
            </a:xfrm>
            <a:custGeom>
              <a:avLst/>
              <a:gdLst/>
              <a:ahLst/>
              <a:cxnLst/>
              <a:rect l="l" t="t" r="r" b="b"/>
              <a:pathLst>
                <a:path w="318770" h="2026920">
                  <a:moveTo>
                    <a:pt x="267843" y="0"/>
                  </a:moveTo>
                  <a:lnTo>
                    <a:pt x="51879" y="0"/>
                  </a:lnTo>
                  <a:lnTo>
                    <a:pt x="31810" y="3709"/>
                  </a:lnTo>
                  <a:lnTo>
                    <a:pt x="15439" y="14500"/>
                  </a:lnTo>
                  <a:lnTo>
                    <a:pt x="4318" y="30709"/>
                  </a:lnTo>
                  <a:lnTo>
                    <a:pt x="0" y="50673"/>
                  </a:lnTo>
                  <a:lnTo>
                    <a:pt x="0" y="1975040"/>
                  </a:lnTo>
                  <a:lnTo>
                    <a:pt x="4318" y="1995092"/>
                  </a:lnTo>
                  <a:lnTo>
                    <a:pt x="15439" y="2011458"/>
                  </a:lnTo>
                  <a:lnTo>
                    <a:pt x="31810" y="2022584"/>
                  </a:lnTo>
                  <a:lnTo>
                    <a:pt x="51879" y="2026920"/>
                  </a:lnTo>
                  <a:lnTo>
                    <a:pt x="267843" y="2026920"/>
                  </a:lnTo>
                  <a:lnTo>
                    <a:pt x="287751" y="2022584"/>
                  </a:lnTo>
                  <a:lnTo>
                    <a:pt x="303943" y="2011458"/>
                  </a:lnTo>
                  <a:lnTo>
                    <a:pt x="314753" y="1995092"/>
                  </a:lnTo>
                  <a:lnTo>
                    <a:pt x="318516" y="1975040"/>
                  </a:lnTo>
                  <a:lnTo>
                    <a:pt x="318516" y="50673"/>
                  </a:lnTo>
                  <a:lnTo>
                    <a:pt x="314753" y="30709"/>
                  </a:lnTo>
                  <a:lnTo>
                    <a:pt x="303943" y="14500"/>
                  </a:lnTo>
                  <a:lnTo>
                    <a:pt x="287751" y="3709"/>
                  </a:lnTo>
                  <a:lnTo>
                    <a:pt x="267843" y="0"/>
                  </a:lnTo>
                  <a:close/>
                </a:path>
              </a:pathLst>
            </a:custGeom>
            <a:solidFill>
              <a:srgbClr val="E4DB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3583063" y="4118571"/>
              <a:ext cx="335915" cy="2019300"/>
            </a:xfrm>
            <a:custGeom>
              <a:avLst/>
              <a:gdLst/>
              <a:ahLst/>
              <a:cxnLst/>
              <a:rect l="l" t="t" r="r" b="b"/>
              <a:pathLst>
                <a:path w="335914" h="2019300">
                  <a:moveTo>
                    <a:pt x="335813" y="38100"/>
                  </a:moveTo>
                  <a:lnTo>
                    <a:pt x="335622" y="38100"/>
                  </a:lnTo>
                  <a:lnTo>
                    <a:pt x="335191" y="25400"/>
                  </a:lnTo>
                  <a:lnTo>
                    <a:pt x="332346" y="25400"/>
                  </a:lnTo>
                  <a:lnTo>
                    <a:pt x="331038" y="12700"/>
                  </a:lnTo>
                  <a:lnTo>
                    <a:pt x="325450" y="12700"/>
                  </a:lnTo>
                  <a:lnTo>
                    <a:pt x="322516" y="0"/>
                  </a:lnTo>
                  <a:lnTo>
                    <a:pt x="299377" y="0"/>
                  </a:lnTo>
                  <a:lnTo>
                    <a:pt x="303301" y="12700"/>
                  </a:lnTo>
                  <a:lnTo>
                    <a:pt x="310883" y="12700"/>
                  </a:lnTo>
                  <a:lnTo>
                    <a:pt x="313436" y="25400"/>
                  </a:lnTo>
                  <a:lnTo>
                    <a:pt x="317042" y="25400"/>
                  </a:lnTo>
                  <a:lnTo>
                    <a:pt x="317500" y="38100"/>
                  </a:lnTo>
                  <a:lnTo>
                    <a:pt x="318262" y="38100"/>
                  </a:lnTo>
                  <a:lnTo>
                    <a:pt x="318312" y="1968500"/>
                  </a:lnTo>
                  <a:lnTo>
                    <a:pt x="317411" y="1968500"/>
                  </a:lnTo>
                  <a:lnTo>
                    <a:pt x="316928" y="1981200"/>
                  </a:lnTo>
                  <a:lnTo>
                    <a:pt x="313436" y="1981200"/>
                  </a:lnTo>
                  <a:lnTo>
                    <a:pt x="310883" y="1993900"/>
                  </a:lnTo>
                  <a:lnTo>
                    <a:pt x="303301" y="1993900"/>
                  </a:lnTo>
                  <a:lnTo>
                    <a:pt x="299377" y="2006600"/>
                  </a:lnTo>
                  <a:lnTo>
                    <a:pt x="36436" y="2006600"/>
                  </a:lnTo>
                  <a:lnTo>
                    <a:pt x="32512" y="1993900"/>
                  </a:lnTo>
                  <a:lnTo>
                    <a:pt x="24917" y="1993900"/>
                  </a:lnTo>
                  <a:lnTo>
                    <a:pt x="22364" y="1981200"/>
                  </a:lnTo>
                  <a:lnTo>
                    <a:pt x="18770" y="1981200"/>
                  </a:lnTo>
                  <a:lnTo>
                    <a:pt x="18313" y="1968500"/>
                  </a:lnTo>
                  <a:lnTo>
                    <a:pt x="17538" y="1968500"/>
                  </a:lnTo>
                  <a:lnTo>
                    <a:pt x="17500" y="38100"/>
                  </a:lnTo>
                  <a:lnTo>
                    <a:pt x="18402" y="38100"/>
                  </a:lnTo>
                  <a:lnTo>
                    <a:pt x="18884" y="25400"/>
                  </a:lnTo>
                  <a:lnTo>
                    <a:pt x="22364" y="25400"/>
                  </a:lnTo>
                  <a:lnTo>
                    <a:pt x="24917" y="12700"/>
                  </a:lnTo>
                  <a:lnTo>
                    <a:pt x="32512" y="12700"/>
                  </a:lnTo>
                  <a:lnTo>
                    <a:pt x="36436" y="0"/>
                  </a:lnTo>
                  <a:lnTo>
                    <a:pt x="13296" y="0"/>
                  </a:lnTo>
                  <a:lnTo>
                    <a:pt x="10363" y="12700"/>
                  </a:lnTo>
                  <a:lnTo>
                    <a:pt x="4521" y="12700"/>
                  </a:lnTo>
                  <a:lnTo>
                    <a:pt x="3606" y="25400"/>
                  </a:lnTo>
                  <a:lnTo>
                    <a:pt x="1168" y="25400"/>
                  </a:lnTo>
                  <a:lnTo>
                    <a:pt x="558" y="38100"/>
                  </a:lnTo>
                  <a:lnTo>
                    <a:pt x="0" y="38100"/>
                  </a:lnTo>
                  <a:lnTo>
                    <a:pt x="0" y="1968500"/>
                  </a:lnTo>
                  <a:lnTo>
                    <a:pt x="241" y="1968500"/>
                  </a:lnTo>
                  <a:lnTo>
                    <a:pt x="558" y="1981200"/>
                  </a:lnTo>
                  <a:lnTo>
                    <a:pt x="3606" y="1981200"/>
                  </a:lnTo>
                  <a:lnTo>
                    <a:pt x="4521" y="1993900"/>
                  </a:lnTo>
                  <a:lnTo>
                    <a:pt x="10363" y="1993900"/>
                  </a:lnTo>
                  <a:lnTo>
                    <a:pt x="13296" y="2006600"/>
                  </a:lnTo>
                  <a:lnTo>
                    <a:pt x="21983" y="2006600"/>
                  </a:lnTo>
                  <a:lnTo>
                    <a:pt x="25895" y="2019300"/>
                  </a:lnTo>
                  <a:lnTo>
                    <a:pt x="309918" y="2019300"/>
                  </a:lnTo>
                  <a:lnTo>
                    <a:pt x="313842" y="2006600"/>
                  </a:lnTo>
                  <a:lnTo>
                    <a:pt x="322516" y="2006600"/>
                  </a:lnTo>
                  <a:lnTo>
                    <a:pt x="325450" y="1993900"/>
                  </a:lnTo>
                  <a:lnTo>
                    <a:pt x="331038" y="1993900"/>
                  </a:lnTo>
                  <a:lnTo>
                    <a:pt x="332193" y="1981200"/>
                  </a:lnTo>
                  <a:lnTo>
                    <a:pt x="335191" y="1981200"/>
                  </a:lnTo>
                  <a:lnTo>
                    <a:pt x="335622" y="1968500"/>
                  </a:lnTo>
                  <a:lnTo>
                    <a:pt x="335813" y="1968500"/>
                  </a:lnTo>
                  <a:lnTo>
                    <a:pt x="335813" y="38100"/>
                  </a:lnTo>
                  <a:close/>
                </a:path>
              </a:pathLst>
            </a:custGeom>
            <a:solidFill>
              <a:srgbClr val="9664F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605047" y="4105863"/>
              <a:ext cx="291862" cy="378189"/>
            </a:xfrm>
            <a:prstGeom prst="rect">
              <a:avLst/>
            </a:prstGeom>
          </p:spPr>
        </p:pic>
      </p:grpSp>
      <p:sp>
        <p:nvSpPr>
          <p:cNvPr id="65" name="object 65"/>
          <p:cNvSpPr txBox="1"/>
          <p:nvPr/>
        </p:nvSpPr>
        <p:spPr>
          <a:xfrm>
            <a:off x="3581779" y="4127948"/>
            <a:ext cx="726440" cy="2023110"/>
          </a:xfrm>
          <a:prstGeom prst="rect">
            <a:avLst/>
          </a:prstGeom>
        </p:spPr>
        <p:txBody>
          <a:bodyPr wrap="square" lIns="0" tIns="29209" rIns="0" bIns="0" rtlCol="0" vert="vert">
            <a:spAutoFit/>
          </a:bodyPr>
          <a:lstStyle/>
          <a:p>
            <a:pPr marL="408305">
              <a:lnSpc>
                <a:spcPct val="100000"/>
              </a:lnSpc>
              <a:spcBef>
                <a:spcPts val="229"/>
              </a:spcBef>
            </a:pPr>
            <a:r>
              <a:rPr dirty="0" sz="600" b="1">
                <a:solidFill>
                  <a:srgbClr val="010168"/>
                </a:solidFill>
                <a:latin typeface="Gadugi"/>
                <a:cs typeface="Gadugi"/>
              </a:rPr>
              <a:t>SECURITY</a:t>
            </a:r>
            <a:r>
              <a:rPr dirty="0" sz="600" spc="125" b="1">
                <a:solidFill>
                  <a:srgbClr val="010168"/>
                </a:solidFill>
                <a:latin typeface="Gadugi"/>
                <a:cs typeface="Gadugi"/>
              </a:rPr>
              <a:t> </a:t>
            </a:r>
            <a:r>
              <a:rPr dirty="0" sz="600" spc="-20" b="1">
                <a:solidFill>
                  <a:srgbClr val="010168"/>
                </a:solidFill>
                <a:latin typeface="Gadugi"/>
                <a:cs typeface="Gadugi"/>
              </a:rPr>
              <a:t>GATE</a:t>
            </a:r>
            <a:endParaRPr sz="600">
              <a:latin typeface="Gadugi"/>
              <a:cs typeface="Gadugi"/>
            </a:endParaRPr>
          </a:p>
          <a:p>
            <a:pPr marL="408305" marR="161290">
              <a:lnSpc>
                <a:spcPct val="100000"/>
              </a:lnSpc>
              <a:spcBef>
                <a:spcPts val="90"/>
              </a:spcBef>
            </a:pPr>
            <a:r>
              <a:rPr dirty="0" sz="450" b="1">
                <a:solidFill>
                  <a:srgbClr val="3F4450"/>
                </a:solidFill>
                <a:latin typeface="Gadugi"/>
                <a:cs typeface="Gadugi"/>
              </a:rPr>
              <a:t>F</a:t>
            </a:r>
            <a:r>
              <a:rPr dirty="0" sz="550" b="1">
                <a:solidFill>
                  <a:srgbClr val="3F4450"/>
                </a:solidFill>
                <a:latin typeface="Gadugi"/>
                <a:cs typeface="Gadugi"/>
              </a:rPr>
              <a:t>lag</a:t>
            </a:r>
            <a:r>
              <a:rPr dirty="0" sz="550" spc="-15" b="1">
                <a:solidFill>
                  <a:srgbClr val="3F4450"/>
                </a:solidFill>
                <a:latin typeface="Gadugi"/>
                <a:cs typeface="Gadugi"/>
              </a:rPr>
              <a:t> </a:t>
            </a:r>
            <a:r>
              <a:rPr dirty="0" sz="550" b="1">
                <a:solidFill>
                  <a:srgbClr val="3F4450"/>
                </a:solidFill>
                <a:latin typeface="Gadugi"/>
                <a:cs typeface="Gadugi"/>
              </a:rPr>
              <a:t>serious</a:t>
            </a:r>
            <a:r>
              <a:rPr dirty="0" sz="550" spc="-10" b="1">
                <a:solidFill>
                  <a:srgbClr val="3F4450"/>
                </a:solidFill>
                <a:latin typeface="Gadugi"/>
                <a:cs typeface="Gadugi"/>
              </a:rPr>
              <a:t> </a:t>
            </a:r>
            <a:r>
              <a:rPr dirty="0" sz="550" b="1">
                <a:solidFill>
                  <a:srgbClr val="3F4450"/>
                </a:solidFill>
                <a:latin typeface="Gadugi"/>
                <a:cs typeface="Gadugi"/>
              </a:rPr>
              <a:t>findings</a:t>
            </a:r>
            <a:r>
              <a:rPr dirty="0" sz="550" spc="-10" b="1">
                <a:solidFill>
                  <a:srgbClr val="3F4450"/>
                </a:solidFill>
                <a:latin typeface="Gadugi"/>
                <a:cs typeface="Gadugi"/>
              </a:rPr>
              <a:t> </a:t>
            </a:r>
            <a:r>
              <a:rPr dirty="0" sz="550" b="1">
                <a:solidFill>
                  <a:srgbClr val="3F4450"/>
                </a:solidFill>
                <a:latin typeface="Gadugi"/>
                <a:cs typeface="Gadugi"/>
              </a:rPr>
              <a:t>before</a:t>
            </a:r>
            <a:r>
              <a:rPr dirty="0" sz="550" spc="-15" b="1">
                <a:solidFill>
                  <a:srgbClr val="3F4450"/>
                </a:solidFill>
                <a:latin typeface="Gadugi"/>
                <a:cs typeface="Gadugi"/>
              </a:rPr>
              <a:t> </a:t>
            </a:r>
            <a:r>
              <a:rPr dirty="0" sz="550" b="1">
                <a:solidFill>
                  <a:srgbClr val="3F4450"/>
                </a:solidFill>
                <a:latin typeface="Gadugi"/>
                <a:cs typeface="Gadugi"/>
              </a:rPr>
              <a:t>moving</a:t>
            </a:r>
            <a:r>
              <a:rPr dirty="0" sz="550" spc="-10" b="1">
                <a:solidFill>
                  <a:srgbClr val="3F4450"/>
                </a:solidFill>
                <a:latin typeface="Gadugi"/>
                <a:cs typeface="Gadugi"/>
              </a:rPr>
              <a:t> </a:t>
            </a:r>
            <a:r>
              <a:rPr dirty="0" sz="550" b="1">
                <a:solidFill>
                  <a:srgbClr val="3F4450"/>
                </a:solidFill>
                <a:latin typeface="Gadugi"/>
                <a:cs typeface="Gadugi"/>
              </a:rPr>
              <a:t>to</a:t>
            </a:r>
            <a:r>
              <a:rPr dirty="0" sz="550" spc="-10" b="1">
                <a:solidFill>
                  <a:srgbClr val="3F4450"/>
                </a:solidFill>
                <a:latin typeface="Gadugi"/>
                <a:cs typeface="Gadugi"/>
              </a:rPr>
              <a:t> </a:t>
            </a:r>
            <a:r>
              <a:rPr dirty="0" sz="550" spc="-20" b="1">
                <a:solidFill>
                  <a:srgbClr val="3F4450"/>
                </a:solidFill>
                <a:latin typeface="Gadugi"/>
                <a:cs typeface="Gadugi"/>
              </a:rPr>
              <a:t>next</a:t>
            </a:r>
            <a:r>
              <a:rPr dirty="0" sz="550" spc="500" b="1">
                <a:solidFill>
                  <a:srgbClr val="3F4450"/>
                </a:solidFill>
                <a:latin typeface="Gadugi"/>
                <a:cs typeface="Gadugi"/>
              </a:rPr>
              <a:t> </a:t>
            </a:r>
            <a:r>
              <a:rPr dirty="0" sz="550" spc="-10" b="1">
                <a:solidFill>
                  <a:srgbClr val="3F4450"/>
                </a:solidFill>
                <a:latin typeface="Gadugi"/>
                <a:cs typeface="Gadugi"/>
              </a:rPr>
              <a:t>stage.</a:t>
            </a:r>
            <a:endParaRPr sz="55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550">
              <a:latin typeface="Gadugi"/>
              <a:cs typeface="Gadugi"/>
            </a:endParaRPr>
          </a:p>
          <a:p>
            <a:pPr marL="408305">
              <a:lnSpc>
                <a:spcPct val="100000"/>
              </a:lnSpc>
            </a:pPr>
            <a:r>
              <a:rPr dirty="0" sz="600" b="1">
                <a:solidFill>
                  <a:srgbClr val="010168"/>
                </a:solidFill>
                <a:latin typeface="Gadugi"/>
                <a:cs typeface="Gadugi"/>
              </a:rPr>
              <a:t>SAFE</a:t>
            </a:r>
            <a:r>
              <a:rPr dirty="0" sz="600" spc="55" b="1">
                <a:solidFill>
                  <a:srgbClr val="010168"/>
                </a:solidFill>
                <a:latin typeface="Gadugi"/>
                <a:cs typeface="Gadugi"/>
              </a:rPr>
              <a:t> </a:t>
            </a:r>
            <a:r>
              <a:rPr dirty="0" sz="600" spc="-10" b="1">
                <a:solidFill>
                  <a:srgbClr val="010168"/>
                </a:solidFill>
                <a:latin typeface="Gadugi"/>
                <a:cs typeface="Gadugi"/>
              </a:rPr>
              <a:t>VALIDATION</a:t>
            </a:r>
            <a:endParaRPr sz="600">
              <a:latin typeface="Gadugi"/>
              <a:cs typeface="Gadugi"/>
            </a:endParaRPr>
          </a:p>
          <a:p>
            <a:pPr marL="408305" marR="227965">
              <a:lnSpc>
                <a:spcPct val="112799"/>
              </a:lnSpc>
              <a:spcBef>
                <a:spcPts val="5"/>
              </a:spcBef>
            </a:pPr>
            <a:r>
              <a:rPr dirty="0" sz="550" b="1">
                <a:solidFill>
                  <a:srgbClr val="3F4450"/>
                </a:solidFill>
                <a:latin typeface="Gadugi"/>
                <a:cs typeface="Gadugi"/>
              </a:rPr>
              <a:t>Validate</a:t>
            </a:r>
            <a:r>
              <a:rPr dirty="0" sz="550" spc="-20" b="1">
                <a:solidFill>
                  <a:srgbClr val="3F4450"/>
                </a:solidFill>
                <a:latin typeface="Gadugi"/>
                <a:cs typeface="Gadugi"/>
              </a:rPr>
              <a:t> </a:t>
            </a:r>
            <a:r>
              <a:rPr dirty="0" sz="550" b="1">
                <a:solidFill>
                  <a:srgbClr val="3F4450"/>
                </a:solidFill>
                <a:latin typeface="Gadugi"/>
                <a:cs typeface="Gadugi"/>
              </a:rPr>
              <a:t>findings</a:t>
            </a:r>
            <a:r>
              <a:rPr dirty="0" sz="550" spc="-20" b="1">
                <a:solidFill>
                  <a:srgbClr val="3F4450"/>
                </a:solidFill>
                <a:latin typeface="Gadugi"/>
                <a:cs typeface="Gadugi"/>
              </a:rPr>
              <a:t> </a:t>
            </a:r>
            <a:r>
              <a:rPr dirty="0" sz="550" b="1">
                <a:solidFill>
                  <a:srgbClr val="3F4450"/>
                </a:solidFill>
                <a:latin typeface="Gadugi"/>
                <a:cs typeface="Gadugi"/>
              </a:rPr>
              <a:t>in</a:t>
            </a:r>
            <a:r>
              <a:rPr dirty="0" sz="550" spc="-20" b="1">
                <a:solidFill>
                  <a:srgbClr val="3F4450"/>
                </a:solidFill>
                <a:latin typeface="Gadugi"/>
                <a:cs typeface="Gadugi"/>
              </a:rPr>
              <a:t> </a:t>
            </a:r>
            <a:r>
              <a:rPr dirty="0" sz="550" b="1">
                <a:solidFill>
                  <a:srgbClr val="3F4450"/>
                </a:solidFill>
                <a:latin typeface="Gadugi"/>
                <a:cs typeface="Gadugi"/>
              </a:rPr>
              <a:t>authorized</a:t>
            </a:r>
            <a:r>
              <a:rPr dirty="0" sz="550" spc="-20" b="1">
                <a:solidFill>
                  <a:srgbClr val="3F4450"/>
                </a:solidFill>
                <a:latin typeface="Gadugi"/>
                <a:cs typeface="Gadugi"/>
              </a:rPr>
              <a:t> </a:t>
            </a:r>
            <a:r>
              <a:rPr dirty="0" sz="550" b="1">
                <a:solidFill>
                  <a:srgbClr val="3F4450"/>
                </a:solidFill>
                <a:latin typeface="Gadugi"/>
                <a:cs typeface="Gadugi"/>
              </a:rPr>
              <a:t>staging</a:t>
            </a:r>
            <a:r>
              <a:rPr dirty="0" sz="550" spc="-20" b="1">
                <a:solidFill>
                  <a:srgbClr val="3F4450"/>
                </a:solidFill>
                <a:latin typeface="Gadugi"/>
                <a:cs typeface="Gadugi"/>
              </a:rPr>
              <a:t> </a:t>
            </a:r>
            <a:r>
              <a:rPr dirty="0" sz="550" spc="-25" b="1">
                <a:solidFill>
                  <a:srgbClr val="3F4450"/>
                </a:solidFill>
                <a:latin typeface="Gadugi"/>
                <a:cs typeface="Gadugi"/>
              </a:rPr>
              <a:t>or</a:t>
            </a:r>
            <a:r>
              <a:rPr dirty="0" sz="550" spc="500" b="1">
                <a:solidFill>
                  <a:srgbClr val="3F4450"/>
                </a:solidFill>
                <a:latin typeface="Gadugi"/>
                <a:cs typeface="Gadugi"/>
              </a:rPr>
              <a:t> </a:t>
            </a:r>
            <a:r>
              <a:rPr dirty="0" sz="550" b="1">
                <a:solidFill>
                  <a:srgbClr val="3F4450"/>
                </a:solidFill>
                <a:latin typeface="Gadugi"/>
                <a:cs typeface="Gadugi"/>
              </a:rPr>
              <a:t>sandbox</a:t>
            </a:r>
            <a:r>
              <a:rPr dirty="0" sz="550" spc="-10" b="1">
                <a:solidFill>
                  <a:srgbClr val="3F4450"/>
                </a:solidFill>
                <a:latin typeface="Gadugi"/>
                <a:cs typeface="Gadugi"/>
              </a:rPr>
              <a:t> environments.</a:t>
            </a:r>
            <a:endParaRPr sz="550">
              <a:latin typeface="Gadugi"/>
              <a:cs typeface="Gadugi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3186662" y="4102798"/>
            <a:ext cx="334645" cy="2035175"/>
            <a:chOff x="3186662" y="4102798"/>
            <a:chExt cx="334645" cy="2035175"/>
          </a:xfrm>
        </p:grpSpPr>
        <p:sp>
          <p:nvSpPr>
            <p:cNvPr id="67" name="object 67"/>
            <p:cNvSpPr/>
            <p:nvPr/>
          </p:nvSpPr>
          <p:spPr>
            <a:xfrm>
              <a:off x="3195510" y="4102798"/>
              <a:ext cx="317500" cy="2026920"/>
            </a:xfrm>
            <a:custGeom>
              <a:avLst/>
              <a:gdLst/>
              <a:ahLst/>
              <a:cxnLst/>
              <a:rect l="l" t="t" r="r" b="b"/>
              <a:pathLst>
                <a:path w="317500" h="2026920">
                  <a:moveTo>
                    <a:pt x="266636" y="0"/>
                  </a:moveTo>
                  <a:lnTo>
                    <a:pt x="50672" y="0"/>
                  </a:lnTo>
                  <a:lnTo>
                    <a:pt x="30880" y="3697"/>
                  </a:lnTo>
                  <a:lnTo>
                    <a:pt x="14745" y="14466"/>
                  </a:lnTo>
                  <a:lnTo>
                    <a:pt x="3906" y="30670"/>
                  </a:lnTo>
                  <a:lnTo>
                    <a:pt x="0" y="50673"/>
                  </a:lnTo>
                  <a:lnTo>
                    <a:pt x="0" y="1975040"/>
                  </a:lnTo>
                  <a:lnTo>
                    <a:pt x="3906" y="1995134"/>
                  </a:lnTo>
                  <a:lnTo>
                    <a:pt x="14745" y="2011495"/>
                  </a:lnTo>
                  <a:lnTo>
                    <a:pt x="30880" y="2022598"/>
                  </a:lnTo>
                  <a:lnTo>
                    <a:pt x="50672" y="2026920"/>
                  </a:lnTo>
                  <a:lnTo>
                    <a:pt x="266636" y="2026920"/>
                  </a:lnTo>
                  <a:lnTo>
                    <a:pt x="286140" y="2022598"/>
                  </a:lnTo>
                  <a:lnTo>
                    <a:pt x="302179" y="2011495"/>
                  </a:lnTo>
                  <a:lnTo>
                    <a:pt x="313114" y="1995134"/>
                  </a:lnTo>
                  <a:lnTo>
                    <a:pt x="317309" y="1975040"/>
                  </a:lnTo>
                  <a:lnTo>
                    <a:pt x="317309" y="50673"/>
                  </a:lnTo>
                  <a:lnTo>
                    <a:pt x="313114" y="30670"/>
                  </a:lnTo>
                  <a:lnTo>
                    <a:pt x="302179" y="14466"/>
                  </a:lnTo>
                  <a:lnTo>
                    <a:pt x="286140" y="3697"/>
                  </a:lnTo>
                  <a:lnTo>
                    <a:pt x="266636" y="0"/>
                  </a:lnTo>
                  <a:close/>
                </a:path>
              </a:pathLst>
            </a:custGeom>
            <a:solidFill>
              <a:srgbClr val="FDD3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3186658" y="4118571"/>
              <a:ext cx="334645" cy="2019300"/>
            </a:xfrm>
            <a:custGeom>
              <a:avLst/>
              <a:gdLst/>
              <a:ahLst/>
              <a:cxnLst/>
              <a:rect l="l" t="t" r="r" b="b"/>
              <a:pathLst>
                <a:path w="334645" h="2019300">
                  <a:moveTo>
                    <a:pt x="334492" y="38100"/>
                  </a:moveTo>
                  <a:lnTo>
                    <a:pt x="333933" y="38100"/>
                  </a:lnTo>
                  <a:lnTo>
                    <a:pt x="333857" y="25400"/>
                  </a:lnTo>
                  <a:lnTo>
                    <a:pt x="331038" y="25400"/>
                  </a:lnTo>
                  <a:lnTo>
                    <a:pt x="329730" y="12700"/>
                  </a:lnTo>
                  <a:lnTo>
                    <a:pt x="324167" y="12700"/>
                  </a:lnTo>
                  <a:lnTo>
                    <a:pt x="321233" y="0"/>
                  </a:lnTo>
                  <a:lnTo>
                    <a:pt x="298145" y="0"/>
                  </a:lnTo>
                  <a:lnTo>
                    <a:pt x="302056" y="12700"/>
                  </a:lnTo>
                  <a:lnTo>
                    <a:pt x="309600" y="12700"/>
                  </a:lnTo>
                  <a:lnTo>
                    <a:pt x="312140" y="25400"/>
                  </a:lnTo>
                  <a:lnTo>
                    <a:pt x="315722" y="25400"/>
                  </a:lnTo>
                  <a:lnTo>
                    <a:pt x="316179" y="38100"/>
                  </a:lnTo>
                  <a:lnTo>
                    <a:pt x="316941" y="38100"/>
                  </a:lnTo>
                  <a:lnTo>
                    <a:pt x="316992" y="1968500"/>
                  </a:lnTo>
                  <a:lnTo>
                    <a:pt x="316471" y="1968500"/>
                  </a:lnTo>
                  <a:lnTo>
                    <a:pt x="316090" y="1981200"/>
                  </a:lnTo>
                  <a:lnTo>
                    <a:pt x="316179" y="1968500"/>
                  </a:lnTo>
                  <a:lnTo>
                    <a:pt x="315607" y="1981200"/>
                  </a:lnTo>
                  <a:lnTo>
                    <a:pt x="312140" y="1981200"/>
                  </a:lnTo>
                  <a:lnTo>
                    <a:pt x="309600" y="1993900"/>
                  </a:lnTo>
                  <a:lnTo>
                    <a:pt x="302056" y="1993900"/>
                  </a:lnTo>
                  <a:lnTo>
                    <a:pt x="298145" y="2006600"/>
                  </a:lnTo>
                  <a:lnTo>
                    <a:pt x="36347" y="2006600"/>
                  </a:lnTo>
                  <a:lnTo>
                    <a:pt x="32435" y="1993900"/>
                  </a:lnTo>
                  <a:lnTo>
                    <a:pt x="24879" y="1993900"/>
                  </a:lnTo>
                  <a:lnTo>
                    <a:pt x="22352" y="1981200"/>
                  </a:lnTo>
                  <a:lnTo>
                    <a:pt x="18757" y="1981200"/>
                  </a:lnTo>
                  <a:lnTo>
                    <a:pt x="18313" y="1968500"/>
                  </a:lnTo>
                  <a:lnTo>
                    <a:pt x="18402" y="1981200"/>
                  </a:lnTo>
                  <a:lnTo>
                    <a:pt x="17945" y="1968500"/>
                  </a:lnTo>
                  <a:lnTo>
                    <a:pt x="17538" y="1968500"/>
                  </a:lnTo>
                  <a:lnTo>
                    <a:pt x="17500" y="38100"/>
                  </a:lnTo>
                  <a:lnTo>
                    <a:pt x="18402" y="38100"/>
                  </a:lnTo>
                  <a:lnTo>
                    <a:pt x="18872" y="25400"/>
                  </a:lnTo>
                  <a:lnTo>
                    <a:pt x="22352" y="25400"/>
                  </a:lnTo>
                  <a:lnTo>
                    <a:pt x="24879" y="12700"/>
                  </a:lnTo>
                  <a:lnTo>
                    <a:pt x="32435" y="12700"/>
                  </a:lnTo>
                  <a:lnTo>
                    <a:pt x="36347" y="0"/>
                  </a:lnTo>
                  <a:lnTo>
                    <a:pt x="13246" y="0"/>
                  </a:lnTo>
                  <a:lnTo>
                    <a:pt x="10325" y="12700"/>
                  </a:lnTo>
                  <a:lnTo>
                    <a:pt x="4508" y="12700"/>
                  </a:lnTo>
                  <a:lnTo>
                    <a:pt x="3441" y="25400"/>
                  </a:lnTo>
                  <a:lnTo>
                    <a:pt x="1079" y="25400"/>
                  </a:lnTo>
                  <a:lnTo>
                    <a:pt x="558" y="38100"/>
                  </a:lnTo>
                  <a:lnTo>
                    <a:pt x="0" y="38100"/>
                  </a:lnTo>
                  <a:lnTo>
                    <a:pt x="0" y="1968500"/>
                  </a:lnTo>
                  <a:lnTo>
                    <a:pt x="241" y="1968500"/>
                  </a:lnTo>
                  <a:lnTo>
                    <a:pt x="558" y="1981200"/>
                  </a:lnTo>
                  <a:lnTo>
                    <a:pt x="3441" y="1981200"/>
                  </a:lnTo>
                  <a:lnTo>
                    <a:pt x="4508" y="1993900"/>
                  </a:lnTo>
                  <a:lnTo>
                    <a:pt x="10325" y="1993900"/>
                  </a:lnTo>
                  <a:lnTo>
                    <a:pt x="13246" y="2006600"/>
                  </a:lnTo>
                  <a:lnTo>
                    <a:pt x="21894" y="2006600"/>
                  </a:lnTo>
                  <a:lnTo>
                    <a:pt x="25806" y="2019300"/>
                  </a:lnTo>
                  <a:lnTo>
                    <a:pt x="308686" y="2019300"/>
                  </a:lnTo>
                  <a:lnTo>
                    <a:pt x="312597" y="2006600"/>
                  </a:lnTo>
                  <a:lnTo>
                    <a:pt x="321233" y="2006600"/>
                  </a:lnTo>
                  <a:lnTo>
                    <a:pt x="324167" y="1993900"/>
                  </a:lnTo>
                  <a:lnTo>
                    <a:pt x="329730" y="1993900"/>
                  </a:lnTo>
                  <a:lnTo>
                    <a:pt x="330885" y="1981200"/>
                  </a:lnTo>
                  <a:lnTo>
                    <a:pt x="333933" y="1981200"/>
                  </a:lnTo>
                  <a:lnTo>
                    <a:pt x="334251" y="1968500"/>
                  </a:lnTo>
                  <a:lnTo>
                    <a:pt x="334492" y="1968500"/>
                  </a:lnTo>
                  <a:lnTo>
                    <a:pt x="334492" y="38100"/>
                  </a:lnTo>
                  <a:close/>
                </a:path>
              </a:pathLst>
            </a:custGeom>
            <a:solidFill>
              <a:srgbClr val="F63A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208561" y="4105862"/>
              <a:ext cx="290695" cy="378189"/>
            </a:xfrm>
            <a:prstGeom prst="rect">
              <a:avLst/>
            </a:prstGeom>
          </p:spPr>
        </p:pic>
      </p:grpSp>
      <p:sp>
        <p:nvSpPr>
          <p:cNvPr id="70" name="object 70"/>
          <p:cNvSpPr txBox="1"/>
          <p:nvPr/>
        </p:nvSpPr>
        <p:spPr>
          <a:xfrm>
            <a:off x="3368738" y="4523915"/>
            <a:ext cx="133350" cy="474980"/>
          </a:xfrm>
          <a:prstGeom prst="rect">
            <a:avLst/>
          </a:prstGeom>
        </p:spPr>
        <p:txBody>
          <a:bodyPr wrap="square" lIns="0" tIns="2349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600" b="1">
                <a:solidFill>
                  <a:srgbClr val="010168"/>
                </a:solidFill>
                <a:latin typeface="Gadugi"/>
                <a:cs typeface="Gadugi"/>
              </a:rPr>
              <a:t>RISK</a:t>
            </a:r>
            <a:r>
              <a:rPr dirty="0" sz="600" spc="70" b="1">
                <a:solidFill>
                  <a:srgbClr val="010168"/>
                </a:solidFill>
                <a:latin typeface="Gadugi"/>
                <a:cs typeface="Gadugi"/>
              </a:rPr>
              <a:t> </a:t>
            </a:r>
            <a:r>
              <a:rPr dirty="0" sz="600" spc="-10" b="1">
                <a:solidFill>
                  <a:srgbClr val="010168"/>
                </a:solidFill>
                <a:latin typeface="Gadugi"/>
                <a:cs typeface="Gadugi"/>
              </a:rPr>
              <a:t>SCORE</a:t>
            </a:r>
            <a:endParaRPr sz="600">
              <a:latin typeface="Gadugi"/>
              <a:cs typeface="Gadug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180484" y="4523915"/>
            <a:ext cx="213360" cy="1358265"/>
          </a:xfrm>
          <a:prstGeom prst="rect">
            <a:avLst/>
          </a:prstGeom>
        </p:spPr>
        <p:txBody>
          <a:bodyPr wrap="square" lIns="0" tIns="7620" rIns="0" bIns="0" rtlCol="0" vert="vert">
            <a:spAutoFit/>
          </a:bodyPr>
          <a:lstStyle/>
          <a:p>
            <a:pPr marL="12700" marR="5080">
              <a:lnSpc>
                <a:spcPct val="112799"/>
              </a:lnSpc>
              <a:spcBef>
                <a:spcPts val="60"/>
              </a:spcBef>
            </a:pPr>
            <a:r>
              <a:rPr dirty="0" sz="550" b="1">
                <a:solidFill>
                  <a:srgbClr val="3F4450"/>
                </a:solidFill>
                <a:latin typeface="Gadugi"/>
                <a:cs typeface="Gadugi"/>
              </a:rPr>
              <a:t>Document</a:t>
            </a:r>
            <a:r>
              <a:rPr dirty="0" sz="550" spc="-25" b="1">
                <a:solidFill>
                  <a:srgbClr val="3F4450"/>
                </a:solidFill>
                <a:latin typeface="Gadugi"/>
                <a:cs typeface="Gadugi"/>
              </a:rPr>
              <a:t> </a:t>
            </a:r>
            <a:r>
              <a:rPr dirty="0" sz="550" b="1">
                <a:solidFill>
                  <a:srgbClr val="3F4450"/>
                </a:solidFill>
                <a:latin typeface="Gadugi"/>
                <a:cs typeface="Gadugi"/>
              </a:rPr>
              <a:t>severity,</a:t>
            </a:r>
            <a:r>
              <a:rPr dirty="0" sz="550" spc="-25" b="1">
                <a:solidFill>
                  <a:srgbClr val="3F4450"/>
                </a:solidFill>
                <a:latin typeface="Gadugi"/>
                <a:cs typeface="Gadugi"/>
              </a:rPr>
              <a:t> </a:t>
            </a:r>
            <a:r>
              <a:rPr dirty="0" sz="550" b="1">
                <a:solidFill>
                  <a:srgbClr val="3F4450"/>
                </a:solidFill>
                <a:latin typeface="Gadugi"/>
                <a:cs typeface="Gadugi"/>
              </a:rPr>
              <a:t>affected</a:t>
            </a:r>
            <a:r>
              <a:rPr dirty="0" sz="550" spc="-15" b="1">
                <a:solidFill>
                  <a:srgbClr val="3F4450"/>
                </a:solidFill>
                <a:latin typeface="Gadugi"/>
                <a:cs typeface="Gadugi"/>
              </a:rPr>
              <a:t> </a:t>
            </a:r>
            <a:r>
              <a:rPr dirty="0" sz="550" spc="-10" b="1">
                <a:solidFill>
                  <a:srgbClr val="3F4450"/>
                </a:solidFill>
                <a:latin typeface="Gadugi"/>
                <a:cs typeface="Gadugi"/>
              </a:rPr>
              <a:t>component</a:t>
            </a:r>
            <a:r>
              <a:rPr dirty="0" sz="550" spc="500" b="1">
                <a:solidFill>
                  <a:srgbClr val="3F4450"/>
                </a:solidFill>
                <a:latin typeface="Gadugi"/>
                <a:cs typeface="Gadugi"/>
              </a:rPr>
              <a:t> </a:t>
            </a:r>
            <a:r>
              <a:rPr dirty="0" sz="550" b="1">
                <a:solidFill>
                  <a:srgbClr val="3F4450"/>
                </a:solidFill>
                <a:latin typeface="Gadugi"/>
                <a:cs typeface="Gadugi"/>
              </a:rPr>
              <a:t>and</a:t>
            </a:r>
            <a:r>
              <a:rPr dirty="0" sz="550" spc="20" b="1">
                <a:solidFill>
                  <a:srgbClr val="3F4450"/>
                </a:solidFill>
                <a:latin typeface="Gadugi"/>
                <a:cs typeface="Gadugi"/>
              </a:rPr>
              <a:t> </a:t>
            </a:r>
            <a:r>
              <a:rPr dirty="0" sz="550" spc="-10" b="1">
                <a:solidFill>
                  <a:srgbClr val="3F4450"/>
                </a:solidFill>
                <a:latin typeface="Gadugi"/>
                <a:cs typeface="Gadugi"/>
              </a:rPr>
              <a:t>potential</a:t>
            </a:r>
            <a:r>
              <a:rPr dirty="0" sz="550" spc="20" b="1">
                <a:solidFill>
                  <a:srgbClr val="3F4450"/>
                </a:solidFill>
                <a:latin typeface="Gadugi"/>
                <a:cs typeface="Gadugi"/>
              </a:rPr>
              <a:t> </a:t>
            </a:r>
            <a:r>
              <a:rPr dirty="0" sz="550" spc="-10" b="1">
                <a:solidFill>
                  <a:srgbClr val="3F4450"/>
                </a:solidFill>
                <a:latin typeface="Gadugi"/>
                <a:cs typeface="Gadugi"/>
              </a:rPr>
              <a:t>impact.</a:t>
            </a:r>
            <a:endParaRPr sz="550">
              <a:latin typeface="Gadugi"/>
              <a:cs typeface="Gadugi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2791745" y="4102798"/>
            <a:ext cx="327025" cy="2035175"/>
            <a:chOff x="2791745" y="4102798"/>
            <a:chExt cx="327025" cy="2035175"/>
          </a:xfrm>
        </p:grpSpPr>
        <p:sp>
          <p:nvSpPr>
            <p:cNvPr id="73" name="object 73"/>
            <p:cNvSpPr/>
            <p:nvPr/>
          </p:nvSpPr>
          <p:spPr>
            <a:xfrm>
              <a:off x="2800984" y="4102798"/>
              <a:ext cx="309245" cy="2026920"/>
            </a:xfrm>
            <a:custGeom>
              <a:avLst/>
              <a:gdLst/>
              <a:ahLst/>
              <a:cxnLst/>
              <a:rect l="l" t="t" r="r" b="b"/>
              <a:pathLst>
                <a:path w="309244" h="2026920">
                  <a:moveTo>
                    <a:pt x="259397" y="0"/>
                  </a:moveTo>
                  <a:lnTo>
                    <a:pt x="49466" y="0"/>
                  </a:lnTo>
                  <a:lnTo>
                    <a:pt x="29921" y="3602"/>
                  </a:lnTo>
                  <a:lnTo>
                    <a:pt x="14097" y="14112"/>
                  </a:lnTo>
                  <a:lnTo>
                    <a:pt x="3590" y="29933"/>
                  </a:lnTo>
                  <a:lnTo>
                    <a:pt x="0" y="49466"/>
                  </a:lnTo>
                  <a:lnTo>
                    <a:pt x="0" y="1976247"/>
                  </a:lnTo>
                  <a:lnTo>
                    <a:pt x="3590" y="1995872"/>
                  </a:lnTo>
                  <a:lnTo>
                    <a:pt x="14097" y="2011850"/>
                  </a:lnTo>
                  <a:lnTo>
                    <a:pt x="29921" y="2022694"/>
                  </a:lnTo>
                  <a:lnTo>
                    <a:pt x="49466" y="2026920"/>
                  </a:lnTo>
                  <a:lnTo>
                    <a:pt x="259397" y="2026920"/>
                  </a:lnTo>
                  <a:lnTo>
                    <a:pt x="278687" y="2022694"/>
                  </a:lnTo>
                  <a:lnTo>
                    <a:pt x="294427" y="2011850"/>
                  </a:lnTo>
                  <a:lnTo>
                    <a:pt x="305018" y="1995872"/>
                  </a:lnTo>
                  <a:lnTo>
                    <a:pt x="308863" y="1976247"/>
                  </a:lnTo>
                  <a:lnTo>
                    <a:pt x="308863" y="49466"/>
                  </a:lnTo>
                  <a:lnTo>
                    <a:pt x="305018" y="29933"/>
                  </a:lnTo>
                  <a:lnTo>
                    <a:pt x="294427" y="14112"/>
                  </a:lnTo>
                  <a:lnTo>
                    <a:pt x="278687" y="3602"/>
                  </a:lnTo>
                  <a:lnTo>
                    <a:pt x="259397" y="0"/>
                  </a:lnTo>
                  <a:close/>
                </a:path>
              </a:pathLst>
            </a:custGeom>
            <a:solidFill>
              <a:srgbClr val="CEFA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2791739" y="4118571"/>
              <a:ext cx="327025" cy="2019300"/>
            </a:xfrm>
            <a:custGeom>
              <a:avLst/>
              <a:gdLst/>
              <a:ahLst/>
              <a:cxnLst/>
              <a:rect l="l" t="t" r="r" b="b"/>
              <a:pathLst>
                <a:path w="327025" h="2019300">
                  <a:moveTo>
                    <a:pt x="326885" y="38100"/>
                  </a:moveTo>
                  <a:lnTo>
                    <a:pt x="326694" y="38100"/>
                  </a:lnTo>
                  <a:lnTo>
                    <a:pt x="326339" y="25400"/>
                  </a:lnTo>
                  <a:lnTo>
                    <a:pt x="324218" y="25400"/>
                  </a:lnTo>
                  <a:lnTo>
                    <a:pt x="322541" y="12700"/>
                  </a:lnTo>
                  <a:lnTo>
                    <a:pt x="316763" y="12700"/>
                  </a:lnTo>
                  <a:lnTo>
                    <a:pt x="313918" y="0"/>
                  </a:lnTo>
                  <a:lnTo>
                    <a:pt x="291084" y="0"/>
                  </a:lnTo>
                  <a:lnTo>
                    <a:pt x="294894" y="12700"/>
                  </a:lnTo>
                  <a:lnTo>
                    <a:pt x="302209" y="12700"/>
                  </a:lnTo>
                  <a:lnTo>
                    <a:pt x="304685" y="25400"/>
                  </a:lnTo>
                  <a:lnTo>
                    <a:pt x="308597" y="25400"/>
                  </a:lnTo>
                  <a:lnTo>
                    <a:pt x="308940" y="38100"/>
                  </a:lnTo>
                  <a:lnTo>
                    <a:pt x="309346" y="38100"/>
                  </a:lnTo>
                  <a:lnTo>
                    <a:pt x="309384" y="1968500"/>
                  </a:lnTo>
                  <a:lnTo>
                    <a:pt x="308889" y="1968500"/>
                  </a:lnTo>
                  <a:lnTo>
                    <a:pt x="308508" y="1981200"/>
                  </a:lnTo>
                  <a:lnTo>
                    <a:pt x="304685" y="1981200"/>
                  </a:lnTo>
                  <a:lnTo>
                    <a:pt x="302209" y="1993900"/>
                  </a:lnTo>
                  <a:lnTo>
                    <a:pt x="294894" y="1993900"/>
                  </a:lnTo>
                  <a:lnTo>
                    <a:pt x="291084" y="2006600"/>
                  </a:lnTo>
                  <a:lnTo>
                    <a:pt x="35814" y="2006600"/>
                  </a:lnTo>
                  <a:lnTo>
                    <a:pt x="32004" y="1993900"/>
                  </a:lnTo>
                  <a:lnTo>
                    <a:pt x="24688" y="1993900"/>
                  </a:lnTo>
                  <a:lnTo>
                    <a:pt x="22212" y="1981200"/>
                  </a:lnTo>
                  <a:lnTo>
                    <a:pt x="18288" y="1981200"/>
                  </a:lnTo>
                  <a:lnTo>
                    <a:pt x="17945" y="1968500"/>
                  </a:lnTo>
                  <a:lnTo>
                    <a:pt x="17538" y="1968500"/>
                  </a:lnTo>
                  <a:lnTo>
                    <a:pt x="17500" y="38100"/>
                  </a:lnTo>
                  <a:lnTo>
                    <a:pt x="18008" y="38100"/>
                  </a:lnTo>
                  <a:lnTo>
                    <a:pt x="18376" y="25400"/>
                  </a:lnTo>
                  <a:lnTo>
                    <a:pt x="22212" y="25400"/>
                  </a:lnTo>
                  <a:lnTo>
                    <a:pt x="24688" y="12700"/>
                  </a:lnTo>
                  <a:lnTo>
                    <a:pt x="32004" y="12700"/>
                  </a:lnTo>
                  <a:lnTo>
                    <a:pt x="35814" y="0"/>
                  </a:lnTo>
                  <a:lnTo>
                    <a:pt x="12966" y="0"/>
                  </a:lnTo>
                  <a:lnTo>
                    <a:pt x="10121" y="12700"/>
                  </a:lnTo>
                  <a:lnTo>
                    <a:pt x="4343" y="12700"/>
                  </a:lnTo>
                  <a:lnTo>
                    <a:pt x="2679" y="25400"/>
                  </a:lnTo>
                  <a:lnTo>
                    <a:pt x="558" y="25400"/>
                  </a:lnTo>
                  <a:lnTo>
                    <a:pt x="190" y="38100"/>
                  </a:lnTo>
                  <a:lnTo>
                    <a:pt x="0" y="38100"/>
                  </a:lnTo>
                  <a:lnTo>
                    <a:pt x="0" y="1968500"/>
                  </a:lnTo>
                  <a:lnTo>
                    <a:pt x="190" y="1968500"/>
                  </a:lnTo>
                  <a:lnTo>
                    <a:pt x="622" y="1981200"/>
                  </a:lnTo>
                  <a:lnTo>
                    <a:pt x="2679" y="1981200"/>
                  </a:lnTo>
                  <a:lnTo>
                    <a:pt x="4343" y="1993900"/>
                  </a:lnTo>
                  <a:lnTo>
                    <a:pt x="9652" y="1993900"/>
                  </a:lnTo>
                  <a:lnTo>
                    <a:pt x="10121" y="2006600"/>
                  </a:lnTo>
                  <a:lnTo>
                    <a:pt x="21463" y="2006600"/>
                  </a:lnTo>
                  <a:lnTo>
                    <a:pt x="25273" y="2019300"/>
                  </a:lnTo>
                  <a:lnTo>
                    <a:pt x="301612" y="2019300"/>
                  </a:lnTo>
                  <a:lnTo>
                    <a:pt x="305422" y="2006600"/>
                  </a:lnTo>
                  <a:lnTo>
                    <a:pt x="316763" y="2006600"/>
                  </a:lnTo>
                  <a:lnTo>
                    <a:pt x="317233" y="1993900"/>
                  </a:lnTo>
                  <a:lnTo>
                    <a:pt x="322541" y="1993900"/>
                  </a:lnTo>
                  <a:lnTo>
                    <a:pt x="324218" y="1981200"/>
                  </a:lnTo>
                  <a:lnTo>
                    <a:pt x="326339" y="1981200"/>
                  </a:lnTo>
                  <a:lnTo>
                    <a:pt x="326694" y="1968500"/>
                  </a:lnTo>
                  <a:lnTo>
                    <a:pt x="326885" y="1968500"/>
                  </a:lnTo>
                  <a:lnTo>
                    <a:pt x="326885" y="38100"/>
                  </a:lnTo>
                  <a:close/>
                </a:path>
              </a:pathLst>
            </a:custGeom>
            <a:solidFill>
              <a:srgbClr val="38CD6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5" name="object 7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813211" y="4105862"/>
              <a:ext cx="283959" cy="378189"/>
            </a:xfrm>
            <a:prstGeom prst="rect">
              <a:avLst/>
            </a:prstGeom>
          </p:spPr>
        </p:pic>
      </p:grpSp>
      <p:sp>
        <p:nvSpPr>
          <p:cNvPr id="76" name="object 76"/>
          <p:cNvSpPr txBox="1"/>
          <p:nvPr/>
        </p:nvSpPr>
        <p:spPr>
          <a:xfrm>
            <a:off x="2777966" y="4523915"/>
            <a:ext cx="321310" cy="1137920"/>
          </a:xfrm>
          <a:prstGeom prst="rect">
            <a:avLst/>
          </a:prstGeom>
        </p:spPr>
        <p:txBody>
          <a:bodyPr wrap="square" lIns="0" tIns="2349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600" b="1">
                <a:solidFill>
                  <a:srgbClr val="010168"/>
                </a:solidFill>
                <a:latin typeface="Gadugi"/>
                <a:cs typeface="Gadugi"/>
              </a:rPr>
              <a:t>DEVELOPER</a:t>
            </a:r>
            <a:r>
              <a:rPr dirty="0" sz="600" spc="150" b="1">
                <a:solidFill>
                  <a:srgbClr val="010168"/>
                </a:solidFill>
                <a:latin typeface="Gadugi"/>
                <a:cs typeface="Gadugi"/>
              </a:rPr>
              <a:t> </a:t>
            </a:r>
            <a:r>
              <a:rPr dirty="0" sz="600" spc="-25" b="1">
                <a:solidFill>
                  <a:srgbClr val="010168"/>
                </a:solidFill>
                <a:latin typeface="Gadugi"/>
                <a:cs typeface="Gadugi"/>
              </a:rPr>
              <a:t>FIX</a:t>
            </a:r>
            <a:endParaRPr sz="600">
              <a:latin typeface="Gadugi"/>
              <a:cs typeface="Gadugi"/>
            </a:endParaRPr>
          </a:p>
          <a:p>
            <a:pPr marL="12700" marR="5080">
              <a:lnSpc>
                <a:spcPct val="112799"/>
              </a:lnSpc>
              <a:spcBef>
                <a:spcPts val="5"/>
              </a:spcBef>
            </a:pPr>
            <a:r>
              <a:rPr dirty="0" sz="550" b="1">
                <a:solidFill>
                  <a:srgbClr val="3F4450"/>
                </a:solidFill>
                <a:latin typeface="Gadugi"/>
                <a:cs typeface="Gadugi"/>
              </a:rPr>
              <a:t>Developers</a:t>
            </a:r>
            <a:r>
              <a:rPr dirty="0" sz="550" spc="-10" b="1">
                <a:solidFill>
                  <a:srgbClr val="3F4450"/>
                </a:solidFill>
                <a:latin typeface="Gadugi"/>
                <a:cs typeface="Gadugi"/>
              </a:rPr>
              <a:t> </a:t>
            </a:r>
            <a:r>
              <a:rPr dirty="0" sz="550" b="1">
                <a:solidFill>
                  <a:srgbClr val="3F4450"/>
                </a:solidFill>
                <a:latin typeface="Gadugi"/>
                <a:cs typeface="Gadugi"/>
              </a:rPr>
              <a:t>address</a:t>
            </a:r>
            <a:r>
              <a:rPr dirty="0" sz="550" spc="-5" b="1">
                <a:solidFill>
                  <a:srgbClr val="3F4450"/>
                </a:solidFill>
                <a:latin typeface="Gadugi"/>
                <a:cs typeface="Gadugi"/>
              </a:rPr>
              <a:t> </a:t>
            </a:r>
            <a:r>
              <a:rPr dirty="0" sz="550" b="1">
                <a:solidFill>
                  <a:srgbClr val="3F4450"/>
                </a:solidFill>
                <a:latin typeface="Gadugi"/>
                <a:cs typeface="Gadugi"/>
              </a:rPr>
              <a:t>the</a:t>
            </a:r>
            <a:r>
              <a:rPr dirty="0" sz="550" spc="-5" b="1">
                <a:solidFill>
                  <a:srgbClr val="3F4450"/>
                </a:solidFill>
                <a:latin typeface="Gadugi"/>
                <a:cs typeface="Gadugi"/>
              </a:rPr>
              <a:t> </a:t>
            </a:r>
            <a:r>
              <a:rPr dirty="0" sz="550" spc="-10" b="1">
                <a:solidFill>
                  <a:srgbClr val="3F4450"/>
                </a:solidFill>
                <a:latin typeface="Gadugi"/>
                <a:cs typeface="Gadugi"/>
              </a:rPr>
              <a:t>identified</a:t>
            </a:r>
            <a:r>
              <a:rPr dirty="0" sz="550" spc="500" b="1">
                <a:solidFill>
                  <a:srgbClr val="3F4450"/>
                </a:solidFill>
                <a:latin typeface="Gadugi"/>
                <a:cs typeface="Gadugi"/>
              </a:rPr>
              <a:t> </a:t>
            </a:r>
            <a:r>
              <a:rPr dirty="0" sz="550" spc="-10" b="1">
                <a:solidFill>
                  <a:srgbClr val="3F4450"/>
                </a:solidFill>
                <a:latin typeface="Gadugi"/>
                <a:cs typeface="Gadugi"/>
              </a:rPr>
              <a:t>vulnerabilities.</a:t>
            </a:r>
            <a:endParaRPr sz="550">
              <a:latin typeface="Gadugi"/>
              <a:cs typeface="Gadugi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2405152" y="4102798"/>
            <a:ext cx="316230" cy="2035175"/>
            <a:chOff x="2405152" y="4102798"/>
            <a:chExt cx="316230" cy="2035175"/>
          </a:xfrm>
        </p:grpSpPr>
        <p:sp>
          <p:nvSpPr>
            <p:cNvPr id="78" name="object 78"/>
            <p:cNvSpPr/>
            <p:nvPr/>
          </p:nvSpPr>
          <p:spPr>
            <a:xfrm>
              <a:off x="2413698" y="4102798"/>
              <a:ext cx="298450" cy="2026920"/>
            </a:xfrm>
            <a:custGeom>
              <a:avLst/>
              <a:gdLst/>
              <a:ahLst/>
              <a:cxnLst/>
              <a:rect l="l" t="t" r="r" b="b"/>
              <a:pathLst>
                <a:path w="298450" h="2026920">
                  <a:moveTo>
                    <a:pt x="250951" y="0"/>
                  </a:moveTo>
                  <a:lnTo>
                    <a:pt x="48259" y="0"/>
                  </a:lnTo>
                  <a:lnTo>
                    <a:pt x="29467" y="3452"/>
                  </a:lnTo>
                  <a:lnTo>
                    <a:pt x="14168" y="13512"/>
                  </a:lnTo>
                  <a:lnTo>
                    <a:pt x="3850" y="28579"/>
                  </a:lnTo>
                  <a:lnTo>
                    <a:pt x="0" y="47053"/>
                  </a:lnTo>
                  <a:lnTo>
                    <a:pt x="0" y="1978660"/>
                  </a:lnTo>
                  <a:lnTo>
                    <a:pt x="3850" y="1997226"/>
                  </a:lnTo>
                  <a:lnTo>
                    <a:pt x="14168" y="2012449"/>
                  </a:lnTo>
                  <a:lnTo>
                    <a:pt x="29467" y="2022843"/>
                  </a:lnTo>
                  <a:lnTo>
                    <a:pt x="48259" y="2026920"/>
                  </a:lnTo>
                  <a:lnTo>
                    <a:pt x="250951" y="2026920"/>
                  </a:lnTo>
                  <a:lnTo>
                    <a:pt x="269414" y="2022843"/>
                  </a:lnTo>
                  <a:lnTo>
                    <a:pt x="284477" y="2012449"/>
                  </a:lnTo>
                  <a:lnTo>
                    <a:pt x="294541" y="1997226"/>
                  </a:lnTo>
                  <a:lnTo>
                    <a:pt x="298005" y="1978660"/>
                  </a:lnTo>
                  <a:lnTo>
                    <a:pt x="298005" y="47053"/>
                  </a:lnTo>
                  <a:lnTo>
                    <a:pt x="294541" y="28579"/>
                  </a:lnTo>
                  <a:lnTo>
                    <a:pt x="284477" y="13512"/>
                  </a:lnTo>
                  <a:lnTo>
                    <a:pt x="269414" y="3452"/>
                  </a:lnTo>
                  <a:lnTo>
                    <a:pt x="250951" y="0"/>
                  </a:lnTo>
                  <a:close/>
                </a:path>
              </a:pathLst>
            </a:custGeom>
            <a:solidFill>
              <a:srgbClr val="D1EE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2405152" y="4105862"/>
              <a:ext cx="316230" cy="2032000"/>
            </a:xfrm>
            <a:custGeom>
              <a:avLst/>
              <a:gdLst/>
              <a:ahLst/>
              <a:cxnLst/>
              <a:rect l="l" t="t" r="r" b="b"/>
              <a:pathLst>
                <a:path w="316230" h="2032000">
                  <a:moveTo>
                    <a:pt x="295592" y="2019300"/>
                  </a:moveTo>
                  <a:lnTo>
                    <a:pt x="20158" y="2019300"/>
                  </a:lnTo>
                  <a:lnTo>
                    <a:pt x="20811" y="2032000"/>
                  </a:lnTo>
                  <a:lnTo>
                    <a:pt x="294938" y="2032000"/>
                  </a:lnTo>
                  <a:lnTo>
                    <a:pt x="295592" y="2019300"/>
                  </a:lnTo>
                  <a:close/>
                </a:path>
                <a:path w="316230" h="2032000">
                  <a:moveTo>
                    <a:pt x="31348" y="2006600"/>
                  </a:moveTo>
                  <a:lnTo>
                    <a:pt x="6946" y="2006600"/>
                  </a:lnTo>
                  <a:lnTo>
                    <a:pt x="9339" y="2019300"/>
                  </a:lnTo>
                  <a:lnTo>
                    <a:pt x="35018" y="2019300"/>
                  </a:lnTo>
                  <a:lnTo>
                    <a:pt x="31348" y="2006600"/>
                  </a:lnTo>
                  <a:close/>
                </a:path>
                <a:path w="316230" h="2032000">
                  <a:moveTo>
                    <a:pt x="308803" y="2006600"/>
                  </a:moveTo>
                  <a:lnTo>
                    <a:pt x="284402" y="2006600"/>
                  </a:lnTo>
                  <a:lnTo>
                    <a:pt x="280732" y="2019300"/>
                  </a:lnTo>
                  <a:lnTo>
                    <a:pt x="306410" y="2019300"/>
                  </a:lnTo>
                  <a:lnTo>
                    <a:pt x="308803" y="2006600"/>
                  </a:lnTo>
                  <a:close/>
                </a:path>
                <a:path w="316230" h="2032000">
                  <a:moveTo>
                    <a:pt x="20379" y="1993900"/>
                  </a:moveTo>
                  <a:lnTo>
                    <a:pt x="2593" y="1993900"/>
                  </a:lnTo>
                  <a:lnTo>
                    <a:pt x="4192" y="2006600"/>
                  </a:lnTo>
                  <a:lnTo>
                    <a:pt x="22390" y="2006600"/>
                  </a:lnTo>
                  <a:lnTo>
                    <a:pt x="20379" y="1993900"/>
                  </a:lnTo>
                  <a:close/>
                </a:path>
                <a:path w="316230" h="2032000">
                  <a:moveTo>
                    <a:pt x="21988" y="1993900"/>
                  </a:moveTo>
                  <a:lnTo>
                    <a:pt x="22390" y="2006600"/>
                  </a:lnTo>
                  <a:lnTo>
                    <a:pt x="24381" y="2006600"/>
                  </a:lnTo>
                  <a:lnTo>
                    <a:pt x="21988" y="1993900"/>
                  </a:lnTo>
                  <a:close/>
                </a:path>
                <a:path w="316230" h="2032000">
                  <a:moveTo>
                    <a:pt x="293762" y="1993900"/>
                  </a:moveTo>
                  <a:lnTo>
                    <a:pt x="291369" y="2006600"/>
                  </a:lnTo>
                  <a:lnTo>
                    <a:pt x="293359" y="2006600"/>
                  </a:lnTo>
                  <a:lnTo>
                    <a:pt x="293762" y="1993900"/>
                  </a:lnTo>
                  <a:close/>
                </a:path>
                <a:path w="316230" h="2032000">
                  <a:moveTo>
                    <a:pt x="313156" y="1993900"/>
                  </a:moveTo>
                  <a:lnTo>
                    <a:pt x="295361" y="1993900"/>
                  </a:lnTo>
                  <a:lnTo>
                    <a:pt x="293359" y="2006600"/>
                  </a:lnTo>
                  <a:lnTo>
                    <a:pt x="311557" y="2006600"/>
                  </a:lnTo>
                  <a:lnTo>
                    <a:pt x="313156" y="1993900"/>
                  </a:lnTo>
                  <a:close/>
                </a:path>
                <a:path w="316230" h="2032000">
                  <a:moveTo>
                    <a:pt x="17504" y="50800"/>
                  </a:moveTo>
                  <a:lnTo>
                    <a:pt x="0" y="50800"/>
                  </a:lnTo>
                  <a:lnTo>
                    <a:pt x="0" y="1981200"/>
                  </a:lnTo>
                  <a:lnTo>
                    <a:pt x="220" y="1993900"/>
                  </a:lnTo>
                  <a:lnTo>
                    <a:pt x="17915" y="1993900"/>
                  </a:lnTo>
                  <a:lnTo>
                    <a:pt x="17674" y="1981200"/>
                  </a:lnTo>
                  <a:lnTo>
                    <a:pt x="17543" y="1981200"/>
                  </a:lnTo>
                  <a:lnTo>
                    <a:pt x="17504" y="50800"/>
                  </a:lnTo>
                  <a:close/>
                </a:path>
                <a:path w="316230" h="2032000">
                  <a:moveTo>
                    <a:pt x="315569" y="1981200"/>
                  </a:moveTo>
                  <a:lnTo>
                    <a:pt x="298025" y="1981200"/>
                  </a:lnTo>
                  <a:lnTo>
                    <a:pt x="297764" y="1993900"/>
                  </a:lnTo>
                  <a:lnTo>
                    <a:pt x="315158" y="1993900"/>
                  </a:lnTo>
                  <a:lnTo>
                    <a:pt x="315569" y="1981200"/>
                  </a:lnTo>
                  <a:close/>
                </a:path>
                <a:path w="316230" h="2032000">
                  <a:moveTo>
                    <a:pt x="315751" y="50800"/>
                  </a:moveTo>
                  <a:lnTo>
                    <a:pt x="298206" y="50800"/>
                  </a:lnTo>
                  <a:lnTo>
                    <a:pt x="298246" y="1981200"/>
                  </a:lnTo>
                  <a:lnTo>
                    <a:pt x="315751" y="1981200"/>
                  </a:lnTo>
                  <a:lnTo>
                    <a:pt x="315751" y="50800"/>
                  </a:lnTo>
                  <a:close/>
                </a:path>
                <a:path w="316230" h="2032000">
                  <a:moveTo>
                    <a:pt x="17987" y="38100"/>
                  </a:moveTo>
                  <a:lnTo>
                    <a:pt x="593" y="38100"/>
                  </a:lnTo>
                  <a:lnTo>
                    <a:pt x="220" y="50800"/>
                  </a:lnTo>
                  <a:lnTo>
                    <a:pt x="17725" y="50800"/>
                  </a:lnTo>
                  <a:lnTo>
                    <a:pt x="17987" y="38100"/>
                  </a:lnTo>
                  <a:close/>
                </a:path>
                <a:path w="316230" h="2032000">
                  <a:moveTo>
                    <a:pt x="18338" y="38100"/>
                  </a:moveTo>
                  <a:lnTo>
                    <a:pt x="17987" y="38100"/>
                  </a:lnTo>
                  <a:lnTo>
                    <a:pt x="17915" y="50800"/>
                  </a:lnTo>
                  <a:lnTo>
                    <a:pt x="18338" y="38100"/>
                  </a:lnTo>
                  <a:close/>
                </a:path>
                <a:path w="316230" h="2032000">
                  <a:moveTo>
                    <a:pt x="297764" y="38100"/>
                  </a:moveTo>
                  <a:lnTo>
                    <a:pt x="297502" y="38100"/>
                  </a:lnTo>
                  <a:lnTo>
                    <a:pt x="297834" y="50800"/>
                  </a:lnTo>
                  <a:lnTo>
                    <a:pt x="297764" y="38100"/>
                  </a:lnTo>
                  <a:close/>
                </a:path>
                <a:path w="316230" h="2032000">
                  <a:moveTo>
                    <a:pt x="315158" y="38100"/>
                  </a:moveTo>
                  <a:lnTo>
                    <a:pt x="297764" y="38100"/>
                  </a:lnTo>
                  <a:lnTo>
                    <a:pt x="298065" y="50800"/>
                  </a:lnTo>
                  <a:lnTo>
                    <a:pt x="315569" y="50800"/>
                  </a:lnTo>
                  <a:lnTo>
                    <a:pt x="315158" y="38100"/>
                  </a:lnTo>
                  <a:close/>
                </a:path>
                <a:path w="316230" h="2032000">
                  <a:moveTo>
                    <a:pt x="22390" y="25400"/>
                  </a:moveTo>
                  <a:lnTo>
                    <a:pt x="4192" y="25400"/>
                  </a:lnTo>
                  <a:lnTo>
                    <a:pt x="2593" y="38100"/>
                  </a:lnTo>
                  <a:lnTo>
                    <a:pt x="20379" y="38100"/>
                  </a:lnTo>
                  <a:lnTo>
                    <a:pt x="22390" y="25400"/>
                  </a:lnTo>
                  <a:close/>
                </a:path>
                <a:path w="316230" h="2032000">
                  <a:moveTo>
                    <a:pt x="24381" y="25400"/>
                  </a:moveTo>
                  <a:lnTo>
                    <a:pt x="22390" y="25400"/>
                  </a:lnTo>
                  <a:lnTo>
                    <a:pt x="21988" y="38100"/>
                  </a:lnTo>
                  <a:lnTo>
                    <a:pt x="24381" y="25400"/>
                  </a:lnTo>
                  <a:close/>
                </a:path>
                <a:path w="316230" h="2032000">
                  <a:moveTo>
                    <a:pt x="293359" y="25400"/>
                  </a:moveTo>
                  <a:lnTo>
                    <a:pt x="291369" y="25400"/>
                  </a:lnTo>
                  <a:lnTo>
                    <a:pt x="293762" y="38100"/>
                  </a:lnTo>
                  <a:lnTo>
                    <a:pt x="293359" y="25400"/>
                  </a:lnTo>
                  <a:close/>
                </a:path>
                <a:path w="316230" h="2032000">
                  <a:moveTo>
                    <a:pt x="311557" y="25400"/>
                  </a:moveTo>
                  <a:lnTo>
                    <a:pt x="293359" y="25400"/>
                  </a:lnTo>
                  <a:lnTo>
                    <a:pt x="295361" y="38100"/>
                  </a:lnTo>
                  <a:lnTo>
                    <a:pt x="313156" y="38100"/>
                  </a:lnTo>
                  <a:lnTo>
                    <a:pt x="311557" y="25400"/>
                  </a:lnTo>
                  <a:close/>
                </a:path>
                <a:path w="316230" h="2032000">
                  <a:moveTo>
                    <a:pt x="35018" y="12700"/>
                  </a:moveTo>
                  <a:lnTo>
                    <a:pt x="9812" y="12700"/>
                  </a:lnTo>
                  <a:lnTo>
                    <a:pt x="9339" y="25400"/>
                  </a:lnTo>
                  <a:lnTo>
                    <a:pt x="31348" y="25400"/>
                  </a:lnTo>
                  <a:lnTo>
                    <a:pt x="35018" y="12700"/>
                  </a:lnTo>
                  <a:close/>
                </a:path>
                <a:path w="316230" h="2032000">
                  <a:moveTo>
                    <a:pt x="305937" y="12700"/>
                  </a:moveTo>
                  <a:lnTo>
                    <a:pt x="280732" y="12700"/>
                  </a:lnTo>
                  <a:lnTo>
                    <a:pt x="284402" y="25400"/>
                  </a:lnTo>
                  <a:lnTo>
                    <a:pt x="306410" y="25400"/>
                  </a:lnTo>
                  <a:lnTo>
                    <a:pt x="305937" y="12700"/>
                  </a:lnTo>
                  <a:close/>
                </a:path>
                <a:path w="316230" h="2032000">
                  <a:moveTo>
                    <a:pt x="291269" y="0"/>
                  </a:moveTo>
                  <a:lnTo>
                    <a:pt x="24481" y="0"/>
                  </a:lnTo>
                  <a:lnTo>
                    <a:pt x="20811" y="12700"/>
                  </a:lnTo>
                  <a:lnTo>
                    <a:pt x="294938" y="12700"/>
                  </a:lnTo>
                  <a:lnTo>
                    <a:pt x="291269" y="0"/>
                  </a:lnTo>
                  <a:close/>
                </a:path>
              </a:pathLst>
            </a:custGeom>
            <a:solidFill>
              <a:srgbClr val="0F92F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0" name="object 8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439034" y="4155884"/>
              <a:ext cx="249745" cy="328168"/>
            </a:xfrm>
            <a:prstGeom prst="rect">
              <a:avLst/>
            </a:prstGeom>
          </p:spPr>
        </p:pic>
      </p:grpSp>
      <p:sp>
        <p:nvSpPr>
          <p:cNvPr id="81" name="object 81"/>
          <p:cNvSpPr txBox="1"/>
          <p:nvPr/>
        </p:nvSpPr>
        <p:spPr>
          <a:xfrm>
            <a:off x="2474742" y="4523915"/>
            <a:ext cx="227329" cy="1210310"/>
          </a:xfrm>
          <a:prstGeom prst="rect">
            <a:avLst/>
          </a:prstGeom>
        </p:spPr>
        <p:txBody>
          <a:bodyPr wrap="square" lIns="0" tIns="2349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600" spc="-10" b="1">
                <a:solidFill>
                  <a:srgbClr val="010168"/>
                </a:solidFill>
                <a:latin typeface="Gadugi"/>
                <a:cs typeface="Gadugi"/>
              </a:rPr>
              <a:t>RETEST</a:t>
            </a:r>
            <a:endParaRPr sz="6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50" b="1">
                <a:solidFill>
                  <a:srgbClr val="3F4450"/>
                </a:solidFill>
                <a:latin typeface="Gadugi"/>
                <a:cs typeface="Gadugi"/>
              </a:rPr>
              <a:t>Verify</a:t>
            </a:r>
            <a:r>
              <a:rPr dirty="0" sz="550" spc="-15" b="1">
                <a:solidFill>
                  <a:srgbClr val="3F4450"/>
                </a:solidFill>
                <a:latin typeface="Gadugi"/>
                <a:cs typeface="Gadugi"/>
              </a:rPr>
              <a:t> </a:t>
            </a:r>
            <a:r>
              <a:rPr dirty="0" sz="550" b="1">
                <a:solidFill>
                  <a:srgbClr val="3F4450"/>
                </a:solidFill>
                <a:latin typeface="Gadugi"/>
                <a:cs typeface="Gadugi"/>
              </a:rPr>
              <a:t>whether</a:t>
            </a:r>
            <a:r>
              <a:rPr dirty="0" sz="550" spc="-5" b="1">
                <a:solidFill>
                  <a:srgbClr val="3F4450"/>
                </a:solidFill>
                <a:latin typeface="Gadugi"/>
                <a:cs typeface="Gadugi"/>
              </a:rPr>
              <a:t> </a:t>
            </a:r>
            <a:r>
              <a:rPr dirty="0" sz="550" b="1">
                <a:solidFill>
                  <a:srgbClr val="3F4450"/>
                </a:solidFill>
                <a:latin typeface="Gadugi"/>
                <a:cs typeface="Gadugi"/>
              </a:rPr>
              <a:t>the</a:t>
            </a:r>
            <a:r>
              <a:rPr dirty="0" sz="550" spc="-5" b="1">
                <a:solidFill>
                  <a:srgbClr val="3F4450"/>
                </a:solidFill>
                <a:latin typeface="Gadugi"/>
                <a:cs typeface="Gadugi"/>
              </a:rPr>
              <a:t> </a:t>
            </a:r>
            <a:r>
              <a:rPr dirty="0" sz="550" b="1">
                <a:solidFill>
                  <a:srgbClr val="3F4450"/>
                </a:solidFill>
                <a:latin typeface="Gadugi"/>
                <a:cs typeface="Gadugi"/>
              </a:rPr>
              <a:t>issue</a:t>
            </a:r>
            <a:r>
              <a:rPr dirty="0" sz="550" spc="-5" b="1">
                <a:solidFill>
                  <a:srgbClr val="3F4450"/>
                </a:solidFill>
                <a:latin typeface="Gadugi"/>
                <a:cs typeface="Gadugi"/>
              </a:rPr>
              <a:t> </a:t>
            </a:r>
            <a:r>
              <a:rPr dirty="0" sz="550" b="1">
                <a:solidFill>
                  <a:srgbClr val="3F4450"/>
                </a:solidFill>
                <a:latin typeface="Gadugi"/>
                <a:cs typeface="Gadugi"/>
              </a:rPr>
              <a:t>is</a:t>
            </a:r>
            <a:r>
              <a:rPr dirty="0" sz="550" spc="-5" b="1">
                <a:solidFill>
                  <a:srgbClr val="3F4450"/>
                </a:solidFill>
                <a:latin typeface="Gadugi"/>
                <a:cs typeface="Gadugi"/>
              </a:rPr>
              <a:t> </a:t>
            </a:r>
            <a:r>
              <a:rPr dirty="0" sz="550" spc="-10" b="1">
                <a:solidFill>
                  <a:srgbClr val="3F4450"/>
                </a:solidFill>
                <a:latin typeface="Gadugi"/>
                <a:cs typeface="Gadugi"/>
              </a:rPr>
              <a:t>resolved</a:t>
            </a:r>
            <a:r>
              <a:rPr dirty="0" sz="450" spc="-10">
                <a:solidFill>
                  <a:srgbClr val="3F4450"/>
                </a:solidFill>
                <a:latin typeface="Gadugi"/>
                <a:cs typeface="Gadugi"/>
              </a:rPr>
              <a:t>.</a:t>
            </a:r>
            <a:endParaRPr sz="450">
              <a:latin typeface="Gadugi"/>
              <a:cs typeface="Gadugi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1969796" y="4102798"/>
            <a:ext cx="353695" cy="2035175"/>
            <a:chOff x="1969796" y="4102798"/>
            <a:chExt cx="353695" cy="2035175"/>
          </a:xfrm>
        </p:grpSpPr>
        <p:sp>
          <p:nvSpPr>
            <p:cNvPr id="83" name="object 83"/>
            <p:cNvSpPr/>
            <p:nvPr/>
          </p:nvSpPr>
          <p:spPr>
            <a:xfrm>
              <a:off x="1978151" y="4102798"/>
              <a:ext cx="337185" cy="2026920"/>
            </a:xfrm>
            <a:custGeom>
              <a:avLst/>
              <a:gdLst/>
              <a:ahLst/>
              <a:cxnLst/>
              <a:rect l="l" t="t" r="r" b="b"/>
              <a:pathLst>
                <a:path w="337185" h="2026920">
                  <a:moveTo>
                    <a:pt x="282321" y="0"/>
                  </a:moveTo>
                  <a:lnTo>
                    <a:pt x="54292" y="0"/>
                  </a:lnTo>
                  <a:lnTo>
                    <a:pt x="33252" y="3925"/>
                  </a:lnTo>
                  <a:lnTo>
                    <a:pt x="16072" y="15277"/>
                  </a:lnTo>
                  <a:lnTo>
                    <a:pt x="4429" y="32261"/>
                  </a:lnTo>
                  <a:lnTo>
                    <a:pt x="0" y="53086"/>
                  </a:lnTo>
                  <a:lnTo>
                    <a:pt x="0" y="1972627"/>
                  </a:lnTo>
                  <a:lnTo>
                    <a:pt x="4429" y="1993544"/>
                  </a:lnTo>
                  <a:lnTo>
                    <a:pt x="16072" y="2010685"/>
                  </a:lnTo>
                  <a:lnTo>
                    <a:pt x="33252" y="2022370"/>
                  </a:lnTo>
                  <a:lnTo>
                    <a:pt x="54292" y="2026920"/>
                  </a:lnTo>
                  <a:lnTo>
                    <a:pt x="282321" y="2026920"/>
                  </a:lnTo>
                  <a:lnTo>
                    <a:pt x="303388" y="2022370"/>
                  </a:lnTo>
                  <a:lnTo>
                    <a:pt x="320578" y="2010685"/>
                  </a:lnTo>
                  <a:lnTo>
                    <a:pt x="332211" y="1993544"/>
                  </a:lnTo>
                  <a:lnTo>
                    <a:pt x="336613" y="1972627"/>
                  </a:lnTo>
                  <a:lnTo>
                    <a:pt x="336613" y="53086"/>
                  </a:lnTo>
                  <a:lnTo>
                    <a:pt x="332211" y="32261"/>
                  </a:lnTo>
                  <a:lnTo>
                    <a:pt x="320578" y="15277"/>
                  </a:lnTo>
                  <a:lnTo>
                    <a:pt x="303388" y="3925"/>
                  </a:lnTo>
                  <a:lnTo>
                    <a:pt x="282321" y="0"/>
                  </a:lnTo>
                  <a:close/>
                </a:path>
              </a:pathLst>
            </a:custGeom>
            <a:solidFill>
              <a:srgbClr val="D2FA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1969795" y="4118558"/>
              <a:ext cx="353695" cy="2019300"/>
            </a:xfrm>
            <a:custGeom>
              <a:avLst/>
              <a:gdLst/>
              <a:ahLst/>
              <a:cxnLst/>
              <a:rect l="l" t="t" r="r" b="b"/>
              <a:pathLst>
                <a:path w="353694" h="2019300">
                  <a:moveTo>
                    <a:pt x="41402" y="0"/>
                  </a:moveTo>
                  <a:lnTo>
                    <a:pt x="37668" y="0"/>
                  </a:lnTo>
                  <a:lnTo>
                    <a:pt x="36969" y="12700"/>
                  </a:lnTo>
                  <a:lnTo>
                    <a:pt x="41402" y="0"/>
                  </a:lnTo>
                  <a:close/>
                </a:path>
                <a:path w="353694" h="2019300">
                  <a:moveTo>
                    <a:pt x="316395" y="12700"/>
                  </a:moveTo>
                  <a:lnTo>
                    <a:pt x="315696" y="0"/>
                  </a:lnTo>
                  <a:lnTo>
                    <a:pt x="311962" y="0"/>
                  </a:lnTo>
                  <a:lnTo>
                    <a:pt x="316395" y="12700"/>
                  </a:lnTo>
                  <a:close/>
                </a:path>
                <a:path w="353694" h="2019300">
                  <a:moveTo>
                    <a:pt x="353364" y="38100"/>
                  </a:moveTo>
                  <a:lnTo>
                    <a:pt x="352704" y="38100"/>
                  </a:lnTo>
                  <a:lnTo>
                    <a:pt x="352145" y="25400"/>
                  </a:lnTo>
                  <a:lnTo>
                    <a:pt x="348627" y="25400"/>
                  </a:lnTo>
                  <a:lnTo>
                    <a:pt x="347383" y="12700"/>
                  </a:lnTo>
                  <a:lnTo>
                    <a:pt x="342531" y="12700"/>
                  </a:lnTo>
                  <a:lnTo>
                    <a:pt x="339432" y="0"/>
                  </a:lnTo>
                  <a:lnTo>
                    <a:pt x="315696" y="0"/>
                  </a:lnTo>
                  <a:lnTo>
                    <a:pt x="319836" y="12700"/>
                  </a:lnTo>
                  <a:lnTo>
                    <a:pt x="327964" y="12700"/>
                  </a:lnTo>
                  <a:lnTo>
                    <a:pt x="330657" y="25400"/>
                  </a:lnTo>
                  <a:lnTo>
                    <a:pt x="333781" y="25400"/>
                  </a:lnTo>
                  <a:lnTo>
                    <a:pt x="334505" y="38100"/>
                  </a:lnTo>
                  <a:lnTo>
                    <a:pt x="335826" y="38100"/>
                  </a:lnTo>
                  <a:lnTo>
                    <a:pt x="335864" y="1968500"/>
                  </a:lnTo>
                  <a:lnTo>
                    <a:pt x="334403" y="1968500"/>
                  </a:lnTo>
                  <a:lnTo>
                    <a:pt x="333781" y="1981200"/>
                  </a:lnTo>
                  <a:lnTo>
                    <a:pt x="330657" y="1981200"/>
                  </a:lnTo>
                  <a:lnTo>
                    <a:pt x="327964" y="1993900"/>
                  </a:lnTo>
                  <a:lnTo>
                    <a:pt x="319836" y="1993900"/>
                  </a:lnTo>
                  <a:lnTo>
                    <a:pt x="315696" y="2006600"/>
                  </a:lnTo>
                  <a:lnTo>
                    <a:pt x="37668" y="2006600"/>
                  </a:lnTo>
                  <a:lnTo>
                    <a:pt x="33528" y="1993900"/>
                  </a:lnTo>
                  <a:lnTo>
                    <a:pt x="25387" y="1993900"/>
                  </a:lnTo>
                  <a:lnTo>
                    <a:pt x="22707" y="1981200"/>
                  </a:lnTo>
                  <a:lnTo>
                    <a:pt x="19583" y="1981200"/>
                  </a:lnTo>
                  <a:lnTo>
                    <a:pt x="18859" y="1968500"/>
                  </a:lnTo>
                  <a:lnTo>
                    <a:pt x="17538" y="1968500"/>
                  </a:lnTo>
                  <a:lnTo>
                    <a:pt x="17500" y="38100"/>
                  </a:lnTo>
                  <a:lnTo>
                    <a:pt x="18973" y="38100"/>
                  </a:lnTo>
                  <a:lnTo>
                    <a:pt x="19583" y="25400"/>
                  </a:lnTo>
                  <a:lnTo>
                    <a:pt x="22707" y="25400"/>
                  </a:lnTo>
                  <a:lnTo>
                    <a:pt x="25387" y="12700"/>
                  </a:lnTo>
                  <a:lnTo>
                    <a:pt x="33528" y="12700"/>
                  </a:lnTo>
                  <a:lnTo>
                    <a:pt x="37668" y="0"/>
                  </a:lnTo>
                  <a:lnTo>
                    <a:pt x="13931" y="0"/>
                  </a:lnTo>
                  <a:lnTo>
                    <a:pt x="10833" y="12700"/>
                  </a:lnTo>
                  <a:lnTo>
                    <a:pt x="5981" y="12700"/>
                  </a:lnTo>
                  <a:lnTo>
                    <a:pt x="4902" y="25400"/>
                  </a:lnTo>
                  <a:lnTo>
                    <a:pt x="1130" y="25400"/>
                  </a:lnTo>
                  <a:lnTo>
                    <a:pt x="584" y="38100"/>
                  </a:lnTo>
                  <a:lnTo>
                    <a:pt x="0" y="38100"/>
                  </a:lnTo>
                  <a:lnTo>
                    <a:pt x="0" y="1968500"/>
                  </a:lnTo>
                  <a:lnTo>
                    <a:pt x="584" y="1968500"/>
                  </a:lnTo>
                  <a:lnTo>
                    <a:pt x="1219" y="1981200"/>
                  </a:lnTo>
                  <a:lnTo>
                    <a:pt x="3619" y="1981200"/>
                  </a:lnTo>
                  <a:lnTo>
                    <a:pt x="4902" y="1993900"/>
                  </a:lnTo>
                  <a:lnTo>
                    <a:pt x="10833" y="1993900"/>
                  </a:lnTo>
                  <a:lnTo>
                    <a:pt x="13931" y="2006600"/>
                  </a:lnTo>
                  <a:lnTo>
                    <a:pt x="22987" y="2006600"/>
                  </a:lnTo>
                  <a:lnTo>
                    <a:pt x="27127" y="2019300"/>
                  </a:lnTo>
                  <a:lnTo>
                    <a:pt x="326237" y="2019300"/>
                  </a:lnTo>
                  <a:lnTo>
                    <a:pt x="330377" y="2006600"/>
                  </a:lnTo>
                  <a:lnTo>
                    <a:pt x="339432" y="2006600"/>
                  </a:lnTo>
                  <a:lnTo>
                    <a:pt x="342531" y="1993900"/>
                  </a:lnTo>
                  <a:lnTo>
                    <a:pt x="348449" y="1993900"/>
                  </a:lnTo>
                  <a:lnTo>
                    <a:pt x="349592" y="1981200"/>
                  </a:lnTo>
                  <a:lnTo>
                    <a:pt x="352234" y="1981200"/>
                  </a:lnTo>
                  <a:lnTo>
                    <a:pt x="352780" y="1968500"/>
                  </a:lnTo>
                  <a:lnTo>
                    <a:pt x="353364" y="1968500"/>
                  </a:lnTo>
                  <a:lnTo>
                    <a:pt x="353364" y="38100"/>
                  </a:lnTo>
                  <a:close/>
                </a:path>
              </a:pathLst>
            </a:custGeom>
            <a:solidFill>
              <a:srgbClr val="32C45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5" name="object 8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992791" y="4105852"/>
              <a:ext cx="307385" cy="378199"/>
            </a:xfrm>
            <a:prstGeom prst="rect">
              <a:avLst/>
            </a:prstGeom>
          </p:spPr>
        </p:pic>
      </p:grpSp>
      <p:sp>
        <p:nvSpPr>
          <p:cNvPr id="86" name="object 86"/>
          <p:cNvSpPr txBox="1"/>
          <p:nvPr/>
        </p:nvSpPr>
        <p:spPr>
          <a:xfrm>
            <a:off x="1982510" y="4523915"/>
            <a:ext cx="321310" cy="1092200"/>
          </a:xfrm>
          <a:prstGeom prst="rect">
            <a:avLst/>
          </a:prstGeom>
        </p:spPr>
        <p:txBody>
          <a:bodyPr wrap="square" lIns="0" tIns="2349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600" b="1">
                <a:solidFill>
                  <a:srgbClr val="010168"/>
                </a:solidFill>
                <a:latin typeface="Gadugi"/>
                <a:cs typeface="Gadugi"/>
              </a:rPr>
              <a:t>SECURITY</a:t>
            </a:r>
            <a:r>
              <a:rPr dirty="0" sz="600" spc="125" b="1">
                <a:solidFill>
                  <a:srgbClr val="010168"/>
                </a:solidFill>
                <a:latin typeface="Gadugi"/>
                <a:cs typeface="Gadugi"/>
              </a:rPr>
              <a:t> </a:t>
            </a:r>
            <a:r>
              <a:rPr dirty="0" sz="600" spc="-10" b="1">
                <a:solidFill>
                  <a:srgbClr val="010168"/>
                </a:solidFill>
                <a:latin typeface="Gadugi"/>
                <a:cs typeface="Gadugi"/>
              </a:rPr>
              <a:t>VERIFIED</a:t>
            </a:r>
            <a:endParaRPr sz="600">
              <a:latin typeface="Gadugi"/>
              <a:cs typeface="Gadugi"/>
            </a:endParaRPr>
          </a:p>
          <a:p>
            <a:pPr marL="12700" marR="5080">
              <a:lnSpc>
                <a:spcPct val="112799"/>
              </a:lnSpc>
              <a:spcBef>
                <a:spcPts val="5"/>
              </a:spcBef>
            </a:pPr>
            <a:r>
              <a:rPr dirty="0" sz="550">
                <a:solidFill>
                  <a:srgbClr val="3F4450"/>
                </a:solidFill>
                <a:latin typeface="Gadugi"/>
                <a:cs typeface="Gadugi"/>
              </a:rPr>
              <a:t>Val</a:t>
            </a:r>
            <a:r>
              <a:rPr dirty="0" sz="550" b="1">
                <a:solidFill>
                  <a:srgbClr val="3F4450"/>
                </a:solidFill>
                <a:latin typeface="Gadugi"/>
                <a:cs typeface="Gadugi"/>
              </a:rPr>
              <a:t>idated</a:t>
            </a:r>
            <a:r>
              <a:rPr dirty="0" sz="550" spc="-5" b="1">
                <a:solidFill>
                  <a:srgbClr val="3F4450"/>
                </a:solidFill>
                <a:latin typeface="Gadugi"/>
                <a:cs typeface="Gadugi"/>
              </a:rPr>
              <a:t> </a:t>
            </a:r>
            <a:r>
              <a:rPr dirty="0" sz="550" b="1">
                <a:solidFill>
                  <a:srgbClr val="3F4450"/>
                </a:solidFill>
                <a:latin typeface="Gadugi"/>
                <a:cs typeface="Gadugi"/>
              </a:rPr>
              <a:t>fixes</a:t>
            </a:r>
            <a:r>
              <a:rPr dirty="0" sz="550" spc="-5" b="1">
                <a:solidFill>
                  <a:srgbClr val="3F4450"/>
                </a:solidFill>
                <a:latin typeface="Gadugi"/>
                <a:cs typeface="Gadugi"/>
              </a:rPr>
              <a:t> </a:t>
            </a:r>
            <a:r>
              <a:rPr dirty="0" sz="550" b="1">
                <a:solidFill>
                  <a:srgbClr val="3F4450"/>
                </a:solidFill>
                <a:latin typeface="Gadugi"/>
                <a:cs typeface="Gadugi"/>
              </a:rPr>
              <a:t>become</a:t>
            </a:r>
            <a:r>
              <a:rPr dirty="0" sz="550" spc="-5" b="1">
                <a:solidFill>
                  <a:srgbClr val="3F4450"/>
                </a:solidFill>
                <a:latin typeface="Gadugi"/>
                <a:cs typeface="Gadugi"/>
              </a:rPr>
              <a:t> </a:t>
            </a:r>
            <a:r>
              <a:rPr dirty="0" sz="550" b="1">
                <a:solidFill>
                  <a:srgbClr val="3F4450"/>
                </a:solidFill>
                <a:latin typeface="Gadugi"/>
                <a:cs typeface="Gadugi"/>
              </a:rPr>
              <a:t>part</a:t>
            </a:r>
            <a:r>
              <a:rPr dirty="0" sz="550" spc="-10" b="1">
                <a:solidFill>
                  <a:srgbClr val="3F4450"/>
                </a:solidFill>
                <a:latin typeface="Gadugi"/>
                <a:cs typeface="Gadugi"/>
              </a:rPr>
              <a:t> </a:t>
            </a:r>
            <a:r>
              <a:rPr dirty="0" sz="550" b="1">
                <a:solidFill>
                  <a:srgbClr val="3F4450"/>
                </a:solidFill>
                <a:latin typeface="Gadugi"/>
                <a:cs typeface="Gadugi"/>
              </a:rPr>
              <a:t>of</a:t>
            </a:r>
            <a:r>
              <a:rPr dirty="0" sz="550" spc="-5" b="1">
                <a:solidFill>
                  <a:srgbClr val="3F4450"/>
                </a:solidFill>
                <a:latin typeface="Gadugi"/>
                <a:cs typeface="Gadugi"/>
              </a:rPr>
              <a:t> </a:t>
            </a:r>
            <a:r>
              <a:rPr dirty="0" sz="550" spc="-50" b="1">
                <a:solidFill>
                  <a:srgbClr val="3F4450"/>
                </a:solidFill>
                <a:latin typeface="Gadugi"/>
                <a:cs typeface="Gadugi"/>
              </a:rPr>
              <a:t>a</a:t>
            </a:r>
            <a:r>
              <a:rPr dirty="0" sz="550" spc="500" b="1">
                <a:solidFill>
                  <a:srgbClr val="3F4450"/>
                </a:solidFill>
                <a:latin typeface="Gadugi"/>
                <a:cs typeface="Gadugi"/>
              </a:rPr>
              <a:t> </a:t>
            </a:r>
            <a:r>
              <a:rPr dirty="0" sz="550" spc="-10" b="1">
                <a:solidFill>
                  <a:srgbClr val="3F4450"/>
                </a:solidFill>
                <a:latin typeface="Gadugi"/>
                <a:cs typeface="Gadugi"/>
              </a:rPr>
              <a:t>continuous</a:t>
            </a:r>
            <a:r>
              <a:rPr dirty="0" sz="550" spc="15" b="1">
                <a:solidFill>
                  <a:srgbClr val="3F4450"/>
                </a:solidFill>
                <a:latin typeface="Gadugi"/>
                <a:cs typeface="Gadugi"/>
              </a:rPr>
              <a:t> </a:t>
            </a:r>
            <a:r>
              <a:rPr dirty="0" sz="550" b="1">
                <a:solidFill>
                  <a:srgbClr val="3F4450"/>
                </a:solidFill>
                <a:latin typeface="Gadugi"/>
                <a:cs typeface="Gadugi"/>
              </a:rPr>
              <a:t>security</a:t>
            </a:r>
            <a:r>
              <a:rPr dirty="0" sz="550" spc="15" b="1">
                <a:solidFill>
                  <a:srgbClr val="3F4450"/>
                </a:solidFill>
                <a:latin typeface="Gadugi"/>
                <a:cs typeface="Gadugi"/>
              </a:rPr>
              <a:t> </a:t>
            </a:r>
            <a:r>
              <a:rPr dirty="0" sz="550" spc="-10" b="1">
                <a:solidFill>
                  <a:srgbClr val="3F4450"/>
                </a:solidFill>
                <a:latin typeface="Gadugi"/>
                <a:cs typeface="Gadugi"/>
              </a:rPr>
              <a:t>process</a:t>
            </a:r>
            <a:r>
              <a:rPr dirty="0" sz="550" spc="-10">
                <a:solidFill>
                  <a:srgbClr val="3F4450"/>
                </a:solidFill>
                <a:latin typeface="Gadugi"/>
                <a:cs typeface="Gadugi"/>
              </a:rPr>
              <a:t>.</a:t>
            </a:r>
            <a:endParaRPr sz="550">
              <a:latin typeface="Gadugi"/>
              <a:cs typeface="Gadugi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2153345" y="5058346"/>
            <a:ext cx="2853690" cy="1325245"/>
            <a:chOff x="2153345" y="5058346"/>
            <a:chExt cx="2853690" cy="1325245"/>
          </a:xfrm>
        </p:grpSpPr>
        <p:pic>
          <p:nvPicPr>
            <p:cNvPr id="88" name="object 8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714494" y="5058346"/>
              <a:ext cx="96519" cy="115824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317555" y="5058346"/>
              <a:ext cx="90487" cy="115824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914584" y="5058346"/>
              <a:ext cx="96519" cy="115824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516439" y="5058346"/>
              <a:ext cx="91694" cy="115824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114674" y="5058346"/>
              <a:ext cx="74802" cy="115824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716529" y="5058346"/>
              <a:ext cx="91693" cy="115824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318384" y="5058346"/>
              <a:ext cx="91693" cy="115824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2153335" y="6129159"/>
              <a:ext cx="25400" cy="254000"/>
            </a:xfrm>
            <a:custGeom>
              <a:avLst/>
              <a:gdLst/>
              <a:ahLst/>
              <a:cxnLst/>
              <a:rect l="l" t="t" r="r" b="b"/>
              <a:pathLst>
                <a:path w="25400" h="254000">
                  <a:moveTo>
                    <a:pt x="25146" y="0"/>
                  </a:moveTo>
                  <a:lnTo>
                    <a:pt x="0" y="0"/>
                  </a:lnTo>
                  <a:lnTo>
                    <a:pt x="0" y="241287"/>
                  </a:lnTo>
                  <a:lnTo>
                    <a:pt x="889" y="241287"/>
                  </a:lnTo>
                  <a:lnTo>
                    <a:pt x="889" y="253860"/>
                  </a:lnTo>
                  <a:lnTo>
                    <a:pt x="12573" y="253860"/>
                  </a:lnTo>
                  <a:lnTo>
                    <a:pt x="12573" y="241287"/>
                  </a:lnTo>
                  <a:lnTo>
                    <a:pt x="25146" y="241287"/>
                  </a:lnTo>
                  <a:lnTo>
                    <a:pt x="25146" y="0"/>
                  </a:lnTo>
                  <a:close/>
                </a:path>
              </a:pathLst>
            </a:custGeom>
            <a:solidFill>
              <a:srgbClr val="012D7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6" name="object 9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931492" y="6162938"/>
              <a:ext cx="75406" cy="207507"/>
            </a:xfrm>
            <a:prstGeom prst="rect">
              <a:avLst/>
            </a:prstGeom>
          </p:spPr>
        </p:pic>
      </p:grpSp>
      <p:sp>
        <p:nvSpPr>
          <p:cNvPr id="97" name="object 97"/>
          <p:cNvSpPr txBox="1"/>
          <p:nvPr/>
        </p:nvSpPr>
        <p:spPr>
          <a:xfrm rot="10800000">
            <a:off x="3331248" y="6539414"/>
            <a:ext cx="365817" cy="1003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90"/>
              </a:lnSpc>
            </a:pPr>
            <a:r>
              <a:rPr dirty="0" sz="750" b="1">
                <a:solidFill>
                  <a:srgbClr val="012D76"/>
                </a:solidFill>
                <a:latin typeface="Gadugi"/>
                <a:cs typeface="Gadugi"/>
              </a:rPr>
              <a:t>Back</a:t>
            </a:r>
            <a:r>
              <a:rPr dirty="0" sz="750" spc="85" b="1">
                <a:solidFill>
                  <a:srgbClr val="012D76"/>
                </a:solidFill>
                <a:latin typeface="Gadugi"/>
                <a:cs typeface="Gadugi"/>
              </a:rPr>
              <a:t> </a:t>
            </a:r>
            <a:r>
              <a:rPr dirty="0" sz="750" spc="-25" b="1">
                <a:solidFill>
                  <a:srgbClr val="012D76"/>
                </a:solidFill>
                <a:latin typeface="Gadugi"/>
                <a:cs typeface="Gadugi"/>
              </a:rPr>
              <a:t>to</a:t>
            </a:r>
            <a:endParaRPr sz="750">
              <a:latin typeface="Gadugi"/>
              <a:cs typeface="Gadugi"/>
            </a:endParaRPr>
          </a:p>
        </p:txBody>
      </p:sp>
      <p:sp>
        <p:nvSpPr>
          <p:cNvPr id="98" name="object 98"/>
          <p:cNvSpPr txBox="1"/>
          <p:nvPr/>
        </p:nvSpPr>
        <p:spPr>
          <a:xfrm rot="10800000">
            <a:off x="3206563" y="6418764"/>
            <a:ext cx="615295" cy="1003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90"/>
              </a:lnSpc>
            </a:pPr>
            <a:r>
              <a:rPr dirty="0" sz="750" spc="-10" b="1">
                <a:solidFill>
                  <a:srgbClr val="012D76"/>
                </a:solidFill>
                <a:latin typeface="Gadugi"/>
                <a:cs typeface="Gadugi"/>
              </a:rPr>
              <a:t>Deveopment</a:t>
            </a:r>
            <a:endParaRPr sz="750">
              <a:latin typeface="Gadugi"/>
              <a:cs typeface="Gadugi"/>
            </a:endParaRPr>
          </a:p>
        </p:txBody>
      </p:sp>
      <p:grpSp>
        <p:nvGrpSpPr>
          <p:cNvPr id="99" name="object 99"/>
          <p:cNvGrpSpPr/>
          <p:nvPr/>
        </p:nvGrpSpPr>
        <p:grpSpPr>
          <a:xfrm>
            <a:off x="1580007" y="3933888"/>
            <a:ext cx="346710" cy="2664460"/>
            <a:chOff x="1580007" y="3933888"/>
            <a:chExt cx="346710" cy="2664460"/>
          </a:xfrm>
        </p:grpSpPr>
        <p:sp>
          <p:nvSpPr>
            <p:cNvPr id="100" name="object 100"/>
            <p:cNvSpPr/>
            <p:nvPr/>
          </p:nvSpPr>
          <p:spPr>
            <a:xfrm>
              <a:off x="1580007" y="3933888"/>
              <a:ext cx="346710" cy="2664460"/>
            </a:xfrm>
            <a:custGeom>
              <a:avLst/>
              <a:gdLst/>
              <a:ahLst/>
              <a:cxnLst/>
              <a:rect l="l" t="t" r="r" b="b"/>
              <a:pathLst>
                <a:path w="346710" h="2664459">
                  <a:moveTo>
                    <a:pt x="242506" y="0"/>
                  </a:moveTo>
                  <a:lnTo>
                    <a:pt x="103759" y="0"/>
                  </a:lnTo>
                  <a:lnTo>
                    <a:pt x="63323" y="7877"/>
                  </a:lnTo>
                  <a:lnTo>
                    <a:pt x="30312" y="30037"/>
                  </a:lnTo>
                  <a:lnTo>
                    <a:pt x="8085" y="63118"/>
                  </a:lnTo>
                  <a:lnTo>
                    <a:pt x="0" y="103758"/>
                  </a:lnTo>
                  <a:lnTo>
                    <a:pt x="0" y="2558986"/>
                  </a:lnTo>
                  <a:lnTo>
                    <a:pt x="8085" y="2599713"/>
                  </a:lnTo>
                  <a:lnTo>
                    <a:pt x="30312" y="2632949"/>
                  </a:lnTo>
                  <a:lnTo>
                    <a:pt x="63323" y="2655444"/>
                  </a:lnTo>
                  <a:lnTo>
                    <a:pt x="103759" y="2663952"/>
                  </a:lnTo>
                  <a:lnTo>
                    <a:pt x="242506" y="2663952"/>
                  </a:lnTo>
                  <a:lnTo>
                    <a:pt x="282885" y="2655444"/>
                  </a:lnTo>
                  <a:lnTo>
                    <a:pt x="315880" y="2632949"/>
                  </a:lnTo>
                  <a:lnTo>
                    <a:pt x="338127" y="2599713"/>
                  </a:lnTo>
                  <a:lnTo>
                    <a:pt x="346265" y="2558986"/>
                  </a:lnTo>
                  <a:lnTo>
                    <a:pt x="346265" y="103758"/>
                  </a:lnTo>
                  <a:lnTo>
                    <a:pt x="338127" y="63118"/>
                  </a:lnTo>
                  <a:lnTo>
                    <a:pt x="315880" y="30037"/>
                  </a:lnTo>
                  <a:lnTo>
                    <a:pt x="282885" y="7877"/>
                  </a:lnTo>
                  <a:lnTo>
                    <a:pt x="242506" y="0"/>
                  </a:lnTo>
                  <a:close/>
                </a:path>
              </a:pathLst>
            </a:custGeom>
            <a:solidFill>
              <a:srgbClr val="012D7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1" name="object 10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608963" y="4126928"/>
              <a:ext cx="288353" cy="328168"/>
            </a:xfrm>
            <a:prstGeom prst="rect">
              <a:avLst/>
            </a:prstGeom>
          </p:spPr>
        </p:pic>
      </p:grpSp>
      <p:sp>
        <p:nvSpPr>
          <p:cNvPr id="102" name="object 102"/>
          <p:cNvSpPr txBox="1"/>
          <p:nvPr/>
        </p:nvSpPr>
        <p:spPr>
          <a:xfrm>
            <a:off x="1608485" y="4509437"/>
            <a:ext cx="250190" cy="1537335"/>
          </a:xfrm>
          <a:prstGeom prst="rect">
            <a:avLst/>
          </a:prstGeom>
        </p:spPr>
        <p:txBody>
          <a:bodyPr wrap="square" lIns="0" tIns="6350" rIns="0" bIns="0" rtlCol="0" vert="vert">
            <a:spAutoFit/>
          </a:bodyPr>
          <a:lstStyle/>
          <a:p>
            <a:pPr marL="12700" marR="5080">
              <a:lnSpc>
                <a:spcPts val="919"/>
              </a:lnSpc>
              <a:spcBef>
                <a:spcPts val="50"/>
              </a:spcBef>
            </a:pPr>
            <a:r>
              <a:rPr dirty="0" sz="600">
                <a:solidFill>
                  <a:srgbClr val="FFFFFF"/>
                </a:solidFill>
                <a:latin typeface="Gadugi"/>
                <a:cs typeface="Gadugi"/>
              </a:rPr>
              <a:t>Security</a:t>
            </a:r>
            <a:r>
              <a:rPr dirty="0" sz="600" spc="75">
                <a:solidFill>
                  <a:srgbClr val="FFFFFF"/>
                </a:solidFill>
                <a:latin typeface="Gadugi"/>
                <a:cs typeface="Gadugi"/>
              </a:rPr>
              <a:t> </a:t>
            </a:r>
            <a:r>
              <a:rPr dirty="0" sz="600">
                <a:solidFill>
                  <a:srgbClr val="FFFFFF"/>
                </a:solidFill>
                <a:latin typeface="Gadugi"/>
                <a:cs typeface="Gadugi"/>
              </a:rPr>
              <a:t>becomes</a:t>
            </a:r>
            <a:r>
              <a:rPr dirty="0" sz="600" spc="75">
                <a:solidFill>
                  <a:srgbClr val="FFFFFF"/>
                </a:solidFill>
                <a:latin typeface="Gadugi"/>
                <a:cs typeface="Gadugi"/>
              </a:rPr>
              <a:t> </a:t>
            </a:r>
            <a:r>
              <a:rPr dirty="0" sz="600">
                <a:solidFill>
                  <a:srgbClr val="FFFFFF"/>
                </a:solidFill>
                <a:latin typeface="Gadugi"/>
                <a:cs typeface="Gadugi"/>
              </a:rPr>
              <a:t>part</a:t>
            </a:r>
            <a:r>
              <a:rPr dirty="0" sz="600" spc="75">
                <a:solidFill>
                  <a:srgbClr val="FFFFFF"/>
                </a:solidFill>
                <a:latin typeface="Gadugi"/>
                <a:cs typeface="Gadugi"/>
              </a:rPr>
              <a:t> </a:t>
            </a:r>
            <a:r>
              <a:rPr dirty="0" sz="600">
                <a:solidFill>
                  <a:srgbClr val="FFFFFF"/>
                </a:solidFill>
                <a:latin typeface="Gadugi"/>
                <a:cs typeface="Gadugi"/>
              </a:rPr>
              <a:t>of</a:t>
            </a:r>
            <a:r>
              <a:rPr dirty="0" sz="600" spc="75">
                <a:solidFill>
                  <a:srgbClr val="FFFFFF"/>
                </a:solidFill>
                <a:latin typeface="Gadugi"/>
                <a:cs typeface="Gadugi"/>
              </a:rPr>
              <a:t> </a:t>
            </a:r>
            <a:r>
              <a:rPr dirty="0" sz="600">
                <a:solidFill>
                  <a:srgbClr val="FFFFFF"/>
                </a:solidFill>
                <a:latin typeface="Gadugi"/>
                <a:cs typeface="Gadugi"/>
              </a:rPr>
              <a:t>the</a:t>
            </a:r>
            <a:r>
              <a:rPr dirty="0" sz="600" spc="75">
                <a:solidFill>
                  <a:srgbClr val="FFFFFF"/>
                </a:solidFill>
                <a:latin typeface="Gadugi"/>
                <a:cs typeface="Gadugi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Gadugi"/>
                <a:cs typeface="Gadugi"/>
              </a:rPr>
              <a:t>development</a:t>
            </a:r>
            <a:r>
              <a:rPr dirty="0" sz="600" spc="500">
                <a:solidFill>
                  <a:srgbClr val="FFFFFF"/>
                </a:solidFill>
                <a:latin typeface="Gadugi"/>
                <a:cs typeface="Gadugi"/>
              </a:rPr>
              <a:t> </a:t>
            </a:r>
            <a:r>
              <a:rPr dirty="0" sz="600">
                <a:solidFill>
                  <a:srgbClr val="FFFFFF"/>
                </a:solidFill>
                <a:latin typeface="Gadugi"/>
                <a:cs typeface="Gadugi"/>
              </a:rPr>
              <a:t>lifecycle</a:t>
            </a:r>
            <a:r>
              <a:rPr dirty="0" sz="600" spc="50">
                <a:solidFill>
                  <a:srgbClr val="FFFFFF"/>
                </a:solidFill>
                <a:latin typeface="Gadugi"/>
                <a:cs typeface="Gadugi"/>
              </a:rPr>
              <a:t> </a:t>
            </a:r>
            <a:r>
              <a:rPr dirty="0" sz="600">
                <a:solidFill>
                  <a:srgbClr val="FFFFFF"/>
                </a:solidFill>
                <a:latin typeface="Gadugi"/>
                <a:cs typeface="Gadugi"/>
              </a:rPr>
              <a:t>—</a:t>
            </a:r>
            <a:r>
              <a:rPr dirty="0" sz="600" spc="55">
                <a:solidFill>
                  <a:srgbClr val="FFFFFF"/>
                </a:solidFill>
                <a:latin typeface="Gadugi"/>
                <a:cs typeface="Gadugi"/>
              </a:rPr>
              <a:t> </a:t>
            </a:r>
            <a:r>
              <a:rPr dirty="0" sz="600">
                <a:solidFill>
                  <a:srgbClr val="FFFFFF"/>
                </a:solidFill>
                <a:latin typeface="Gadugi"/>
                <a:cs typeface="Gadugi"/>
              </a:rPr>
              <a:t>not</a:t>
            </a:r>
            <a:r>
              <a:rPr dirty="0" sz="600" spc="55">
                <a:solidFill>
                  <a:srgbClr val="FFFFFF"/>
                </a:solidFill>
                <a:latin typeface="Gadugi"/>
                <a:cs typeface="Gadugi"/>
              </a:rPr>
              <a:t> </a:t>
            </a:r>
            <a:r>
              <a:rPr dirty="0" sz="600">
                <a:solidFill>
                  <a:srgbClr val="FFFFFF"/>
                </a:solidFill>
                <a:latin typeface="Gadugi"/>
                <a:cs typeface="Gadugi"/>
              </a:rPr>
              <a:t>a</a:t>
            </a:r>
            <a:r>
              <a:rPr dirty="0" sz="600" spc="50">
                <a:solidFill>
                  <a:srgbClr val="FFFFFF"/>
                </a:solidFill>
                <a:latin typeface="Gadugi"/>
                <a:cs typeface="Gadugi"/>
              </a:rPr>
              <a:t> </a:t>
            </a:r>
            <a:r>
              <a:rPr dirty="0" sz="600">
                <a:solidFill>
                  <a:srgbClr val="FFFFFF"/>
                </a:solidFill>
                <a:latin typeface="Gadugi"/>
                <a:cs typeface="Gadugi"/>
              </a:rPr>
              <a:t>final</a:t>
            </a:r>
            <a:r>
              <a:rPr dirty="0" sz="600" spc="55">
                <a:solidFill>
                  <a:srgbClr val="FFFFFF"/>
                </a:solidFill>
                <a:latin typeface="Gadugi"/>
                <a:cs typeface="Gadugi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Gadugi"/>
                <a:cs typeface="Gadugi"/>
              </a:rPr>
              <a:t>checkpoint.</a:t>
            </a:r>
            <a:endParaRPr sz="600">
              <a:latin typeface="Gadugi"/>
              <a:cs typeface="Gadugi"/>
            </a:endParaRPr>
          </a:p>
        </p:txBody>
      </p:sp>
      <p:grpSp>
        <p:nvGrpSpPr>
          <p:cNvPr id="103" name="object 103"/>
          <p:cNvGrpSpPr/>
          <p:nvPr/>
        </p:nvGrpSpPr>
        <p:grpSpPr>
          <a:xfrm>
            <a:off x="1982977" y="6913943"/>
            <a:ext cx="3169920" cy="482600"/>
            <a:chOff x="1982977" y="6913943"/>
            <a:chExt cx="3169920" cy="482600"/>
          </a:xfrm>
        </p:grpSpPr>
        <p:pic>
          <p:nvPicPr>
            <p:cNvPr id="104" name="object 10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756532" y="6913943"/>
              <a:ext cx="1395920" cy="482600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413698" y="6913943"/>
              <a:ext cx="1392300" cy="482600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982977" y="6913943"/>
              <a:ext cx="481393" cy="482600"/>
            </a:xfrm>
            <a:prstGeom prst="rect">
              <a:avLst/>
            </a:prstGeom>
          </p:spPr>
        </p:pic>
      </p:grpSp>
      <p:sp>
        <p:nvSpPr>
          <p:cNvPr id="107" name="object 107"/>
          <p:cNvSpPr txBox="1"/>
          <p:nvPr/>
        </p:nvSpPr>
        <p:spPr>
          <a:xfrm>
            <a:off x="4251329" y="7553256"/>
            <a:ext cx="832485" cy="1419225"/>
          </a:xfrm>
          <a:prstGeom prst="rect">
            <a:avLst/>
          </a:prstGeom>
        </p:spPr>
        <p:txBody>
          <a:bodyPr wrap="square" lIns="0" tIns="26034" rIns="0" bIns="0" rtlCol="0" vert="vert">
            <a:spAutoFit/>
          </a:bodyPr>
          <a:lstStyle/>
          <a:p>
            <a:pPr marL="12700">
              <a:lnSpc>
                <a:spcPts val="1180"/>
              </a:lnSpc>
              <a:spcBef>
                <a:spcPts val="204"/>
              </a:spcBef>
            </a:pPr>
            <a:r>
              <a:rPr dirty="0" sz="1000" b="1">
                <a:solidFill>
                  <a:srgbClr val="010168"/>
                </a:solidFill>
                <a:latin typeface="Gadugi"/>
                <a:cs typeface="Gadugi"/>
              </a:rPr>
              <a:t>Monitoring</a:t>
            </a:r>
            <a:r>
              <a:rPr dirty="0" sz="1000" spc="90" b="1">
                <a:solidFill>
                  <a:srgbClr val="010168"/>
                </a:solidFill>
                <a:latin typeface="Gadugi"/>
                <a:cs typeface="Gadugi"/>
              </a:rPr>
              <a:t> </a:t>
            </a:r>
            <a:r>
              <a:rPr dirty="0" sz="1000" spc="-10" b="1">
                <a:solidFill>
                  <a:srgbClr val="010168"/>
                </a:solidFill>
                <a:latin typeface="Gadugi"/>
                <a:cs typeface="Gadugi"/>
              </a:rPr>
              <a:t>platforms</a:t>
            </a:r>
            <a:endParaRPr sz="1000">
              <a:latin typeface="Gadugi"/>
              <a:cs typeface="Gadugi"/>
            </a:endParaRPr>
          </a:p>
          <a:p>
            <a:pPr marL="12700" marR="253365">
              <a:lnSpc>
                <a:spcPts val="810"/>
              </a:lnSpc>
              <a:spcBef>
                <a:spcPts val="35"/>
              </a:spcBef>
            </a:pP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Ensures</a:t>
            </a:r>
            <a:r>
              <a:rPr dirty="0" sz="700" spc="15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secure</a:t>
            </a:r>
            <a:r>
              <a:rPr dirty="0" sz="700" spc="15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and</a:t>
            </a:r>
            <a:r>
              <a:rPr dirty="0" sz="700" spc="15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spc="-10" b="1">
                <a:solidFill>
                  <a:srgbClr val="8082A9"/>
                </a:solidFill>
                <a:latin typeface="Gadugi"/>
                <a:cs typeface="Gadugi"/>
              </a:rPr>
              <a:t>reliable</a:t>
            </a:r>
            <a:r>
              <a:rPr dirty="0" sz="700" spc="500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monitoring</a:t>
            </a:r>
            <a:r>
              <a:rPr dirty="0" sz="700" spc="25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spc="-10" b="1">
                <a:solidFill>
                  <a:srgbClr val="8082A9"/>
                </a:solidFill>
                <a:latin typeface="Gadugi"/>
                <a:cs typeface="Gadugi"/>
              </a:rPr>
              <a:t>services</a:t>
            </a:r>
            <a:r>
              <a:rPr dirty="0" sz="700" spc="-10">
                <a:solidFill>
                  <a:srgbClr val="8082A9"/>
                </a:solidFill>
                <a:latin typeface="Gadugi"/>
                <a:cs typeface="Gadugi"/>
              </a:rPr>
              <a:t>.</a:t>
            </a:r>
            <a:endParaRPr sz="700">
              <a:latin typeface="Gadugi"/>
              <a:cs typeface="Gadugi"/>
            </a:endParaRPr>
          </a:p>
          <a:p>
            <a:pPr marL="12700">
              <a:lnSpc>
                <a:spcPts val="1180"/>
              </a:lnSpc>
              <a:spcBef>
                <a:spcPts val="555"/>
              </a:spcBef>
            </a:pPr>
            <a:r>
              <a:rPr dirty="0" sz="1000" b="1">
                <a:solidFill>
                  <a:srgbClr val="010168"/>
                </a:solidFill>
                <a:latin typeface="Gadugi"/>
                <a:cs typeface="Gadugi"/>
              </a:rPr>
              <a:t>Government</a:t>
            </a:r>
            <a:r>
              <a:rPr dirty="0" sz="1000" spc="130" b="1">
                <a:solidFill>
                  <a:srgbClr val="010168"/>
                </a:solidFill>
                <a:latin typeface="Gadugi"/>
                <a:cs typeface="Gadugi"/>
              </a:rPr>
              <a:t> </a:t>
            </a:r>
            <a:r>
              <a:rPr dirty="0" sz="1000" spc="-10" b="1">
                <a:solidFill>
                  <a:srgbClr val="010168"/>
                </a:solidFill>
                <a:latin typeface="Gadugi"/>
                <a:cs typeface="Gadugi"/>
              </a:rPr>
              <a:t>portals</a:t>
            </a:r>
            <a:endParaRPr sz="1000">
              <a:latin typeface="Gadugi"/>
              <a:cs typeface="Gadugi"/>
            </a:endParaRPr>
          </a:p>
          <a:p>
            <a:pPr marL="12700" marR="5080">
              <a:lnSpc>
                <a:spcPts val="810"/>
              </a:lnSpc>
              <a:spcBef>
                <a:spcPts val="35"/>
              </a:spcBef>
            </a:pP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Applicable</a:t>
            </a:r>
            <a:r>
              <a:rPr dirty="0" sz="700" spc="15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for</a:t>
            </a:r>
            <a:r>
              <a:rPr dirty="0" sz="700" spc="20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national</a:t>
            </a:r>
            <a:r>
              <a:rPr dirty="0" sz="700" spc="20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and</a:t>
            </a:r>
            <a:r>
              <a:rPr dirty="0" sz="700" spc="15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spc="-20" b="1">
                <a:solidFill>
                  <a:srgbClr val="8082A9"/>
                </a:solidFill>
                <a:latin typeface="Gadugi"/>
                <a:cs typeface="Gadugi"/>
              </a:rPr>
              <a:t>state</a:t>
            </a:r>
            <a:r>
              <a:rPr dirty="0" sz="700" spc="500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monitoring</a:t>
            </a:r>
            <a:r>
              <a:rPr dirty="0" sz="700" spc="25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spc="-10" b="1">
                <a:solidFill>
                  <a:srgbClr val="8082A9"/>
                </a:solidFill>
                <a:latin typeface="Gadugi"/>
                <a:cs typeface="Gadugi"/>
              </a:rPr>
              <a:t>platforms.</a:t>
            </a:r>
            <a:endParaRPr sz="700">
              <a:latin typeface="Gadugi"/>
              <a:cs typeface="Gadugi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1993786" y="6755880"/>
            <a:ext cx="2174875" cy="2631440"/>
          </a:xfrm>
          <a:prstGeom prst="rect">
            <a:avLst/>
          </a:prstGeom>
        </p:spPr>
        <p:txBody>
          <a:bodyPr wrap="square" lIns="0" tIns="26034" rIns="0" bIns="0" rtlCol="0" vert="vert">
            <a:spAutoFit/>
          </a:bodyPr>
          <a:lstStyle/>
          <a:p>
            <a:pPr marL="809625">
              <a:lnSpc>
                <a:spcPts val="1180"/>
              </a:lnSpc>
              <a:spcBef>
                <a:spcPts val="204"/>
              </a:spcBef>
            </a:pPr>
            <a:r>
              <a:rPr dirty="0" sz="1000" b="1">
                <a:solidFill>
                  <a:srgbClr val="010168"/>
                </a:solidFill>
                <a:latin typeface="Gadugi"/>
                <a:cs typeface="Gadugi"/>
              </a:rPr>
              <a:t>Citizen-service</a:t>
            </a:r>
            <a:r>
              <a:rPr dirty="0" sz="1000" spc="210" b="1">
                <a:solidFill>
                  <a:srgbClr val="010168"/>
                </a:solidFill>
                <a:latin typeface="Gadugi"/>
                <a:cs typeface="Gadugi"/>
              </a:rPr>
              <a:t> </a:t>
            </a:r>
            <a:r>
              <a:rPr dirty="0" sz="1000" spc="-10" b="1">
                <a:solidFill>
                  <a:srgbClr val="010168"/>
                </a:solidFill>
                <a:latin typeface="Gadugi"/>
                <a:cs typeface="Gadugi"/>
              </a:rPr>
              <a:t>applications</a:t>
            </a:r>
            <a:endParaRPr sz="1000">
              <a:latin typeface="Gadugi"/>
              <a:cs typeface="Gadugi"/>
            </a:endParaRPr>
          </a:p>
          <a:p>
            <a:pPr marL="809625" marR="630555">
              <a:lnSpc>
                <a:spcPts val="810"/>
              </a:lnSpc>
              <a:spcBef>
                <a:spcPts val="35"/>
              </a:spcBef>
            </a:pP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Improves</a:t>
            </a:r>
            <a:r>
              <a:rPr dirty="0" sz="700" spc="10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trust</a:t>
            </a:r>
            <a:r>
              <a:rPr dirty="0" sz="700" spc="15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and</a:t>
            </a:r>
            <a:r>
              <a:rPr dirty="0" sz="700" spc="15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spc="-10" b="1">
                <a:solidFill>
                  <a:srgbClr val="8082A9"/>
                </a:solidFill>
                <a:latin typeface="Gadugi"/>
                <a:cs typeface="Gadugi"/>
              </a:rPr>
              <a:t>protects</a:t>
            </a:r>
            <a:r>
              <a:rPr dirty="0" sz="700" spc="500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citizen</a:t>
            </a:r>
            <a:r>
              <a:rPr dirty="0" sz="700" spc="-5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spc="-10" b="1">
                <a:solidFill>
                  <a:srgbClr val="8082A9"/>
                </a:solidFill>
                <a:latin typeface="Gadugi"/>
                <a:cs typeface="Gadugi"/>
              </a:rPr>
              <a:t>data</a:t>
            </a:r>
            <a:r>
              <a:rPr dirty="0" sz="600" spc="-10" b="1">
                <a:solidFill>
                  <a:srgbClr val="8082A9"/>
                </a:solidFill>
                <a:latin typeface="Gadugi"/>
                <a:cs typeface="Gadugi"/>
              </a:rPr>
              <a:t>.</a:t>
            </a:r>
            <a:endParaRPr sz="600">
              <a:latin typeface="Gadugi"/>
              <a:cs typeface="Gadugi"/>
            </a:endParaRPr>
          </a:p>
          <a:p>
            <a:pPr marL="809625">
              <a:lnSpc>
                <a:spcPts val="1180"/>
              </a:lnSpc>
              <a:spcBef>
                <a:spcPts val="560"/>
              </a:spcBef>
            </a:pPr>
            <a:r>
              <a:rPr dirty="0" sz="1000" spc="-20" b="1">
                <a:solidFill>
                  <a:srgbClr val="010168"/>
                </a:solidFill>
                <a:latin typeface="Gadugi"/>
                <a:cs typeface="Gadugi"/>
              </a:rPr>
              <a:t>APIs</a:t>
            </a:r>
            <a:endParaRPr sz="1000">
              <a:latin typeface="Gadugi"/>
              <a:cs typeface="Gadugi"/>
            </a:endParaRPr>
          </a:p>
          <a:p>
            <a:pPr marL="809625" marR="578485">
              <a:lnSpc>
                <a:spcPts val="810"/>
              </a:lnSpc>
              <a:spcBef>
                <a:spcPts val="35"/>
              </a:spcBef>
            </a:pP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Secures</a:t>
            </a:r>
            <a:r>
              <a:rPr dirty="0" sz="700" spc="20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internal</a:t>
            </a:r>
            <a:r>
              <a:rPr dirty="0" sz="700" spc="20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and</a:t>
            </a:r>
            <a:r>
              <a:rPr dirty="0" sz="700" spc="20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spc="-10" b="1">
                <a:solidFill>
                  <a:srgbClr val="8082A9"/>
                </a:solidFill>
                <a:latin typeface="Gadugi"/>
                <a:cs typeface="Gadugi"/>
              </a:rPr>
              <a:t>external</a:t>
            </a:r>
            <a:r>
              <a:rPr dirty="0" sz="700" spc="500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API</a:t>
            </a:r>
            <a:r>
              <a:rPr dirty="0" sz="700" spc="15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spc="-10" b="1">
                <a:solidFill>
                  <a:srgbClr val="8082A9"/>
                </a:solidFill>
                <a:latin typeface="Gadugi"/>
                <a:cs typeface="Gadugi"/>
              </a:rPr>
              <a:t>communication.</a:t>
            </a:r>
            <a:endParaRPr sz="700">
              <a:latin typeface="Gadugi"/>
              <a:cs typeface="Gadugi"/>
            </a:endParaRPr>
          </a:p>
          <a:p>
            <a:pPr marL="809625">
              <a:lnSpc>
                <a:spcPts val="1180"/>
              </a:lnSpc>
              <a:spcBef>
                <a:spcPts val="745"/>
              </a:spcBef>
            </a:pPr>
            <a:r>
              <a:rPr dirty="0" sz="1000" b="1">
                <a:solidFill>
                  <a:srgbClr val="010168"/>
                </a:solidFill>
                <a:latin typeface="Gadugi"/>
                <a:cs typeface="Gadugi"/>
              </a:rPr>
              <a:t>Mobile</a:t>
            </a:r>
            <a:r>
              <a:rPr dirty="0" sz="1000" spc="60" b="1">
                <a:solidFill>
                  <a:srgbClr val="010168"/>
                </a:solidFill>
                <a:latin typeface="Gadugi"/>
                <a:cs typeface="Gadugi"/>
              </a:rPr>
              <a:t> </a:t>
            </a:r>
            <a:r>
              <a:rPr dirty="0" sz="1000" spc="-10" b="1">
                <a:solidFill>
                  <a:srgbClr val="010168"/>
                </a:solidFill>
                <a:latin typeface="Gadugi"/>
                <a:cs typeface="Gadugi"/>
              </a:rPr>
              <a:t>applications</a:t>
            </a:r>
            <a:endParaRPr sz="1000">
              <a:latin typeface="Gadugi"/>
              <a:cs typeface="Gadugi"/>
            </a:endParaRPr>
          </a:p>
          <a:p>
            <a:pPr marL="809625" marR="668655">
              <a:lnSpc>
                <a:spcPts val="810"/>
              </a:lnSpc>
              <a:spcBef>
                <a:spcPts val="35"/>
              </a:spcBef>
            </a:pP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Helps</a:t>
            </a:r>
            <a:r>
              <a:rPr dirty="0" sz="700" spc="10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secure</a:t>
            </a:r>
            <a:r>
              <a:rPr dirty="0" sz="700" spc="15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mobile</a:t>
            </a:r>
            <a:r>
              <a:rPr dirty="0" sz="700" spc="10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spc="-10" b="1">
                <a:solidFill>
                  <a:srgbClr val="8082A9"/>
                </a:solidFill>
                <a:latin typeface="Gadugi"/>
                <a:cs typeface="Gadugi"/>
              </a:rPr>
              <a:t>access</a:t>
            </a:r>
            <a:r>
              <a:rPr dirty="0" sz="700" spc="500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and</a:t>
            </a:r>
            <a:r>
              <a:rPr dirty="0" sz="700" spc="5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data</a:t>
            </a:r>
            <a:r>
              <a:rPr dirty="0" sz="700" spc="15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spc="-10" b="1">
                <a:solidFill>
                  <a:srgbClr val="8082A9"/>
                </a:solidFill>
                <a:latin typeface="Gadugi"/>
                <a:cs typeface="Gadugi"/>
              </a:rPr>
              <a:t>exchange</a:t>
            </a:r>
            <a:r>
              <a:rPr dirty="0" sz="700" spc="-10">
                <a:solidFill>
                  <a:srgbClr val="8082A9"/>
                </a:solidFill>
                <a:latin typeface="Gadugi"/>
                <a:cs typeface="Gadugi"/>
              </a:rPr>
              <a:t>.</a:t>
            </a:r>
            <a:endParaRPr sz="700">
              <a:latin typeface="Gadugi"/>
              <a:cs typeface="Gadugi"/>
            </a:endParaRPr>
          </a:p>
          <a:p>
            <a:pPr marL="809625">
              <a:lnSpc>
                <a:spcPts val="1180"/>
              </a:lnSpc>
              <a:spcBef>
                <a:spcPts val="750"/>
              </a:spcBef>
            </a:pPr>
            <a:r>
              <a:rPr dirty="0" sz="1000" b="1">
                <a:solidFill>
                  <a:srgbClr val="010168"/>
                </a:solidFill>
                <a:latin typeface="Gadugi"/>
                <a:cs typeface="Gadugi"/>
              </a:rPr>
              <a:t>Enterprise</a:t>
            </a:r>
            <a:r>
              <a:rPr dirty="0" sz="1000" spc="85" b="1">
                <a:solidFill>
                  <a:srgbClr val="010168"/>
                </a:solidFill>
                <a:latin typeface="Gadugi"/>
                <a:cs typeface="Gadugi"/>
              </a:rPr>
              <a:t> </a:t>
            </a:r>
            <a:r>
              <a:rPr dirty="0" sz="1000" spc="-10" b="1">
                <a:solidFill>
                  <a:srgbClr val="010168"/>
                </a:solidFill>
                <a:latin typeface="Gadugi"/>
                <a:cs typeface="Gadugi"/>
              </a:rPr>
              <a:t>dashboards</a:t>
            </a:r>
            <a:endParaRPr sz="1000">
              <a:latin typeface="Gadugi"/>
              <a:cs typeface="Gadugi"/>
            </a:endParaRPr>
          </a:p>
          <a:p>
            <a:pPr marL="809625">
              <a:lnSpc>
                <a:spcPts val="805"/>
              </a:lnSpc>
            </a:pP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Protects</a:t>
            </a:r>
            <a:r>
              <a:rPr dirty="0" sz="700" spc="20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organizational</a:t>
            </a:r>
            <a:r>
              <a:rPr dirty="0" sz="700" spc="20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spc="-20" b="1">
                <a:solidFill>
                  <a:srgbClr val="8082A9"/>
                </a:solidFill>
                <a:latin typeface="Gadugi"/>
                <a:cs typeface="Gadugi"/>
              </a:rPr>
              <a:t>data</a:t>
            </a:r>
            <a:endParaRPr sz="700">
              <a:latin typeface="Gadugi"/>
              <a:cs typeface="Gadugi"/>
            </a:endParaRPr>
          </a:p>
          <a:p>
            <a:pPr marL="12700">
              <a:lnSpc>
                <a:spcPts val="825"/>
              </a:lnSpc>
              <a:tabLst>
                <a:tab pos="809625" algn="l"/>
                <a:tab pos="2618105" algn="l"/>
              </a:tabLst>
            </a:pPr>
            <a:r>
              <a:rPr dirty="0" u="sng" sz="700" b="1">
                <a:solidFill>
                  <a:srgbClr val="8082A9"/>
                </a:solidFill>
                <a:uFill>
                  <a:solidFill>
                    <a:srgbClr val="C4E1C6"/>
                  </a:solidFill>
                </a:uFill>
                <a:latin typeface="Gadugi"/>
                <a:cs typeface="Gadugi"/>
              </a:rPr>
              <a:t>	and</a:t>
            </a:r>
            <a:r>
              <a:rPr dirty="0" u="sng" sz="700" spc="10" b="1">
                <a:solidFill>
                  <a:srgbClr val="8082A9"/>
                </a:solidFill>
                <a:uFill>
                  <a:solidFill>
                    <a:srgbClr val="C4E1C6"/>
                  </a:solidFill>
                </a:uFill>
                <a:latin typeface="Gadugi"/>
                <a:cs typeface="Gadugi"/>
              </a:rPr>
              <a:t> </a:t>
            </a:r>
            <a:r>
              <a:rPr dirty="0" u="sng" sz="700" spc="-10" b="1">
                <a:solidFill>
                  <a:srgbClr val="8082A9"/>
                </a:solidFill>
                <a:uFill>
                  <a:solidFill>
                    <a:srgbClr val="C4E1C6"/>
                  </a:solidFill>
                </a:uFill>
                <a:latin typeface="Gadugi"/>
                <a:cs typeface="Gadugi"/>
              </a:rPr>
              <a:t>insights</a:t>
            </a:r>
            <a:r>
              <a:rPr dirty="0" u="sng" sz="700" spc="-10">
                <a:solidFill>
                  <a:srgbClr val="8082A9"/>
                </a:solidFill>
                <a:uFill>
                  <a:solidFill>
                    <a:srgbClr val="C4E1C6"/>
                  </a:solidFill>
                </a:uFill>
                <a:latin typeface="Gadugi"/>
                <a:cs typeface="Gadugi"/>
              </a:rPr>
              <a:t>.</a:t>
            </a:r>
            <a:r>
              <a:rPr dirty="0" u="sng" sz="700">
                <a:solidFill>
                  <a:srgbClr val="8082A9"/>
                </a:solidFill>
                <a:uFill>
                  <a:solidFill>
                    <a:srgbClr val="C4E1C6"/>
                  </a:solidFill>
                </a:uFill>
                <a:latin typeface="Gadugi"/>
                <a:cs typeface="Gadugi"/>
              </a:rPr>
              <a:t>	</a:t>
            </a:r>
            <a:endParaRPr sz="700">
              <a:latin typeface="Gadugi"/>
              <a:cs typeface="Gadugi"/>
            </a:endParaRPr>
          </a:p>
          <a:p>
            <a:pPr marL="809625">
              <a:lnSpc>
                <a:spcPts val="1180"/>
              </a:lnSpc>
              <a:spcBef>
                <a:spcPts val="580"/>
              </a:spcBef>
            </a:pPr>
            <a:r>
              <a:rPr dirty="0" sz="1000" b="1">
                <a:solidFill>
                  <a:srgbClr val="010168"/>
                </a:solidFill>
                <a:latin typeface="Gadugi"/>
                <a:cs typeface="Gadugi"/>
              </a:rPr>
              <a:t>Critical</a:t>
            </a:r>
            <a:r>
              <a:rPr dirty="0" sz="1000" spc="90" b="1">
                <a:solidFill>
                  <a:srgbClr val="010168"/>
                </a:solidFill>
                <a:latin typeface="Gadugi"/>
                <a:cs typeface="Gadugi"/>
              </a:rPr>
              <a:t> </a:t>
            </a:r>
            <a:r>
              <a:rPr dirty="0" sz="1000" b="1">
                <a:solidFill>
                  <a:srgbClr val="010168"/>
                </a:solidFill>
                <a:latin typeface="Gadugi"/>
                <a:cs typeface="Gadugi"/>
              </a:rPr>
              <a:t>information</a:t>
            </a:r>
            <a:r>
              <a:rPr dirty="0" sz="1000" spc="90" b="1">
                <a:solidFill>
                  <a:srgbClr val="010168"/>
                </a:solidFill>
                <a:latin typeface="Gadugi"/>
                <a:cs typeface="Gadugi"/>
              </a:rPr>
              <a:t> </a:t>
            </a:r>
            <a:r>
              <a:rPr dirty="0" sz="1000" spc="-10" b="1">
                <a:solidFill>
                  <a:srgbClr val="010168"/>
                </a:solidFill>
                <a:latin typeface="Gadugi"/>
                <a:cs typeface="Gadugi"/>
              </a:rPr>
              <a:t>systems</a:t>
            </a:r>
            <a:endParaRPr sz="1000">
              <a:latin typeface="Gadugi"/>
              <a:cs typeface="Gadugi"/>
            </a:endParaRPr>
          </a:p>
          <a:p>
            <a:pPr marL="809625" marR="519430">
              <a:lnSpc>
                <a:spcPts val="810"/>
              </a:lnSpc>
              <a:spcBef>
                <a:spcPts val="35"/>
              </a:spcBef>
            </a:pP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Enhances</a:t>
            </a:r>
            <a:r>
              <a:rPr dirty="0" sz="700" spc="15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security</a:t>
            </a:r>
            <a:r>
              <a:rPr dirty="0" sz="700" spc="20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for</a:t>
            </a:r>
            <a:r>
              <a:rPr dirty="0" sz="700" spc="20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spc="-10" b="1">
                <a:solidFill>
                  <a:srgbClr val="8082A9"/>
                </a:solidFill>
                <a:latin typeface="Gadugi"/>
                <a:cs typeface="Gadugi"/>
              </a:rPr>
              <a:t>sensitive</a:t>
            </a:r>
            <a:r>
              <a:rPr dirty="0" sz="700" spc="500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and</a:t>
            </a:r>
            <a:r>
              <a:rPr dirty="0" sz="700" spc="5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b="1">
                <a:solidFill>
                  <a:srgbClr val="8082A9"/>
                </a:solidFill>
                <a:latin typeface="Gadugi"/>
                <a:cs typeface="Gadugi"/>
              </a:rPr>
              <a:t>mission-critical</a:t>
            </a:r>
            <a:r>
              <a:rPr dirty="0" sz="700" spc="10" b="1">
                <a:solidFill>
                  <a:srgbClr val="8082A9"/>
                </a:solidFill>
                <a:latin typeface="Gadugi"/>
                <a:cs typeface="Gadugi"/>
              </a:rPr>
              <a:t> </a:t>
            </a:r>
            <a:r>
              <a:rPr dirty="0" sz="700" spc="-10" b="1">
                <a:solidFill>
                  <a:srgbClr val="8082A9"/>
                </a:solidFill>
                <a:latin typeface="Gadugi"/>
                <a:cs typeface="Gadugi"/>
              </a:rPr>
              <a:t>systems.</a:t>
            </a:r>
            <a:endParaRPr sz="700">
              <a:latin typeface="Gadugi"/>
              <a:cs typeface="Gadugi"/>
            </a:endParaRPr>
          </a:p>
        </p:txBody>
      </p:sp>
      <p:sp>
        <p:nvSpPr>
          <p:cNvPr id="109" name="object 109"/>
          <p:cNvSpPr/>
          <p:nvPr/>
        </p:nvSpPr>
        <p:spPr>
          <a:xfrm>
            <a:off x="4677996" y="6890336"/>
            <a:ext cx="10160" cy="2606040"/>
          </a:xfrm>
          <a:custGeom>
            <a:avLst/>
            <a:gdLst/>
            <a:ahLst/>
            <a:cxnLst/>
            <a:rect l="l" t="t" r="r" b="b"/>
            <a:pathLst>
              <a:path w="10160" h="2606040">
                <a:moveTo>
                  <a:pt x="10054" y="0"/>
                </a:moveTo>
                <a:lnTo>
                  <a:pt x="0" y="0"/>
                </a:lnTo>
                <a:lnTo>
                  <a:pt x="1" y="2605979"/>
                </a:lnTo>
                <a:lnTo>
                  <a:pt x="10054" y="2605979"/>
                </a:lnTo>
                <a:lnTo>
                  <a:pt x="10054" y="0"/>
                </a:lnTo>
                <a:close/>
              </a:path>
            </a:pathLst>
          </a:custGeom>
          <a:solidFill>
            <a:srgbClr val="C4E1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4222765" y="6890336"/>
            <a:ext cx="10160" cy="2606040"/>
          </a:xfrm>
          <a:custGeom>
            <a:avLst/>
            <a:gdLst/>
            <a:ahLst/>
            <a:cxnLst/>
            <a:rect l="l" t="t" r="r" b="b"/>
            <a:pathLst>
              <a:path w="10160" h="2606040">
                <a:moveTo>
                  <a:pt x="10053" y="0"/>
                </a:moveTo>
                <a:lnTo>
                  <a:pt x="0" y="0"/>
                </a:lnTo>
                <a:lnTo>
                  <a:pt x="0" y="2605979"/>
                </a:lnTo>
                <a:lnTo>
                  <a:pt x="10053" y="2605979"/>
                </a:lnTo>
                <a:lnTo>
                  <a:pt x="10053" y="0"/>
                </a:lnTo>
                <a:close/>
              </a:path>
            </a:pathLst>
          </a:custGeom>
          <a:solidFill>
            <a:srgbClr val="C4E1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3777113" y="6890336"/>
            <a:ext cx="10160" cy="2606040"/>
          </a:xfrm>
          <a:custGeom>
            <a:avLst/>
            <a:gdLst/>
            <a:ahLst/>
            <a:cxnLst/>
            <a:rect l="l" t="t" r="r" b="b"/>
            <a:pathLst>
              <a:path w="10160" h="2606040">
                <a:moveTo>
                  <a:pt x="10054" y="0"/>
                </a:moveTo>
                <a:lnTo>
                  <a:pt x="0" y="0"/>
                </a:lnTo>
                <a:lnTo>
                  <a:pt x="0" y="2605979"/>
                </a:lnTo>
                <a:lnTo>
                  <a:pt x="10054" y="2605979"/>
                </a:lnTo>
                <a:lnTo>
                  <a:pt x="10054" y="0"/>
                </a:lnTo>
                <a:close/>
              </a:path>
            </a:pathLst>
          </a:custGeom>
          <a:solidFill>
            <a:srgbClr val="C4E1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3336258" y="6890336"/>
            <a:ext cx="10160" cy="2606040"/>
          </a:xfrm>
          <a:custGeom>
            <a:avLst/>
            <a:gdLst/>
            <a:ahLst/>
            <a:cxnLst/>
            <a:rect l="l" t="t" r="r" b="b"/>
            <a:pathLst>
              <a:path w="10160" h="2606040">
                <a:moveTo>
                  <a:pt x="10054" y="0"/>
                </a:moveTo>
                <a:lnTo>
                  <a:pt x="0" y="0"/>
                </a:lnTo>
                <a:lnTo>
                  <a:pt x="0" y="2605979"/>
                </a:lnTo>
                <a:lnTo>
                  <a:pt x="10054" y="2605979"/>
                </a:lnTo>
                <a:lnTo>
                  <a:pt x="10054" y="0"/>
                </a:lnTo>
                <a:close/>
              </a:path>
            </a:pathLst>
          </a:custGeom>
          <a:solidFill>
            <a:srgbClr val="C4E1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2881026" y="6890336"/>
            <a:ext cx="10160" cy="2606040"/>
          </a:xfrm>
          <a:custGeom>
            <a:avLst/>
            <a:gdLst/>
            <a:ahLst/>
            <a:cxnLst/>
            <a:rect l="l" t="t" r="r" b="b"/>
            <a:pathLst>
              <a:path w="10160" h="2606040">
                <a:moveTo>
                  <a:pt x="10053" y="0"/>
                </a:moveTo>
                <a:lnTo>
                  <a:pt x="0" y="0"/>
                </a:lnTo>
                <a:lnTo>
                  <a:pt x="0" y="2605979"/>
                </a:lnTo>
                <a:lnTo>
                  <a:pt x="10053" y="2605979"/>
                </a:lnTo>
                <a:lnTo>
                  <a:pt x="10053" y="0"/>
                </a:lnTo>
                <a:close/>
              </a:path>
            </a:pathLst>
          </a:custGeom>
          <a:solidFill>
            <a:srgbClr val="C4E1C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4" name="object 114"/>
          <p:cNvGrpSpPr/>
          <p:nvPr/>
        </p:nvGrpSpPr>
        <p:grpSpPr>
          <a:xfrm>
            <a:off x="2170709" y="6343199"/>
            <a:ext cx="3578225" cy="437515"/>
            <a:chOff x="2170709" y="6343199"/>
            <a:chExt cx="3578225" cy="437515"/>
          </a:xfrm>
        </p:grpSpPr>
        <p:pic>
          <p:nvPicPr>
            <p:cNvPr id="115" name="object 11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334021" y="6343199"/>
              <a:ext cx="414372" cy="437456"/>
            </a:xfrm>
            <a:prstGeom prst="rect">
              <a:avLst/>
            </a:prstGeom>
          </p:spPr>
        </p:pic>
        <p:sp>
          <p:nvSpPr>
            <p:cNvPr id="116" name="object 116"/>
            <p:cNvSpPr/>
            <p:nvPr/>
          </p:nvSpPr>
          <p:spPr>
            <a:xfrm>
              <a:off x="2170709" y="6357877"/>
              <a:ext cx="2803525" cy="25400"/>
            </a:xfrm>
            <a:custGeom>
              <a:avLst/>
              <a:gdLst/>
              <a:ahLst/>
              <a:cxnLst/>
              <a:rect l="l" t="t" r="r" b="b"/>
              <a:pathLst>
                <a:path w="2803525" h="25400">
                  <a:moveTo>
                    <a:pt x="2803272" y="0"/>
                  </a:moveTo>
                  <a:lnTo>
                    <a:pt x="0" y="0"/>
                  </a:lnTo>
                  <a:lnTo>
                    <a:pt x="0" y="25135"/>
                  </a:lnTo>
                  <a:lnTo>
                    <a:pt x="2803272" y="25135"/>
                  </a:lnTo>
                  <a:lnTo>
                    <a:pt x="2803272" y="0"/>
                  </a:lnTo>
                  <a:close/>
                </a:path>
              </a:pathLst>
            </a:custGeom>
            <a:solidFill>
              <a:srgbClr val="012D7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7" name="object 117"/>
          <p:cNvGrpSpPr/>
          <p:nvPr/>
        </p:nvGrpSpPr>
        <p:grpSpPr>
          <a:xfrm>
            <a:off x="1942791" y="6873626"/>
            <a:ext cx="3833495" cy="3243580"/>
            <a:chOff x="1942791" y="6873626"/>
            <a:chExt cx="3833495" cy="3243580"/>
          </a:xfrm>
        </p:grpSpPr>
        <p:pic>
          <p:nvPicPr>
            <p:cNvPr id="118" name="object 118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5361720" y="9679231"/>
              <a:ext cx="414372" cy="437456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942791" y="6873626"/>
              <a:ext cx="3239000" cy="1076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64486" y="3249771"/>
            <a:ext cx="426720" cy="419417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3210"/>
              </a:lnSpc>
            </a:pPr>
            <a:r>
              <a:rPr dirty="0" sz="2850" spc="55" b="1">
                <a:latin typeface="Arial"/>
                <a:cs typeface="Arial"/>
              </a:rPr>
              <a:t>IMPACT</a:t>
            </a:r>
            <a:r>
              <a:rPr dirty="0" sz="2850" spc="-295" b="1">
                <a:latin typeface="Arial"/>
                <a:cs typeface="Arial"/>
              </a:rPr>
              <a:t> </a:t>
            </a:r>
            <a:r>
              <a:rPr dirty="0" sz="2850" b="1">
                <a:latin typeface="Arial"/>
                <a:cs typeface="Arial"/>
              </a:rPr>
              <a:t>AND</a:t>
            </a:r>
            <a:r>
              <a:rPr dirty="0" sz="2850" spc="-125" b="1">
                <a:latin typeface="Arial"/>
                <a:cs typeface="Arial"/>
              </a:rPr>
              <a:t> </a:t>
            </a:r>
            <a:r>
              <a:rPr dirty="0" sz="2850" spc="-10" b="1">
                <a:latin typeface="Arial"/>
                <a:cs typeface="Arial"/>
              </a:rPr>
              <a:t>BENEFITS</a:t>
            </a:r>
            <a:endParaRPr sz="28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34880" y="9532620"/>
            <a:ext cx="162560" cy="9842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080"/>
              </a:lnSpc>
            </a:pPr>
            <a:r>
              <a:rPr dirty="0" sz="950" spc="5" b="1">
                <a:solidFill>
                  <a:srgbClr val="FFFFFF"/>
                </a:solidFill>
                <a:latin typeface="Segoe UI Symbol"/>
                <a:cs typeface="Segoe UI Symbol"/>
              </a:rPr>
              <a:t>5</a:t>
            </a:r>
            <a:endParaRPr sz="950">
              <a:latin typeface="Segoe UI Symbol"/>
              <a:cs typeface="Segoe UI 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34880" y="4369805"/>
            <a:ext cx="162560" cy="154622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080"/>
              </a:lnSpc>
            </a:pPr>
            <a:r>
              <a:rPr dirty="0" sz="950">
                <a:solidFill>
                  <a:srgbClr val="FFFFFF"/>
                </a:solidFill>
                <a:latin typeface="Segoe UI Symbol"/>
                <a:cs typeface="Segoe UI Symbol"/>
              </a:rPr>
              <a:t>@SIH</a:t>
            </a:r>
            <a:r>
              <a:rPr dirty="0" sz="950" spc="27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950" spc="110">
                <a:solidFill>
                  <a:srgbClr val="FFFFFF"/>
                </a:solidFill>
                <a:latin typeface="Segoe UI Symbol"/>
                <a:cs typeface="Segoe UI Symbol"/>
              </a:rPr>
              <a:t>Idea</a:t>
            </a:r>
            <a:r>
              <a:rPr dirty="0" sz="950" spc="27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950" spc="95">
                <a:solidFill>
                  <a:srgbClr val="FFFFFF"/>
                </a:solidFill>
                <a:latin typeface="Segoe UI Symbol"/>
                <a:cs typeface="Segoe UI Symbol"/>
              </a:rPr>
              <a:t>submission-</a:t>
            </a:r>
            <a:endParaRPr sz="950">
              <a:latin typeface="Segoe UI Symbol"/>
              <a:cs typeface="Segoe UI 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34880" y="5962385"/>
            <a:ext cx="162560" cy="60515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080"/>
              </a:lnSpc>
            </a:pPr>
            <a:r>
              <a:rPr dirty="0" sz="950" spc="65">
                <a:solidFill>
                  <a:srgbClr val="FFFFFF"/>
                </a:solidFill>
                <a:latin typeface="Segoe UI Symbol"/>
                <a:cs typeface="Segoe UI Symbol"/>
              </a:rPr>
              <a:t>Template</a:t>
            </a:r>
            <a:endParaRPr sz="950">
              <a:latin typeface="Segoe UI Symbol"/>
              <a:cs typeface="Segoe UI Symbo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651371" y="772608"/>
            <a:ext cx="652145" cy="1676400"/>
          </a:xfrm>
          <a:custGeom>
            <a:avLst/>
            <a:gdLst/>
            <a:ahLst/>
            <a:cxnLst/>
            <a:rect l="l" t="t" r="r" b="b"/>
            <a:pathLst>
              <a:path w="652145" h="1676400">
                <a:moveTo>
                  <a:pt x="385878" y="1663700"/>
                </a:moveTo>
                <a:lnTo>
                  <a:pt x="265992" y="1663700"/>
                </a:lnTo>
                <a:lnTo>
                  <a:pt x="273804" y="1676400"/>
                </a:lnTo>
                <a:lnTo>
                  <a:pt x="377663" y="1676400"/>
                </a:lnTo>
                <a:lnTo>
                  <a:pt x="385878" y="1663700"/>
                </a:lnTo>
                <a:close/>
              </a:path>
              <a:path w="652145" h="1676400">
                <a:moveTo>
                  <a:pt x="288725" y="1651000"/>
                </a:moveTo>
                <a:lnTo>
                  <a:pt x="241148" y="1651000"/>
                </a:lnTo>
                <a:lnTo>
                  <a:pt x="249152" y="1663700"/>
                </a:lnTo>
                <a:lnTo>
                  <a:pt x="292686" y="1663700"/>
                </a:lnTo>
                <a:lnTo>
                  <a:pt x="288725" y="1651000"/>
                </a:lnTo>
                <a:close/>
              </a:path>
              <a:path w="652145" h="1676400">
                <a:moveTo>
                  <a:pt x="410731" y="1651000"/>
                </a:moveTo>
                <a:lnTo>
                  <a:pt x="363146" y="1651000"/>
                </a:lnTo>
                <a:lnTo>
                  <a:pt x="359185" y="1663700"/>
                </a:lnTo>
                <a:lnTo>
                  <a:pt x="402719" y="1663700"/>
                </a:lnTo>
                <a:lnTo>
                  <a:pt x="410731" y="1651000"/>
                </a:lnTo>
                <a:close/>
              </a:path>
              <a:path w="652145" h="1676400">
                <a:moveTo>
                  <a:pt x="259557" y="1638300"/>
                </a:moveTo>
                <a:lnTo>
                  <a:pt x="225454" y="1638300"/>
                </a:lnTo>
                <a:lnTo>
                  <a:pt x="233245" y="1651000"/>
                </a:lnTo>
                <a:lnTo>
                  <a:pt x="267239" y="1651000"/>
                </a:lnTo>
                <a:lnTo>
                  <a:pt x="259557" y="1638300"/>
                </a:lnTo>
                <a:close/>
              </a:path>
              <a:path w="652145" h="1676400">
                <a:moveTo>
                  <a:pt x="426085" y="1638300"/>
                </a:moveTo>
                <a:lnTo>
                  <a:pt x="392313" y="1638300"/>
                </a:lnTo>
                <a:lnTo>
                  <a:pt x="384632" y="1651000"/>
                </a:lnTo>
                <a:lnTo>
                  <a:pt x="418263" y="1651000"/>
                </a:lnTo>
                <a:lnTo>
                  <a:pt x="426085" y="1638300"/>
                </a:lnTo>
                <a:close/>
              </a:path>
              <a:path w="652145" h="1676400">
                <a:moveTo>
                  <a:pt x="238152" y="1625600"/>
                </a:moveTo>
                <a:lnTo>
                  <a:pt x="210192" y="1625600"/>
                </a:lnTo>
                <a:lnTo>
                  <a:pt x="217773" y="1638300"/>
                </a:lnTo>
                <a:lnTo>
                  <a:pt x="245612" y="1638300"/>
                </a:lnTo>
                <a:lnTo>
                  <a:pt x="238152" y="1625600"/>
                </a:lnTo>
                <a:close/>
              </a:path>
              <a:path w="652145" h="1676400">
                <a:moveTo>
                  <a:pt x="441689" y="1625600"/>
                </a:moveTo>
                <a:lnTo>
                  <a:pt x="413719" y="1625600"/>
                </a:lnTo>
                <a:lnTo>
                  <a:pt x="406257" y="1638300"/>
                </a:lnTo>
                <a:lnTo>
                  <a:pt x="433806" y="1638300"/>
                </a:lnTo>
                <a:lnTo>
                  <a:pt x="441689" y="1625600"/>
                </a:lnTo>
                <a:close/>
              </a:path>
              <a:path w="652145" h="1676400">
                <a:moveTo>
                  <a:pt x="210292" y="1600200"/>
                </a:moveTo>
                <a:lnTo>
                  <a:pt x="188314" y="1600200"/>
                </a:lnTo>
                <a:lnTo>
                  <a:pt x="195361" y="1612900"/>
                </a:lnTo>
                <a:lnTo>
                  <a:pt x="202721" y="1625600"/>
                </a:lnTo>
                <a:lnTo>
                  <a:pt x="231416" y="1625600"/>
                </a:lnTo>
                <a:lnTo>
                  <a:pt x="224106" y="1612900"/>
                </a:lnTo>
                <a:lnTo>
                  <a:pt x="217421" y="1612900"/>
                </a:lnTo>
                <a:lnTo>
                  <a:pt x="210292" y="1600200"/>
                </a:lnTo>
                <a:close/>
              </a:path>
              <a:path w="652145" h="1676400">
                <a:moveTo>
                  <a:pt x="463557" y="1600200"/>
                </a:moveTo>
                <a:lnTo>
                  <a:pt x="441589" y="1600200"/>
                </a:lnTo>
                <a:lnTo>
                  <a:pt x="434450" y="1612900"/>
                </a:lnTo>
                <a:lnTo>
                  <a:pt x="427763" y="1612900"/>
                </a:lnTo>
                <a:lnTo>
                  <a:pt x="420465" y="1625600"/>
                </a:lnTo>
                <a:lnTo>
                  <a:pt x="448898" y="1625600"/>
                </a:lnTo>
                <a:lnTo>
                  <a:pt x="456288" y="1612900"/>
                </a:lnTo>
                <a:lnTo>
                  <a:pt x="463557" y="1600200"/>
                </a:lnTo>
                <a:close/>
              </a:path>
              <a:path w="652145" h="1676400">
                <a:moveTo>
                  <a:pt x="183468" y="1562100"/>
                </a:moveTo>
                <a:lnTo>
                  <a:pt x="160202" y="1562100"/>
                </a:lnTo>
                <a:lnTo>
                  <a:pt x="167008" y="1574800"/>
                </a:lnTo>
                <a:lnTo>
                  <a:pt x="173936" y="1587500"/>
                </a:lnTo>
                <a:lnTo>
                  <a:pt x="180964" y="1600200"/>
                </a:lnTo>
                <a:lnTo>
                  <a:pt x="210524" y="1600200"/>
                </a:lnTo>
                <a:lnTo>
                  <a:pt x="203475" y="1587500"/>
                </a:lnTo>
                <a:lnTo>
                  <a:pt x="196921" y="1587500"/>
                </a:lnTo>
                <a:lnTo>
                  <a:pt x="190063" y="1574800"/>
                </a:lnTo>
                <a:lnTo>
                  <a:pt x="190234" y="1574800"/>
                </a:lnTo>
                <a:lnTo>
                  <a:pt x="183468" y="1562100"/>
                </a:lnTo>
                <a:close/>
              </a:path>
              <a:path w="652145" h="1676400">
                <a:moveTo>
                  <a:pt x="484710" y="1574800"/>
                </a:moveTo>
                <a:lnTo>
                  <a:pt x="461817" y="1574800"/>
                </a:lnTo>
                <a:lnTo>
                  <a:pt x="454960" y="1587500"/>
                </a:lnTo>
                <a:lnTo>
                  <a:pt x="448395" y="1587500"/>
                </a:lnTo>
                <a:lnTo>
                  <a:pt x="441358" y="1600200"/>
                </a:lnTo>
                <a:lnTo>
                  <a:pt x="470715" y="1600200"/>
                </a:lnTo>
                <a:lnTo>
                  <a:pt x="477774" y="1587500"/>
                </a:lnTo>
                <a:lnTo>
                  <a:pt x="484710" y="1574800"/>
                </a:lnTo>
                <a:close/>
              </a:path>
              <a:path w="652145" h="1676400">
                <a:moveTo>
                  <a:pt x="491669" y="114300"/>
                </a:moveTo>
                <a:lnTo>
                  <a:pt x="461646" y="114300"/>
                </a:lnTo>
                <a:lnTo>
                  <a:pt x="468412" y="127000"/>
                </a:lnTo>
                <a:lnTo>
                  <a:pt x="474778" y="127000"/>
                </a:lnTo>
                <a:lnTo>
                  <a:pt x="481369" y="139752"/>
                </a:lnTo>
                <a:lnTo>
                  <a:pt x="481238" y="139752"/>
                </a:lnTo>
                <a:lnTo>
                  <a:pt x="487677" y="152400"/>
                </a:lnTo>
                <a:lnTo>
                  <a:pt x="493910" y="165100"/>
                </a:lnTo>
                <a:lnTo>
                  <a:pt x="500053" y="177800"/>
                </a:lnTo>
                <a:lnTo>
                  <a:pt x="506086" y="190500"/>
                </a:lnTo>
                <a:lnTo>
                  <a:pt x="512028" y="190500"/>
                </a:lnTo>
                <a:lnTo>
                  <a:pt x="517850" y="203200"/>
                </a:lnTo>
                <a:lnTo>
                  <a:pt x="523560" y="215900"/>
                </a:lnTo>
                <a:lnTo>
                  <a:pt x="529160" y="228600"/>
                </a:lnTo>
                <a:lnTo>
                  <a:pt x="534649" y="254000"/>
                </a:lnTo>
                <a:lnTo>
                  <a:pt x="540009" y="266700"/>
                </a:lnTo>
                <a:lnTo>
                  <a:pt x="555351" y="304800"/>
                </a:lnTo>
                <a:lnTo>
                  <a:pt x="569468" y="355600"/>
                </a:lnTo>
                <a:lnTo>
                  <a:pt x="573911" y="368300"/>
                </a:lnTo>
                <a:lnTo>
                  <a:pt x="578214" y="381000"/>
                </a:lnTo>
                <a:lnTo>
                  <a:pt x="582367" y="393700"/>
                </a:lnTo>
                <a:lnTo>
                  <a:pt x="586369" y="419100"/>
                </a:lnTo>
                <a:lnTo>
                  <a:pt x="590229" y="431800"/>
                </a:lnTo>
                <a:lnTo>
                  <a:pt x="593929" y="457200"/>
                </a:lnTo>
                <a:lnTo>
                  <a:pt x="597479" y="469900"/>
                </a:lnTo>
                <a:lnTo>
                  <a:pt x="600866" y="482600"/>
                </a:lnTo>
                <a:lnTo>
                  <a:pt x="604094" y="508000"/>
                </a:lnTo>
                <a:lnTo>
                  <a:pt x="607160" y="520700"/>
                </a:lnTo>
                <a:lnTo>
                  <a:pt x="610055" y="546100"/>
                </a:lnTo>
                <a:lnTo>
                  <a:pt x="612791" y="558800"/>
                </a:lnTo>
                <a:lnTo>
                  <a:pt x="615344" y="584200"/>
                </a:lnTo>
                <a:lnTo>
                  <a:pt x="617728" y="596900"/>
                </a:lnTo>
                <a:lnTo>
                  <a:pt x="619939" y="622300"/>
                </a:lnTo>
                <a:lnTo>
                  <a:pt x="621971" y="635000"/>
                </a:lnTo>
                <a:lnTo>
                  <a:pt x="623820" y="660400"/>
                </a:lnTo>
                <a:lnTo>
                  <a:pt x="625478" y="673100"/>
                </a:lnTo>
                <a:lnTo>
                  <a:pt x="626957" y="698500"/>
                </a:lnTo>
                <a:lnTo>
                  <a:pt x="628244" y="723900"/>
                </a:lnTo>
                <a:lnTo>
                  <a:pt x="629339" y="736600"/>
                </a:lnTo>
                <a:lnTo>
                  <a:pt x="630245" y="762000"/>
                </a:lnTo>
                <a:lnTo>
                  <a:pt x="630958" y="774700"/>
                </a:lnTo>
                <a:lnTo>
                  <a:pt x="631461" y="800100"/>
                </a:lnTo>
                <a:lnTo>
                  <a:pt x="631772" y="825500"/>
                </a:lnTo>
                <a:lnTo>
                  <a:pt x="631772" y="863600"/>
                </a:lnTo>
                <a:lnTo>
                  <a:pt x="631461" y="889000"/>
                </a:lnTo>
                <a:lnTo>
                  <a:pt x="630958" y="901700"/>
                </a:lnTo>
                <a:lnTo>
                  <a:pt x="630255" y="927100"/>
                </a:lnTo>
                <a:lnTo>
                  <a:pt x="629349" y="952500"/>
                </a:lnTo>
                <a:lnTo>
                  <a:pt x="628253" y="965200"/>
                </a:lnTo>
                <a:lnTo>
                  <a:pt x="626967" y="990600"/>
                </a:lnTo>
                <a:lnTo>
                  <a:pt x="625488" y="1016000"/>
                </a:lnTo>
                <a:lnTo>
                  <a:pt x="623830" y="1028700"/>
                </a:lnTo>
                <a:lnTo>
                  <a:pt x="621979" y="1054100"/>
                </a:lnTo>
                <a:lnTo>
                  <a:pt x="619949" y="1066800"/>
                </a:lnTo>
                <a:lnTo>
                  <a:pt x="617748" y="1092200"/>
                </a:lnTo>
                <a:lnTo>
                  <a:pt x="615364" y="1104900"/>
                </a:lnTo>
                <a:lnTo>
                  <a:pt x="612801" y="1130300"/>
                </a:lnTo>
                <a:lnTo>
                  <a:pt x="610076" y="1143000"/>
                </a:lnTo>
                <a:lnTo>
                  <a:pt x="607180" y="1168400"/>
                </a:lnTo>
                <a:lnTo>
                  <a:pt x="604114" y="1181100"/>
                </a:lnTo>
                <a:lnTo>
                  <a:pt x="600886" y="1206500"/>
                </a:lnTo>
                <a:lnTo>
                  <a:pt x="597498" y="1219200"/>
                </a:lnTo>
                <a:lnTo>
                  <a:pt x="593959" y="1231900"/>
                </a:lnTo>
                <a:lnTo>
                  <a:pt x="590259" y="1257300"/>
                </a:lnTo>
                <a:lnTo>
                  <a:pt x="586398" y="1270000"/>
                </a:lnTo>
                <a:lnTo>
                  <a:pt x="582397" y="1282700"/>
                </a:lnTo>
                <a:lnTo>
                  <a:pt x="578244" y="1308100"/>
                </a:lnTo>
                <a:lnTo>
                  <a:pt x="573942" y="1320800"/>
                </a:lnTo>
                <a:lnTo>
                  <a:pt x="569497" y="1333500"/>
                </a:lnTo>
                <a:lnTo>
                  <a:pt x="564883" y="1358900"/>
                </a:lnTo>
                <a:lnTo>
                  <a:pt x="560157" y="1371600"/>
                </a:lnTo>
                <a:lnTo>
                  <a:pt x="545197" y="1409700"/>
                </a:lnTo>
                <a:lnTo>
                  <a:pt x="529099" y="1447800"/>
                </a:lnTo>
                <a:lnTo>
                  <a:pt x="511938" y="1485900"/>
                </a:lnTo>
                <a:lnTo>
                  <a:pt x="493800" y="1524000"/>
                </a:lnTo>
                <a:lnTo>
                  <a:pt x="474778" y="1562100"/>
                </a:lnTo>
                <a:lnTo>
                  <a:pt x="468412" y="1562100"/>
                </a:lnTo>
                <a:lnTo>
                  <a:pt x="461646" y="1574800"/>
                </a:lnTo>
                <a:lnTo>
                  <a:pt x="491528" y="1574800"/>
                </a:lnTo>
                <a:lnTo>
                  <a:pt x="504949" y="1549400"/>
                </a:lnTo>
                <a:lnTo>
                  <a:pt x="524003" y="1511300"/>
                </a:lnTo>
                <a:lnTo>
                  <a:pt x="541969" y="1473200"/>
                </a:lnTo>
                <a:lnTo>
                  <a:pt x="558800" y="1435100"/>
                </a:lnTo>
                <a:lnTo>
                  <a:pt x="574443" y="1384300"/>
                </a:lnTo>
                <a:lnTo>
                  <a:pt x="579381" y="1371600"/>
                </a:lnTo>
                <a:lnTo>
                  <a:pt x="584187" y="1358900"/>
                </a:lnTo>
                <a:lnTo>
                  <a:pt x="588841" y="1346200"/>
                </a:lnTo>
                <a:lnTo>
                  <a:pt x="593346" y="1320800"/>
                </a:lnTo>
                <a:lnTo>
                  <a:pt x="597710" y="1308100"/>
                </a:lnTo>
                <a:lnTo>
                  <a:pt x="601922" y="1295400"/>
                </a:lnTo>
                <a:lnTo>
                  <a:pt x="605984" y="1270000"/>
                </a:lnTo>
                <a:lnTo>
                  <a:pt x="609895" y="1257300"/>
                </a:lnTo>
                <a:lnTo>
                  <a:pt x="613646" y="1244600"/>
                </a:lnTo>
                <a:lnTo>
                  <a:pt x="617235" y="1219200"/>
                </a:lnTo>
                <a:lnTo>
                  <a:pt x="620662" y="1206500"/>
                </a:lnTo>
                <a:lnTo>
                  <a:pt x="623930" y="1181100"/>
                </a:lnTo>
                <a:lnTo>
                  <a:pt x="627028" y="1168400"/>
                </a:lnTo>
                <a:lnTo>
                  <a:pt x="629963" y="1155700"/>
                </a:lnTo>
                <a:lnTo>
                  <a:pt x="632717" y="1130300"/>
                </a:lnTo>
                <a:lnTo>
                  <a:pt x="635302" y="1104900"/>
                </a:lnTo>
                <a:lnTo>
                  <a:pt x="637715" y="1092200"/>
                </a:lnTo>
                <a:lnTo>
                  <a:pt x="639937" y="1066800"/>
                </a:lnTo>
                <a:lnTo>
                  <a:pt x="641988" y="1054100"/>
                </a:lnTo>
                <a:lnTo>
                  <a:pt x="643858" y="1028700"/>
                </a:lnTo>
                <a:lnTo>
                  <a:pt x="645537" y="1016000"/>
                </a:lnTo>
                <a:lnTo>
                  <a:pt x="647025" y="990600"/>
                </a:lnTo>
                <a:lnTo>
                  <a:pt x="648322" y="965200"/>
                </a:lnTo>
                <a:lnTo>
                  <a:pt x="649438" y="952500"/>
                </a:lnTo>
                <a:lnTo>
                  <a:pt x="650342" y="927100"/>
                </a:lnTo>
                <a:lnTo>
                  <a:pt x="651056" y="914400"/>
                </a:lnTo>
                <a:lnTo>
                  <a:pt x="651569" y="889000"/>
                </a:lnTo>
                <a:lnTo>
                  <a:pt x="651882" y="863600"/>
                </a:lnTo>
                <a:lnTo>
                  <a:pt x="651882" y="825500"/>
                </a:lnTo>
                <a:lnTo>
                  <a:pt x="651569" y="800100"/>
                </a:lnTo>
                <a:lnTo>
                  <a:pt x="651056" y="774700"/>
                </a:lnTo>
                <a:lnTo>
                  <a:pt x="650342" y="762000"/>
                </a:lnTo>
                <a:lnTo>
                  <a:pt x="649428" y="736600"/>
                </a:lnTo>
                <a:lnTo>
                  <a:pt x="648322" y="711200"/>
                </a:lnTo>
                <a:lnTo>
                  <a:pt x="647015" y="698500"/>
                </a:lnTo>
                <a:lnTo>
                  <a:pt x="645527" y="673100"/>
                </a:lnTo>
                <a:lnTo>
                  <a:pt x="643848" y="660400"/>
                </a:lnTo>
                <a:lnTo>
                  <a:pt x="641978" y="635000"/>
                </a:lnTo>
                <a:lnTo>
                  <a:pt x="639927" y="622300"/>
                </a:lnTo>
                <a:lnTo>
                  <a:pt x="637694" y="596900"/>
                </a:lnTo>
                <a:lnTo>
                  <a:pt x="635292" y="571500"/>
                </a:lnTo>
                <a:lnTo>
                  <a:pt x="632708" y="558800"/>
                </a:lnTo>
                <a:lnTo>
                  <a:pt x="629942" y="533400"/>
                </a:lnTo>
                <a:lnTo>
                  <a:pt x="627018" y="520700"/>
                </a:lnTo>
                <a:lnTo>
                  <a:pt x="623910" y="495300"/>
                </a:lnTo>
                <a:lnTo>
                  <a:pt x="620643" y="482600"/>
                </a:lnTo>
                <a:lnTo>
                  <a:pt x="617214" y="469900"/>
                </a:lnTo>
                <a:lnTo>
                  <a:pt x="613625" y="444500"/>
                </a:lnTo>
                <a:lnTo>
                  <a:pt x="609875" y="431800"/>
                </a:lnTo>
                <a:lnTo>
                  <a:pt x="605963" y="406400"/>
                </a:lnTo>
                <a:lnTo>
                  <a:pt x="601902" y="393700"/>
                </a:lnTo>
                <a:lnTo>
                  <a:pt x="597679" y="381000"/>
                </a:lnTo>
                <a:lnTo>
                  <a:pt x="593316" y="355600"/>
                </a:lnTo>
                <a:lnTo>
                  <a:pt x="588801" y="342900"/>
                </a:lnTo>
                <a:lnTo>
                  <a:pt x="584146" y="330200"/>
                </a:lnTo>
                <a:lnTo>
                  <a:pt x="579340" y="317500"/>
                </a:lnTo>
                <a:lnTo>
                  <a:pt x="574394" y="304800"/>
                </a:lnTo>
                <a:lnTo>
                  <a:pt x="569316" y="279400"/>
                </a:lnTo>
                <a:lnTo>
                  <a:pt x="553260" y="241300"/>
                </a:lnTo>
                <a:lnTo>
                  <a:pt x="536027" y="203200"/>
                </a:lnTo>
                <a:lnTo>
                  <a:pt x="517668" y="165100"/>
                </a:lnTo>
                <a:lnTo>
                  <a:pt x="498374" y="127000"/>
                </a:lnTo>
                <a:lnTo>
                  <a:pt x="491669" y="114300"/>
                </a:lnTo>
                <a:close/>
              </a:path>
              <a:path w="652145" h="1676400">
                <a:moveTo>
                  <a:pt x="190234" y="114300"/>
                </a:moveTo>
                <a:lnTo>
                  <a:pt x="160343" y="114300"/>
                </a:lnTo>
                <a:lnTo>
                  <a:pt x="146894" y="139752"/>
                </a:lnTo>
                <a:lnTo>
                  <a:pt x="127878" y="177800"/>
                </a:lnTo>
                <a:lnTo>
                  <a:pt x="109912" y="215900"/>
                </a:lnTo>
                <a:lnTo>
                  <a:pt x="93080" y="254000"/>
                </a:lnTo>
                <a:lnTo>
                  <a:pt x="77436" y="304800"/>
                </a:lnTo>
                <a:lnTo>
                  <a:pt x="72490" y="317500"/>
                </a:lnTo>
                <a:lnTo>
                  <a:pt x="67694" y="330200"/>
                </a:lnTo>
                <a:lnTo>
                  <a:pt x="63038" y="342900"/>
                </a:lnTo>
                <a:lnTo>
                  <a:pt x="58525" y="355600"/>
                </a:lnTo>
                <a:lnTo>
                  <a:pt x="54161" y="381000"/>
                </a:lnTo>
                <a:lnTo>
                  <a:pt x="49949" y="393700"/>
                </a:lnTo>
                <a:lnTo>
                  <a:pt x="45886" y="406400"/>
                </a:lnTo>
                <a:lnTo>
                  <a:pt x="41976" y="431800"/>
                </a:lnTo>
                <a:lnTo>
                  <a:pt x="38225" y="444500"/>
                </a:lnTo>
                <a:lnTo>
                  <a:pt x="34636" y="469900"/>
                </a:lnTo>
                <a:lnTo>
                  <a:pt x="31207" y="482600"/>
                </a:lnTo>
                <a:lnTo>
                  <a:pt x="27940" y="495300"/>
                </a:lnTo>
                <a:lnTo>
                  <a:pt x="24843" y="520700"/>
                </a:lnTo>
                <a:lnTo>
                  <a:pt x="21917" y="533400"/>
                </a:lnTo>
                <a:lnTo>
                  <a:pt x="19152" y="558800"/>
                </a:lnTo>
                <a:lnTo>
                  <a:pt x="16568" y="571500"/>
                </a:lnTo>
                <a:lnTo>
                  <a:pt x="14165" y="596900"/>
                </a:lnTo>
                <a:lnTo>
                  <a:pt x="11934" y="622300"/>
                </a:lnTo>
                <a:lnTo>
                  <a:pt x="9883" y="635000"/>
                </a:lnTo>
                <a:lnTo>
                  <a:pt x="8022" y="660400"/>
                </a:lnTo>
                <a:lnTo>
                  <a:pt x="6343" y="673100"/>
                </a:lnTo>
                <a:lnTo>
                  <a:pt x="4846" y="698500"/>
                </a:lnTo>
                <a:lnTo>
                  <a:pt x="3548" y="711200"/>
                </a:lnTo>
                <a:lnTo>
                  <a:pt x="2442" y="736600"/>
                </a:lnTo>
                <a:lnTo>
                  <a:pt x="1527" y="762000"/>
                </a:lnTo>
                <a:lnTo>
                  <a:pt x="814" y="774700"/>
                </a:lnTo>
                <a:lnTo>
                  <a:pt x="300" y="800100"/>
                </a:lnTo>
                <a:lnTo>
                  <a:pt x="0" y="825500"/>
                </a:lnTo>
                <a:lnTo>
                  <a:pt x="0" y="863600"/>
                </a:lnTo>
                <a:lnTo>
                  <a:pt x="311" y="889000"/>
                </a:lnTo>
                <a:lnTo>
                  <a:pt x="824" y="914400"/>
                </a:lnTo>
                <a:lnTo>
                  <a:pt x="1537" y="927100"/>
                </a:lnTo>
                <a:lnTo>
                  <a:pt x="2442" y="952500"/>
                </a:lnTo>
                <a:lnTo>
                  <a:pt x="3558" y="965200"/>
                </a:lnTo>
                <a:lnTo>
                  <a:pt x="4855" y="990600"/>
                </a:lnTo>
                <a:lnTo>
                  <a:pt x="6343" y="1016000"/>
                </a:lnTo>
                <a:lnTo>
                  <a:pt x="8032" y="1028700"/>
                </a:lnTo>
                <a:lnTo>
                  <a:pt x="9893" y="1054100"/>
                </a:lnTo>
                <a:lnTo>
                  <a:pt x="11944" y="1066800"/>
                </a:lnTo>
                <a:lnTo>
                  <a:pt x="14175" y="1092200"/>
                </a:lnTo>
                <a:lnTo>
                  <a:pt x="16588" y="1104900"/>
                </a:lnTo>
                <a:lnTo>
                  <a:pt x="19173" y="1130300"/>
                </a:lnTo>
                <a:lnTo>
                  <a:pt x="21927" y="1155700"/>
                </a:lnTo>
                <a:lnTo>
                  <a:pt x="24864" y="1168400"/>
                </a:lnTo>
                <a:lnTo>
                  <a:pt x="27960" y="1181100"/>
                </a:lnTo>
                <a:lnTo>
                  <a:pt x="31228" y="1206500"/>
                </a:lnTo>
                <a:lnTo>
                  <a:pt x="34655" y="1219200"/>
                </a:lnTo>
                <a:lnTo>
                  <a:pt x="38256" y="1244600"/>
                </a:lnTo>
                <a:lnTo>
                  <a:pt x="42006" y="1257300"/>
                </a:lnTo>
                <a:lnTo>
                  <a:pt x="45916" y="1270000"/>
                </a:lnTo>
                <a:lnTo>
                  <a:pt x="49978" y="1295400"/>
                </a:lnTo>
                <a:lnTo>
                  <a:pt x="54192" y="1308100"/>
                </a:lnTo>
                <a:lnTo>
                  <a:pt x="58554" y="1320800"/>
                </a:lnTo>
                <a:lnTo>
                  <a:pt x="63069" y="1346200"/>
                </a:lnTo>
                <a:lnTo>
                  <a:pt x="67734" y="1358900"/>
                </a:lnTo>
                <a:lnTo>
                  <a:pt x="72530" y="1371600"/>
                </a:lnTo>
                <a:lnTo>
                  <a:pt x="77477" y="1384300"/>
                </a:lnTo>
                <a:lnTo>
                  <a:pt x="82563" y="1409700"/>
                </a:lnTo>
                <a:lnTo>
                  <a:pt x="98620" y="1447800"/>
                </a:lnTo>
                <a:lnTo>
                  <a:pt x="115853" y="1485900"/>
                </a:lnTo>
                <a:lnTo>
                  <a:pt x="134202" y="1524000"/>
                </a:lnTo>
                <a:lnTo>
                  <a:pt x="153506" y="1562100"/>
                </a:lnTo>
                <a:lnTo>
                  <a:pt x="177104" y="1562100"/>
                </a:lnTo>
                <a:lnTo>
                  <a:pt x="170538" y="1549400"/>
                </a:lnTo>
                <a:lnTo>
                  <a:pt x="170668" y="1549400"/>
                </a:lnTo>
                <a:lnTo>
                  <a:pt x="151827" y="1511300"/>
                </a:lnTo>
                <a:lnTo>
                  <a:pt x="134021" y="1473200"/>
                </a:lnTo>
                <a:lnTo>
                  <a:pt x="117231" y="1435100"/>
                </a:lnTo>
                <a:lnTo>
                  <a:pt x="101506" y="1397000"/>
                </a:lnTo>
                <a:lnTo>
                  <a:pt x="86958" y="1358900"/>
                </a:lnTo>
                <a:lnTo>
                  <a:pt x="82414" y="1333500"/>
                </a:lnTo>
                <a:lnTo>
                  <a:pt x="77969" y="1320800"/>
                </a:lnTo>
                <a:lnTo>
                  <a:pt x="73666" y="1308100"/>
                </a:lnTo>
                <a:lnTo>
                  <a:pt x="69514" y="1282700"/>
                </a:lnTo>
                <a:lnTo>
                  <a:pt x="65502" y="1270000"/>
                </a:lnTo>
                <a:lnTo>
                  <a:pt x="61641" y="1257300"/>
                </a:lnTo>
                <a:lnTo>
                  <a:pt x="57941" y="1231900"/>
                </a:lnTo>
                <a:lnTo>
                  <a:pt x="54392" y="1219200"/>
                </a:lnTo>
                <a:lnTo>
                  <a:pt x="51004" y="1206500"/>
                </a:lnTo>
                <a:lnTo>
                  <a:pt x="47777" y="1181100"/>
                </a:lnTo>
                <a:lnTo>
                  <a:pt x="44710" y="1168400"/>
                </a:lnTo>
                <a:lnTo>
                  <a:pt x="41814" y="1143000"/>
                </a:lnTo>
                <a:lnTo>
                  <a:pt x="39090" y="1130300"/>
                </a:lnTo>
                <a:lnTo>
                  <a:pt x="36526" y="1104900"/>
                </a:lnTo>
                <a:lnTo>
                  <a:pt x="34143" y="1092200"/>
                </a:lnTo>
                <a:lnTo>
                  <a:pt x="31931" y="1066800"/>
                </a:lnTo>
                <a:lnTo>
                  <a:pt x="29911" y="1054100"/>
                </a:lnTo>
                <a:lnTo>
                  <a:pt x="28060" y="1028700"/>
                </a:lnTo>
                <a:lnTo>
                  <a:pt x="26391" y="1016000"/>
                </a:lnTo>
                <a:lnTo>
                  <a:pt x="24913" y="990600"/>
                </a:lnTo>
                <a:lnTo>
                  <a:pt x="23627" y="965200"/>
                </a:lnTo>
                <a:lnTo>
                  <a:pt x="22531" y="952500"/>
                </a:lnTo>
                <a:lnTo>
                  <a:pt x="21625" y="927100"/>
                </a:lnTo>
                <a:lnTo>
                  <a:pt x="20921" y="901700"/>
                </a:lnTo>
                <a:lnTo>
                  <a:pt x="20410" y="889000"/>
                </a:lnTo>
                <a:lnTo>
                  <a:pt x="20107" y="863600"/>
                </a:lnTo>
                <a:lnTo>
                  <a:pt x="20107" y="825500"/>
                </a:lnTo>
                <a:lnTo>
                  <a:pt x="20410" y="800100"/>
                </a:lnTo>
                <a:lnTo>
                  <a:pt x="20921" y="774700"/>
                </a:lnTo>
                <a:lnTo>
                  <a:pt x="21625" y="762000"/>
                </a:lnTo>
                <a:lnTo>
                  <a:pt x="22531" y="736600"/>
                </a:lnTo>
                <a:lnTo>
                  <a:pt x="23627" y="723900"/>
                </a:lnTo>
                <a:lnTo>
                  <a:pt x="24913" y="698500"/>
                </a:lnTo>
                <a:lnTo>
                  <a:pt x="26391" y="673100"/>
                </a:lnTo>
                <a:lnTo>
                  <a:pt x="28050" y="660400"/>
                </a:lnTo>
                <a:lnTo>
                  <a:pt x="29900" y="635000"/>
                </a:lnTo>
                <a:lnTo>
                  <a:pt x="31921" y="622300"/>
                </a:lnTo>
                <a:lnTo>
                  <a:pt x="34133" y="596900"/>
                </a:lnTo>
                <a:lnTo>
                  <a:pt x="36516" y="584200"/>
                </a:lnTo>
                <a:lnTo>
                  <a:pt x="39070" y="558800"/>
                </a:lnTo>
                <a:lnTo>
                  <a:pt x="41804" y="546100"/>
                </a:lnTo>
                <a:lnTo>
                  <a:pt x="44700" y="520700"/>
                </a:lnTo>
                <a:lnTo>
                  <a:pt x="47757" y="508000"/>
                </a:lnTo>
                <a:lnTo>
                  <a:pt x="50984" y="482600"/>
                </a:lnTo>
                <a:lnTo>
                  <a:pt x="54372" y="469900"/>
                </a:lnTo>
                <a:lnTo>
                  <a:pt x="57922" y="457200"/>
                </a:lnTo>
                <a:lnTo>
                  <a:pt x="61621" y="431800"/>
                </a:lnTo>
                <a:lnTo>
                  <a:pt x="65472" y="419100"/>
                </a:lnTo>
                <a:lnTo>
                  <a:pt x="69484" y="393700"/>
                </a:lnTo>
                <a:lnTo>
                  <a:pt x="73635" y="381000"/>
                </a:lnTo>
                <a:lnTo>
                  <a:pt x="77929" y="368300"/>
                </a:lnTo>
                <a:lnTo>
                  <a:pt x="82373" y="355600"/>
                </a:lnTo>
                <a:lnTo>
                  <a:pt x="86998" y="330200"/>
                </a:lnTo>
                <a:lnTo>
                  <a:pt x="101556" y="292100"/>
                </a:lnTo>
                <a:lnTo>
                  <a:pt x="117292" y="254000"/>
                </a:lnTo>
                <a:lnTo>
                  <a:pt x="122781" y="228600"/>
                </a:lnTo>
                <a:lnTo>
                  <a:pt x="128381" y="215900"/>
                </a:lnTo>
                <a:lnTo>
                  <a:pt x="134101" y="203200"/>
                </a:lnTo>
                <a:lnTo>
                  <a:pt x="139933" y="190500"/>
                </a:lnTo>
                <a:lnTo>
                  <a:pt x="145876" y="190500"/>
                </a:lnTo>
                <a:lnTo>
                  <a:pt x="158071" y="165100"/>
                </a:lnTo>
                <a:lnTo>
                  <a:pt x="173750" y="133485"/>
                </a:lnTo>
                <a:lnTo>
                  <a:pt x="177104" y="127000"/>
                </a:lnTo>
                <a:lnTo>
                  <a:pt x="183468" y="127000"/>
                </a:lnTo>
                <a:lnTo>
                  <a:pt x="190234" y="114300"/>
                </a:lnTo>
                <a:close/>
              </a:path>
              <a:path w="652145" h="1676400">
                <a:moveTo>
                  <a:pt x="217421" y="76200"/>
                </a:moveTo>
                <a:lnTo>
                  <a:pt x="188314" y="76200"/>
                </a:lnTo>
                <a:lnTo>
                  <a:pt x="181155" y="88900"/>
                </a:lnTo>
                <a:lnTo>
                  <a:pt x="174108" y="101600"/>
                </a:lnTo>
                <a:lnTo>
                  <a:pt x="167170" y="114300"/>
                </a:lnTo>
                <a:lnTo>
                  <a:pt x="190063" y="114300"/>
                </a:lnTo>
                <a:lnTo>
                  <a:pt x="196921" y="101600"/>
                </a:lnTo>
                <a:lnTo>
                  <a:pt x="196729" y="101600"/>
                </a:lnTo>
                <a:lnTo>
                  <a:pt x="203686" y="88900"/>
                </a:lnTo>
                <a:lnTo>
                  <a:pt x="210292" y="88900"/>
                </a:lnTo>
                <a:lnTo>
                  <a:pt x="217421" y="76200"/>
                </a:lnTo>
                <a:close/>
              </a:path>
              <a:path w="652145" h="1676400">
                <a:moveTo>
                  <a:pt x="463768" y="76200"/>
                </a:moveTo>
                <a:lnTo>
                  <a:pt x="434450" y="76200"/>
                </a:lnTo>
                <a:lnTo>
                  <a:pt x="441589" y="88900"/>
                </a:lnTo>
                <a:lnTo>
                  <a:pt x="448194" y="88900"/>
                </a:lnTo>
                <a:lnTo>
                  <a:pt x="455141" y="101600"/>
                </a:lnTo>
                <a:lnTo>
                  <a:pt x="454960" y="101600"/>
                </a:lnTo>
                <a:lnTo>
                  <a:pt x="461817" y="114300"/>
                </a:lnTo>
                <a:lnTo>
                  <a:pt x="484861" y="114300"/>
                </a:lnTo>
                <a:lnTo>
                  <a:pt x="477944" y="101600"/>
                </a:lnTo>
                <a:lnTo>
                  <a:pt x="470907" y="88900"/>
                </a:lnTo>
                <a:lnTo>
                  <a:pt x="463768" y="76200"/>
                </a:lnTo>
                <a:close/>
              </a:path>
              <a:path w="652145" h="1676400">
                <a:moveTo>
                  <a:pt x="231416" y="63500"/>
                </a:moveTo>
                <a:lnTo>
                  <a:pt x="202972" y="63500"/>
                </a:lnTo>
                <a:lnTo>
                  <a:pt x="195593" y="76200"/>
                </a:lnTo>
                <a:lnTo>
                  <a:pt x="224106" y="76200"/>
                </a:lnTo>
                <a:lnTo>
                  <a:pt x="231416" y="63500"/>
                </a:lnTo>
                <a:close/>
              </a:path>
              <a:path w="652145" h="1676400">
                <a:moveTo>
                  <a:pt x="449149" y="63500"/>
                </a:moveTo>
                <a:lnTo>
                  <a:pt x="420465" y="63500"/>
                </a:lnTo>
                <a:lnTo>
                  <a:pt x="427763" y="76200"/>
                </a:lnTo>
                <a:lnTo>
                  <a:pt x="456519" y="76200"/>
                </a:lnTo>
                <a:lnTo>
                  <a:pt x="449149" y="63500"/>
                </a:lnTo>
                <a:close/>
              </a:path>
              <a:path w="652145" h="1676400">
                <a:moveTo>
                  <a:pt x="245612" y="50800"/>
                </a:moveTo>
                <a:lnTo>
                  <a:pt x="218074" y="50800"/>
                </a:lnTo>
                <a:lnTo>
                  <a:pt x="210463" y="63500"/>
                </a:lnTo>
                <a:lnTo>
                  <a:pt x="238152" y="63500"/>
                </a:lnTo>
                <a:lnTo>
                  <a:pt x="245612" y="50800"/>
                </a:lnTo>
                <a:close/>
              </a:path>
              <a:path w="652145" h="1676400">
                <a:moveTo>
                  <a:pt x="434108" y="50800"/>
                </a:moveTo>
                <a:lnTo>
                  <a:pt x="406257" y="50800"/>
                </a:lnTo>
                <a:lnTo>
                  <a:pt x="413719" y="63500"/>
                </a:lnTo>
                <a:lnTo>
                  <a:pt x="441689" y="63500"/>
                </a:lnTo>
                <a:lnTo>
                  <a:pt x="434108" y="50800"/>
                </a:lnTo>
                <a:close/>
              </a:path>
              <a:path w="652145" h="1676400">
                <a:moveTo>
                  <a:pt x="267239" y="38100"/>
                </a:moveTo>
                <a:lnTo>
                  <a:pt x="233607" y="38100"/>
                </a:lnTo>
                <a:lnTo>
                  <a:pt x="225785" y="50800"/>
                </a:lnTo>
                <a:lnTo>
                  <a:pt x="259557" y="50800"/>
                </a:lnTo>
                <a:lnTo>
                  <a:pt x="267239" y="38100"/>
                </a:lnTo>
                <a:close/>
              </a:path>
              <a:path w="652145" h="1676400">
                <a:moveTo>
                  <a:pt x="418625" y="38100"/>
                </a:moveTo>
                <a:lnTo>
                  <a:pt x="384632" y="38100"/>
                </a:lnTo>
                <a:lnTo>
                  <a:pt x="392313" y="50800"/>
                </a:lnTo>
                <a:lnTo>
                  <a:pt x="426416" y="50800"/>
                </a:lnTo>
                <a:lnTo>
                  <a:pt x="418625" y="38100"/>
                </a:lnTo>
                <a:close/>
              </a:path>
              <a:path w="652145" h="1676400">
                <a:moveTo>
                  <a:pt x="289016" y="25400"/>
                </a:moveTo>
                <a:lnTo>
                  <a:pt x="249152" y="25400"/>
                </a:lnTo>
                <a:lnTo>
                  <a:pt x="241148" y="38100"/>
                </a:lnTo>
                <a:lnTo>
                  <a:pt x="285065" y="38100"/>
                </a:lnTo>
                <a:lnTo>
                  <a:pt x="289016" y="25400"/>
                </a:lnTo>
                <a:close/>
              </a:path>
              <a:path w="652145" h="1676400">
                <a:moveTo>
                  <a:pt x="402719" y="25400"/>
                </a:moveTo>
                <a:lnTo>
                  <a:pt x="362864" y="25400"/>
                </a:lnTo>
                <a:lnTo>
                  <a:pt x="366805" y="38100"/>
                </a:lnTo>
                <a:lnTo>
                  <a:pt x="410731" y="38100"/>
                </a:lnTo>
                <a:lnTo>
                  <a:pt x="402719" y="25400"/>
                </a:lnTo>
                <a:close/>
              </a:path>
              <a:path w="652145" h="1676400">
                <a:moveTo>
                  <a:pt x="377663" y="12700"/>
                </a:moveTo>
                <a:lnTo>
                  <a:pt x="274217" y="12700"/>
                </a:lnTo>
                <a:lnTo>
                  <a:pt x="265992" y="25400"/>
                </a:lnTo>
                <a:lnTo>
                  <a:pt x="385878" y="25400"/>
                </a:lnTo>
                <a:lnTo>
                  <a:pt x="377663" y="12700"/>
                </a:lnTo>
                <a:close/>
              </a:path>
              <a:path w="652145" h="1676400">
                <a:moveTo>
                  <a:pt x="338985" y="0"/>
                </a:moveTo>
                <a:lnTo>
                  <a:pt x="312563" y="0"/>
                </a:lnTo>
                <a:lnTo>
                  <a:pt x="308189" y="12700"/>
                </a:lnTo>
                <a:lnTo>
                  <a:pt x="343359" y="12700"/>
                </a:lnTo>
                <a:lnTo>
                  <a:pt x="338985" y="0"/>
                </a:lnTo>
                <a:close/>
              </a:path>
            </a:pathLst>
          </a:custGeom>
          <a:solidFill>
            <a:srgbClr val="8064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858274" y="1147364"/>
            <a:ext cx="206375" cy="92583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 sz="1400" spc="-40">
                <a:latin typeface="Segoe UI Symbol"/>
                <a:cs typeface="Segoe UI Symbol"/>
              </a:rPr>
              <a:t>Impactverse</a:t>
            </a:r>
            <a:endParaRPr sz="1400">
              <a:latin typeface="Segoe UI Symbol"/>
              <a:cs typeface="Segoe UI Symbo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50738" y="8262810"/>
            <a:ext cx="840930" cy="1780794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4999941" y="1611618"/>
            <a:ext cx="560705" cy="2641600"/>
            <a:chOff x="4999941" y="1611618"/>
            <a:chExt cx="560705" cy="2641600"/>
          </a:xfrm>
        </p:grpSpPr>
        <p:sp>
          <p:nvSpPr>
            <p:cNvPr id="10" name="object 10"/>
            <p:cNvSpPr/>
            <p:nvPr/>
          </p:nvSpPr>
          <p:spPr>
            <a:xfrm>
              <a:off x="5007673" y="1618615"/>
              <a:ext cx="545465" cy="2626995"/>
            </a:xfrm>
            <a:custGeom>
              <a:avLst/>
              <a:gdLst/>
              <a:ahLst/>
              <a:cxnLst/>
              <a:rect l="l" t="t" r="r" b="b"/>
              <a:pathLst>
                <a:path w="545464" h="2626995">
                  <a:moveTo>
                    <a:pt x="409003" y="0"/>
                  </a:moveTo>
                  <a:lnTo>
                    <a:pt x="136334" y="0"/>
                  </a:lnTo>
                  <a:lnTo>
                    <a:pt x="93141" y="6761"/>
                  </a:lnTo>
                  <a:lnTo>
                    <a:pt x="55668" y="26019"/>
                  </a:lnTo>
                  <a:lnTo>
                    <a:pt x="26157" y="55530"/>
                  </a:lnTo>
                  <a:lnTo>
                    <a:pt x="6853" y="93049"/>
                  </a:lnTo>
                  <a:lnTo>
                    <a:pt x="0" y="136334"/>
                  </a:lnTo>
                  <a:lnTo>
                    <a:pt x="0" y="2490215"/>
                  </a:lnTo>
                  <a:lnTo>
                    <a:pt x="6853" y="2533558"/>
                  </a:lnTo>
                  <a:lnTo>
                    <a:pt x="26157" y="2571107"/>
                  </a:lnTo>
                  <a:lnTo>
                    <a:pt x="55668" y="2600618"/>
                  </a:lnTo>
                  <a:lnTo>
                    <a:pt x="93141" y="2619847"/>
                  </a:lnTo>
                  <a:lnTo>
                    <a:pt x="136334" y="2626550"/>
                  </a:lnTo>
                  <a:lnTo>
                    <a:pt x="409003" y="2626550"/>
                  </a:lnTo>
                  <a:lnTo>
                    <a:pt x="451940" y="2619847"/>
                  </a:lnTo>
                  <a:lnTo>
                    <a:pt x="489286" y="2600618"/>
                  </a:lnTo>
                  <a:lnTo>
                    <a:pt x="518797" y="2571107"/>
                  </a:lnTo>
                  <a:lnTo>
                    <a:pt x="538229" y="2533558"/>
                  </a:lnTo>
                  <a:lnTo>
                    <a:pt x="545338" y="2490215"/>
                  </a:lnTo>
                  <a:lnTo>
                    <a:pt x="545338" y="136334"/>
                  </a:lnTo>
                  <a:lnTo>
                    <a:pt x="538229" y="93049"/>
                  </a:lnTo>
                  <a:lnTo>
                    <a:pt x="518797" y="55530"/>
                  </a:lnTo>
                  <a:lnTo>
                    <a:pt x="489286" y="26019"/>
                  </a:lnTo>
                  <a:lnTo>
                    <a:pt x="451940" y="6761"/>
                  </a:lnTo>
                  <a:lnTo>
                    <a:pt x="409003" y="0"/>
                  </a:lnTo>
                  <a:close/>
                </a:path>
              </a:pathLst>
            </a:custGeom>
            <a:solidFill>
              <a:srgbClr val="F4FA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999941" y="1611618"/>
              <a:ext cx="560705" cy="2641600"/>
            </a:xfrm>
            <a:custGeom>
              <a:avLst/>
              <a:gdLst/>
              <a:ahLst/>
              <a:cxnLst/>
              <a:rect l="l" t="t" r="r" b="b"/>
              <a:pathLst>
                <a:path w="560704" h="2641600">
                  <a:moveTo>
                    <a:pt x="478628" y="2628900"/>
                  </a:moveTo>
                  <a:lnTo>
                    <a:pt x="81307" y="2628900"/>
                  </a:lnTo>
                  <a:lnTo>
                    <a:pt x="87671" y="2641600"/>
                  </a:lnTo>
                  <a:lnTo>
                    <a:pt x="472596" y="2641600"/>
                  </a:lnTo>
                  <a:lnTo>
                    <a:pt x="478628" y="2628900"/>
                  </a:lnTo>
                  <a:close/>
                </a:path>
                <a:path w="560704" h="2641600">
                  <a:moveTo>
                    <a:pt x="87853" y="2616200"/>
                  </a:moveTo>
                  <a:lnTo>
                    <a:pt x="57619" y="2616200"/>
                  </a:lnTo>
                  <a:lnTo>
                    <a:pt x="63261" y="2628900"/>
                  </a:lnTo>
                  <a:lnTo>
                    <a:pt x="93886" y="2628900"/>
                  </a:lnTo>
                  <a:lnTo>
                    <a:pt x="87853" y="2616200"/>
                  </a:lnTo>
                  <a:close/>
                </a:path>
                <a:path w="560704" h="2641600">
                  <a:moveTo>
                    <a:pt x="502356" y="2616200"/>
                  </a:moveTo>
                  <a:lnTo>
                    <a:pt x="472414" y="2616200"/>
                  </a:lnTo>
                  <a:lnTo>
                    <a:pt x="466382" y="2628900"/>
                  </a:lnTo>
                  <a:lnTo>
                    <a:pt x="496716" y="2628900"/>
                  </a:lnTo>
                  <a:lnTo>
                    <a:pt x="502356" y="2616200"/>
                  </a:lnTo>
                  <a:close/>
                </a:path>
                <a:path w="560704" h="2641600">
                  <a:moveTo>
                    <a:pt x="66659" y="2603500"/>
                  </a:moveTo>
                  <a:lnTo>
                    <a:pt x="41996" y="2603500"/>
                  </a:lnTo>
                  <a:lnTo>
                    <a:pt x="46983" y="2616200"/>
                  </a:lnTo>
                  <a:lnTo>
                    <a:pt x="71997" y="2616200"/>
                  </a:lnTo>
                  <a:lnTo>
                    <a:pt x="66659" y="2603500"/>
                  </a:lnTo>
                  <a:close/>
                </a:path>
                <a:path w="560704" h="2641600">
                  <a:moveTo>
                    <a:pt x="518020" y="2603500"/>
                  </a:moveTo>
                  <a:lnTo>
                    <a:pt x="493619" y="2603500"/>
                  </a:lnTo>
                  <a:lnTo>
                    <a:pt x="488270" y="2616200"/>
                  </a:lnTo>
                  <a:lnTo>
                    <a:pt x="513013" y="2616200"/>
                  </a:lnTo>
                  <a:lnTo>
                    <a:pt x="518020" y="2603500"/>
                  </a:lnTo>
                  <a:close/>
                </a:path>
                <a:path w="560704" h="2641600">
                  <a:moveTo>
                    <a:pt x="52664" y="2590800"/>
                  </a:moveTo>
                  <a:lnTo>
                    <a:pt x="32726" y="2590800"/>
                  </a:lnTo>
                  <a:lnTo>
                    <a:pt x="37240" y="2603500"/>
                  </a:lnTo>
                  <a:lnTo>
                    <a:pt x="57388" y="2603500"/>
                  </a:lnTo>
                  <a:lnTo>
                    <a:pt x="52664" y="2590800"/>
                  </a:lnTo>
                  <a:close/>
                </a:path>
                <a:path w="560704" h="2641600">
                  <a:moveTo>
                    <a:pt x="527542" y="2590800"/>
                  </a:moveTo>
                  <a:lnTo>
                    <a:pt x="507615" y="2590800"/>
                  </a:lnTo>
                  <a:lnTo>
                    <a:pt x="502879" y="2603500"/>
                  </a:lnTo>
                  <a:lnTo>
                    <a:pt x="522786" y="2603500"/>
                  </a:lnTo>
                  <a:lnTo>
                    <a:pt x="527542" y="2590800"/>
                  </a:lnTo>
                  <a:close/>
                </a:path>
                <a:path w="560704" h="2641600">
                  <a:moveTo>
                    <a:pt x="40538" y="2578100"/>
                  </a:moveTo>
                  <a:lnTo>
                    <a:pt x="24461" y="2578100"/>
                  </a:lnTo>
                  <a:lnTo>
                    <a:pt x="28463" y="2590800"/>
                  </a:lnTo>
                  <a:lnTo>
                    <a:pt x="44589" y="2590800"/>
                  </a:lnTo>
                  <a:lnTo>
                    <a:pt x="40538" y="2578100"/>
                  </a:lnTo>
                  <a:close/>
                </a:path>
                <a:path w="560704" h="2641600">
                  <a:moveTo>
                    <a:pt x="539346" y="2578100"/>
                  </a:moveTo>
                  <a:lnTo>
                    <a:pt x="519729" y="2578100"/>
                  </a:lnTo>
                  <a:lnTo>
                    <a:pt x="515678" y="2590800"/>
                  </a:lnTo>
                  <a:lnTo>
                    <a:pt x="535605" y="2590800"/>
                  </a:lnTo>
                  <a:lnTo>
                    <a:pt x="539346" y="2578100"/>
                  </a:lnTo>
                  <a:close/>
                </a:path>
                <a:path w="560704" h="2641600">
                  <a:moveTo>
                    <a:pt x="33610" y="2565400"/>
                  </a:moveTo>
                  <a:lnTo>
                    <a:pt x="14105" y="2565400"/>
                  </a:lnTo>
                  <a:lnTo>
                    <a:pt x="17443" y="2578100"/>
                  </a:lnTo>
                  <a:lnTo>
                    <a:pt x="37160" y="2578100"/>
                  </a:lnTo>
                  <a:lnTo>
                    <a:pt x="33610" y="2565400"/>
                  </a:lnTo>
                  <a:close/>
                </a:path>
                <a:path w="560704" h="2641600">
                  <a:moveTo>
                    <a:pt x="546002" y="2565400"/>
                  </a:moveTo>
                  <a:lnTo>
                    <a:pt x="526657" y="2565400"/>
                  </a:lnTo>
                  <a:lnTo>
                    <a:pt x="523107" y="2578100"/>
                  </a:lnTo>
                  <a:lnTo>
                    <a:pt x="542824" y="2578100"/>
                  </a:lnTo>
                  <a:lnTo>
                    <a:pt x="546002" y="2565400"/>
                  </a:lnTo>
                  <a:close/>
                </a:path>
                <a:path w="560704" h="2641600">
                  <a:moveTo>
                    <a:pt x="25115" y="2552700"/>
                  </a:moveTo>
                  <a:lnTo>
                    <a:pt x="8787" y="2552700"/>
                  </a:lnTo>
                  <a:lnTo>
                    <a:pt x="11230" y="2565400"/>
                  </a:lnTo>
                  <a:lnTo>
                    <a:pt x="27849" y="2565400"/>
                  </a:lnTo>
                  <a:lnTo>
                    <a:pt x="25115" y="2552700"/>
                  </a:lnTo>
                  <a:close/>
                </a:path>
                <a:path w="560704" h="2641600">
                  <a:moveTo>
                    <a:pt x="551480" y="2552700"/>
                  </a:moveTo>
                  <a:lnTo>
                    <a:pt x="535152" y="2552700"/>
                  </a:lnTo>
                  <a:lnTo>
                    <a:pt x="532418" y="2565400"/>
                  </a:lnTo>
                  <a:lnTo>
                    <a:pt x="548897" y="2565400"/>
                  </a:lnTo>
                  <a:lnTo>
                    <a:pt x="551480" y="2552700"/>
                  </a:lnTo>
                  <a:close/>
                </a:path>
                <a:path w="560704" h="2641600">
                  <a:moveTo>
                    <a:pt x="17655" y="2527300"/>
                  </a:moveTo>
                  <a:lnTo>
                    <a:pt x="2956" y="2527300"/>
                  </a:lnTo>
                  <a:lnTo>
                    <a:pt x="4474" y="2540000"/>
                  </a:lnTo>
                  <a:lnTo>
                    <a:pt x="6515" y="2552700"/>
                  </a:lnTo>
                  <a:lnTo>
                    <a:pt x="22823" y="2552700"/>
                  </a:lnTo>
                  <a:lnTo>
                    <a:pt x="20802" y="2540000"/>
                  </a:lnTo>
                  <a:lnTo>
                    <a:pt x="19083" y="2540000"/>
                  </a:lnTo>
                  <a:lnTo>
                    <a:pt x="17655" y="2527300"/>
                  </a:lnTo>
                  <a:close/>
                </a:path>
                <a:path w="560704" h="2641600">
                  <a:moveTo>
                    <a:pt x="557392" y="2527300"/>
                  </a:moveTo>
                  <a:lnTo>
                    <a:pt x="542542" y="2527300"/>
                  </a:lnTo>
                  <a:lnTo>
                    <a:pt x="541094" y="2540000"/>
                  </a:lnTo>
                  <a:lnTo>
                    <a:pt x="539356" y="2540000"/>
                  </a:lnTo>
                  <a:lnTo>
                    <a:pt x="537324" y="2552700"/>
                  </a:lnTo>
                  <a:lnTo>
                    <a:pt x="553863" y="2552700"/>
                  </a:lnTo>
                  <a:lnTo>
                    <a:pt x="555793" y="2540000"/>
                  </a:lnTo>
                  <a:lnTo>
                    <a:pt x="557392" y="2527300"/>
                  </a:lnTo>
                  <a:close/>
                </a:path>
                <a:path w="560704" h="2641600">
                  <a:moveTo>
                    <a:pt x="15714" y="2514600"/>
                  </a:moveTo>
                  <a:lnTo>
                    <a:pt x="754" y="2514600"/>
                  </a:lnTo>
                  <a:lnTo>
                    <a:pt x="1678" y="2527300"/>
                  </a:lnTo>
                  <a:lnTo>
                    <a:pt x="16529" y="2527300"/>
                  </a:lnTo>
                  <a:lnTo>
                    <a:pt x="15714" y="2514600"/>
                  </a:lnTo>
                  <a:close/>
                </a:path>
                <a:path w="560704" h="2641600">
                  <a:moveTo>
                    <a:pt x="559554" y="2514600"/>
                  </a:moveTo>
                  <a:lnTo>
                    <a:pt x="544513" y="2514600"/>
                  </a:lnTo>
                  <a:lnTo>
                    <a:pt x="543679" y="2527300"/>
                  </a:lnTo>
                  <a:lnTo>
                    <a:pt x="558650" y="2527300"/>
                  </a:lnTo>
                  <a:lnTo>
                    <a:pt x="559554" y="2514600"/>
                  </a:lnTo>
                  <a:close/>
                </a:path>
                <a:path w="560704" h="2641600">
                  <a:moveTo>
                    <a:pt x="15252" y="139700"/>
                  </a:moveTo>
                  <a:lnTo>
                    <a:pt x="171" y="139700"/>
                  </a:lnTo>
                  <a:lnTo>
                    <a:pt x="0" y="152400"/>
                  </a:lnTo>
                  <a:lnTo>
                    <a:pt x="0" y="2501900"/>
                  </a:lnTo>
                  <a:lnTo>
                    <a:pt x="190" y="2514600"/>
                  </a:lnTo>
                  <a:lnTo>
                    <a:pt x="15232" y="2514600"/>
                  </a:lnTo>
                  <a:lnTo>
                    <a:pt x="15071" y="2501900"/>
                  </a:lnTo>
                  <a:lnTo>
                    <a:pt x="15071" y="152400"/>
                  </a:lnTo>
                  <a:lnTo>
                    <a:pt x="15252" y="139700"/>
                  </a:lnTo>
                  <a:close/>
                </a:path>
                <a:path w="560704" h="2641600">
                  <a:moveTo>
                    <a:pt x="560077" y="139700"/>
                  </a:moveTo>
                  <a:lnTo>
                    <a:pt x="545037" y="139700"/>
                  </a:lnTo>
                  <a:lnTo>
                    <a:pt x="545197" y="152400"/>
                  </a:lnTo>
                  <a:lnTo>
                    <a:pt x="545197" y="2501900"/>
                  </a:lnTo>
                  <a:lnTo>
                    <a:pt x="545016" y="2514600"/>
                  </a:lnTo>
                  <a:lnTo>
                    <a:pt x="560097" y="2514600"/>
                  </a:lnTo>
                  <a:lnTo>
                    <a:pt x="560268" y="2501900"/>
                  </a:lnTo>
                  <a:lnTo>
                    <a:pt x="560268" y="152400"/>
                  </a:lnTo>
                  <a:lnTo>
                    <a:pt x="560077" y="139700"/>
                  </a:lnTo>
                  <a:close/>
                </a:path>
                <a:path w="560704" h="2641600">
                  <a:moveTo>
                    <a:pt x="19173" y="114300"/>
                  </a:moveTo>
                  <a:lnTo>
                    <a:pt x="2956" y="114300"/>
                  </a:lnTo>
                  <a:lnTo>
                    <a:pt x="1678" y="127000"/>
                  </a:lnTo>
                  <a:lnTo>
                    <a:pt x="754" y="139700"/>
                  </a:lnTo>
                  <a:lnTo>
                    <a:pt x="15754" y="139700"/>
                  </a:lnTo>
                  <a:lnTo>
                    <a:pt x="16590" y="127000"/>
                  </a:lnTo>
                  <a:lnTo>
                    <a:pt x="17725" y="127000"/>
                  </a:lnTo>
                  <a:lnTo>
                    <a:pt x="19173" y="114300"/>
                  </a:lnTo>
                  <a:close/>
                </a:path>
                <a:path w="560704" h="2641600">
                  <a:moveTo>
                    <a:pt x="557392" y="114300"/>
                  </a:moveTo>
                  <a:lnTo>
                    <a:pt x="541185" y="114300"/>
                  </a:lnTo>
                  <a:lnTo>
                    <a:pt x="542613" y="127000"/>
                  </a:lnTo>
                  <a:lnTo>
                    <a:pt x="543739" y="127000"/>
                  </a:lnTo>
                  <a:lnTo>
                    <a:pt x="544554" y="139700"/>
                  </a:lnTo>
                  <a:lnTo>
                    <a:pt x="559515" y="139700"/>
                  </a:lnTo>
                  <a:lnTo>
                    <a:pt x="558589" y="127000"/>
                  </a:lnTo>
                  <a:lnTo>
                    <a:pt x="557392" y="114300"/>
                  </a:lnTo>
                  <a:close/>
                </a:path>
                <a:path w="560704" h="2641600">
                  <a:moveTo>
                    <a:pt x="22943" y="101600"/>
                  </a:moveTo>
                  <a:lnTo>
                    <a:pt x="6404" y="101600"/>
                  </a:lnTo>
                  <a:lnTo>
                    <a:pt x="4474" y="114300"/>
                  </a:lnTo>
                  <a:lnTo>
                    <a:pt x="20913" y="114300"/>
                  </a:lnTo>
                  <a:lnTo>
                    <a:pt x="22943" y="101600"/>
                  </a:lnTo>
                  <a:close/>
                </a:path>
                <a:path w="560704" h="2641600">
                  <a:moveTo>
                    <a:pt x="553753" y="101600"/>
                  </a:moveTo>
                  <a:lnTo>
                    <a:pt x="537444" y="101600"/>
                  </a:lnTo>
                  <a:lnTo>
                    <a:pt x="539466" y="114300"/>
                  </a:lnTo>
                  <a:lnTo>
                    <a:pt x="555793" y="114300"/>
                  </a:lnTo>
                  <a:lnTo>
                    <a:pt x="553753" y="101600"/>
                  </a:lnTo>
                  <a:close/>
                </a:path>
                <a:path w="560704" h="2641600">
                  <a:moveTo>
                    <a:pt x="27849" y="88900"/>
                  </a:moveTo>
                  <a:lnTo>
                    <a:pt x="11371" y="88900"/>
                  </a:lnTo>
                  <a:lnTo>
                    <a:pt x="8666" y="101600"/>
                  </a:lnTo>
                  <a:lnTo>
                    <a:pt x="25115" y="101600"/>
                  </a:lnTo>
                  <a:lnTo>
                    <a:pt x="27849" y="88900"/>
                  </a:lnTo>
                  <a:close/>
                </a:path>
                <a:path w="560704" h="2641600">
                  <a:moveTo>
                    <a:pt x="548897" y="88900"/>
                  </a:moveTo>
                  <a:lnTo>
                    <a:pt x="532418" y="88900"/>
                  </a:lnTo>
                  <a:lnTo>
                    <a:pt x="535152" y="101600"/>
                  </a:lnTo>
                  <a:lnTo>
                    <a:pt x="551611" y="101600"/>
                  </a:lnTo>
                  <a:lnTo>
                    <a:pt x="548897" y="88900"/>
                  </a:lnTo>
                  <a:close/>
                </a:path>
                <a:path w="560704" h="2641600">
                  <a:moveTo>
                    <a:pt x="33802" y="76200"/>
                  </a:moveTo>
                  <a:lnTo>
                    <a:pt x="17443" y="76200"/>
                  </a:lnTo>
                  <a:lnTo>
                    <a:pt x="14267" y="88900"/>
                  </a:lnTo>
                  <a:lnTo>
                    <a:pt x="30524" y="88900"/>
                  </a:lnTo>
                  <a:lnTo>
                    <a:pt x="33802" y="76200"/>
                  </a:lnTo>
                  <a:close/>
                </a:path>
                <a:path w="560704" h="2641600">
                  <a:moveTo>
                    <a:pt x="37160" y="76200"/>
                  </a:moveTo>
                  <a:lnTo>
                    <a:pt x="33802" y="76200"/>
                  </a:lnTo>
                  <a:lnTo>
                    <a:pt x="33610" y="88900"/>
                  </a:lnTo>
                  <a:lnTo>
                    <a:pt x="37160" y="76200"/>
                  </a:lnTo>
                  <a:close/>
                </a:path>
                <a:path w="560704" h="2641600">
                  <a:moveTo>
                    <a:pt x="526465" y="76200"/>
                  </a:moveTo>
                  <a:lnTo>
                    <a:pt x="523107" y="76200"/>
                  </a:lnTo>
                  <a:lnTo>
                    <a:pt x="526657" y="88900"/>
                  </a:lnTo>
                  <a:lnTo>
                    <a:pt x="526465" y="76200"/>
                  </a:lnTo>
                  <a:close/>
                </a:path>
                <a:path w="560704" h="2641600">
                  <a:moveTo>
                    <a:pt x="542824" y="76200"/>
                  </a:moveTo>
                  <a:lnTo>
                    <a:pt x="526465" y="76200"/>
                  </a:lnTo>
                  <a:lnTo>
                    <a:pt x="529743" y="88900"/>
                  </a:lnTo>
                  <a:lnTo>
                    <a:pt x="546162" y="88900"/>
                  </a:lnTo>
                  <a:lnTo>
                    <a:pt x="542824" y="76200"/>
                  </a:lnTo>
                  <a:close/>
                </a:path>
                <a:path w="560704" h="2641600">
                  <a:moveTo>
                    <a:pt x="44589" y="63500"/>
                  </a:moveTo>
                  <a:lnTo>
                    <a:pt x="24663" y="63500"/>
                  </a:lnTo>
                  <a:lnTo>
                    <a:pt x="20923" y="76200"/>
                  </a:lnTo>
                  <a:lnTo>
                    <a:pt x="40538" y="76200"/>
                  </a:lnTo>
                  <a:lnTo>
                    <a:pt x="44589" y="63500"/>
                  </a:lnTo>
                  <a:close/>
                </a:path>
                <a:path w="560704" h="2641600">
                  <a:moveTo>
                    <a:pt x="535806" y="63500"/>
                  </a:moveTo>
                  <a:lnTo>
                    <a:pt x="515678" y="63500"/>
                  </a:lnTo>
                  <a:lnTo>
                    <a:pt x="519729" y="76200"/>
                  </a:lnTo>
                  <a:lnTo>
                    <a:pt x="539536" y="76200"/>
                  </a:lnTo>
                  <a:lnTo>
                    <a:pt x="535806" y="63500"/>
                  </a:lnTo>
                  <a:close/>
                </a:path>
                <a:path w="560704" h="2641600">
                  <a:moveTo>
                    <a:pt x="57388" y="50800"/>
                  </a:moveTo>
                  <a:lnTo>
                    <a:pt x="37481" y="50800"/>
                  </a:lnTo>
                  <a:lnTo>
                    <a:pt x="32726" y="63500"/>
                  </a:lnTo>
                  <a:lnTo>
                    <a:pt x="52664" y="63500"/>
                  </a:lnTo>
                  <a:lnTo>
                    <a:pt x="57388" y="50800"/>
                  </a:lnTo>
                  <a:close/>
                </a:path>
                <a:path w="560704" h="2641600">
                  <a:moveTo>
                    <a:pt x="523027" y="50800"/>
                  </a:moveTo>
                  <a:lnTo>
                    <a:pt x="502879" y="50800"/>
                  </a:lnTo>
                  <a:lnTo>
                    <a:pt x="507615" y="63500"/>
                  </a:lnTo>
                  <a:lnTo>
                    <a:pt x="527542" y="63500"/>
                  </a:lnTo>
                  <a:lnTo>
                    <a:pt x="523027" y="50800"/>
                  </a:lnTo>
                  <a:close/>
                </a:path>
                <a:path w="560704" h="2641600">
                  <a:moveTo>
                    <a:pt x="71997" y="38100"/>
                  </a:moveTo>
                  <a:lnTo>
                    <a:pt x="47254" y="38100"/>
                  </a:lnTo>
                  <a:lnTo>
                    <a:pt x="41996" y="50800"/>
                  </a:lnTo>
                  <a:lnTo>
                    <a:pt x="66659" y="50800"/>
                  </a:lnTo>
                  <a:lnTo>
                    <a:pt x="71997" y="38100"/>
                  </a:lnTo>
                  <a:close/>
                </a:path>
                <a:path w="560704" h="2641600">
                  <a:moveTo>
                    <a:pt x="513285" y="38100"/>
                  </a:moveTo>
                  <a:lnTo>
                    <a:pt x="488270" y="38100"/>
                  </a:lnTo>
                  <a:lnTo>
                    <a:pt x="493619" y="50800"/>
                  </a:lnTo>
                  <a:lnTo>
                    <a:pt x="518271" y="50800"/>
                  </a:lnTo>
                  <a:lnTo>
                    <a:pt x="513285" y="38100"/>
                  </a:lnTo>
                  <a:close/>
                </a:path>
                <a:path w="560704" h="2641600">
                  <a:moveTo>
                    <a:pt x="93886" y="25400"/>
                  </a:moveTo>
                  <a:lnTo>
                    <a:pt x="63562" y="25400"/>
                  </a:lnTo>
                  <a:lnTo>
                    <a:pt x="57912" y="38100"/>
                  </a:lnTo>
                  <a:lnTo>
                    <a:pt x="87853" y="38100"/>
                  </a:lnTo>
                  <a:lnTo>
                    <a:pt x="93886" y="25400"/>
                  </a:lnTo>
                  <a:close/>
                </a:path>
                <a:path w="560704" h="2641600">
                  <a:moveTo>
                    <a:pt x="497008" y="25400"/>
                  </a:moveTo>
                  <a:lnTo>
                    <a:pt x="466382" y="25400"/>
                  </a:lnTo>
                  <a:lnTo>
                    <a:pt x="472414" y="38100"/>
                  </a:lnTo>
                  <a:lnTo>
                    <a:pt x="502648" y="38100"/>
                  </a:lnTo>
                  <a:lnTo>
                    <a:pt x="497008" y="25400"/>
                  </a:lnTo>
                  <a:close/>
                </a:path>
                <a:path w="560704" h="2641600">
                  <a:moveTo>
                    <a:pt x="472596" y="12700"/>
                  </a:moveTo>
                  <a:lnTo>
                    <a:pt x="87671" y="12700"/>
                  </a:lnTo>
                  <a:lnTo>
                    <a:pt x="81639" y="25400"/>
                  </a:lnTo>
                  <a:lnTo>
                    <a:pt x="478960" y="25400"/>
                  </a:lnTo>
                  <a:lnTo>
                    <a:pt x="472596" y="12700"/>
                  </a:lnTo>
                  <a:close/>
                </a:path>
                <a:path w="560704" h="2641600">
                  <a:moveTo>
                    <a:pt x="430941" y="0"/>
                  </a:moveTo>
                  <a:lnTo>
                    <a:pt x="128944" y="0"/>
                  </a:lnTo>
                  <a:lnTo>
                    <a:pt x="122128" y="12700"/>
                  </a:lnTo>
                  <a:lnTo>
                    <a:pt x="438141" y="12700"/>
                  </a:lnTo>
                  <a:lnTo>
                    <a:pt x="430941" y="0"/>
                  </a:lnTo>
                  <a:close/>
                </a:path>
              </a:pathLst>
            </a:custGeom>
            <a:solidFill>
              <a:srgbClr val="3B79C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5087079" y="1806314"/>
            <a:ext cx="350520" cy="225107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algn="ctr">
              <a:lnSpc>
                <a:spcPts val="1600"/>
              </a:lnSpc>
            </a:pPr>
            <a:r>
              <a:rPr dirty="0" sz="1550" spc="-65">
                <a:solidFill>
                  <a:srgbClr val="03064C"/>
                </a:solidFill>
                <a:latin typeface="Segoe UI Symbol"/>
                <a:cs typeface="Segoe UI Symbol"/>
              </a:rPr>
              <a:t>FASTER </a:t>
            </a:r>
            <a:r>
              <a:rPr dirty="0" sz="1550" spc="-10">
                <a:solidFill>
                  <a:srgbClr val="0369E5"/>
                </a:solidFill>
                <a:latin typeface="Segoe UI Symbol"/>
                <a:cs typeface="Segoe UI Symbol"/>
              </a:rPr>
              <a:t>DEVSECOPS</a:t>
            </a:r>
            <a:endParaRPr sz="1550">
              <a:latin typeface="Segoe UI Symbol"/>
              <a:cs typeface="Segoe UI Symbol"/>
            </a:endParaRPr>
          </a:p>
          <a:p>
            <a:pPr algn="ctr">
              <a:lnSpc>
                <a:spcPct val="100000"/>
              </a:lnSpc>
              <a:spcBef>
                <a:spcPts val="240"/>
              </a:spcBef>
            </a:pPr>
            <a:r>
              <a:rPr dirty="0" sz="650" spc="-10">
                <a:solidFill>
                  <a:srgbClr val="5C6F77"/>
                </a:solidFill>
                <a:latin typeface="Segoe UI Symbol"/>
                <a:cs typeface="Segoe UI Symbol"/>
              </a:rPr>
              <a:t>Security</a:t>
            </a:r>
            <a:r>
              <a:rPr dirty="0" sz="650" spc="-20">
                <a:solidFill>
                  <a:srgbClr val="5C6F77"/>
                </a:solidFill>
                <a:latin typeface="Segoe UI Symbol"/>
                <a:cs typeface="Segoe UI Symbol"/>
              </a:rPr>
              <a:t> baked</a:t>
            </a:r>
            <a:r>
              <a:rPr dirty="0" sz="650" spc="-15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650" spc="-10">
                <a:solidFill>
                  <a:srgbClr val="5C6F77"/>
                </a:solidFill>
                <a:latin typeface="Segoe UI Symbol"/>
                <a:cs typeface="Segoe UI Symbol"/>
              </a:rPr>
              <a:t>into</a:t>
            </a:r>
            <a:r>
              <a:rPr dirty="0" sz="650" spc="-15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650">
                <a:solidFill>
                  <a:srgbClr val="5C6F77"/>
                </a:solidFill>
                <a:latin typeface="Segoe UI Symbol"/>
                <a:cs typeface="Segoe UI Symbol"/>
              </a:rPr>
              <a:t>every</a:t>
            </a:r>
            <a:r>
              <a:rPr dirty="0" sz="650" spc="-15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650" spc="-20">
                <a:solidFill>
                  <a:srgbClr val="5C6F77"/>
                </a:solidFill>
                <a:latin typeface="Segoe UI Symbol"/>
                <a:cs typeface="Segoe UI Symbol"/>
              </a:rPr>
              <a:t>build</a:t>
            </a:r>
            <a:r>
              <a:rPr dirty="0" sz="650" spc="-15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650">
                <a:solidFill>
                  <a:srgbClr val="5C6F77"/>
                </a:solidFill>
                <a:latin typeface="Segoe UI Symbol"/>
                <a:cs typeface="Segoe UI Symbol"/>
              </a:rPr>
              <a:t>–</a:t>
            </a:r>
            <a:r>
              <a:rPr dirty="0" sz="650" spc="-20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650">
                <a:solidFill>
                  <a:srgbClr val="5C6F77"/>
                </a:solidFill>
                <a:latin typeface="Segoe UI Symbol"/>
                <a:cs typeface="Segoe UI Symbol"/>
              </a:rPr>
              <a:t>scan,</a:t>
            </a:r>
            <a:r>
              <a:rPr dirty="0" sz="650" spc="-15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650">
                <a:solidFill>
                  <a:srgbClr val="5C6F77"/>
                </a:solidFill>
                <a:latin typeface="Segoe UI Symbol"/>
                <a:cs typeface="Segoe UI Symbol"/>
              </a:rPr>
              <a:t>fix</a:t>
            </a:r>
            <a:r>
              <a:rPr dirty="0" sz="650" spc="-15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650" spc="-10">
                <a:solidFill>
                  <a:srgbClr val="5C6F77"/>
                </a:solidFill>
                <a:latin typeface="Segoe UI Symbol"/>
                <a:cs typeface="Segoe UI Symbol"/>
              </a:rPr>
              <a:t>and</a:t>
            </a:r>
            <a:r>
              <a:rPr dirty="0" sz="650" spc="-15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650" spc="-10">
                <a:solidFill>
                  <a:srgbClr val="5C6F77"/>
                </a:solidFill>
                <a:latin typeface="Segoe UI Symbol"/>
                <a:cs typeface="Segoe UI Symbol"/>
              </a:rPr>
              <a:t>ship</a:t>
            </a:r>
            <a:r>
              <a:rPr dirty="0" sz="650" spc="-15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650">
                <a:solidFill>
                  <a:srgbClr val="5C6F77"/>
                </a:solidFill>
                <a:latin typeface="Segoe UI Symbol"/>
                <a:cs typeface="Segoe UI Symbol"/>
              </a:rPr>
              <a:t>in</a:t>
            </a:r>
            <a:r>
              <a:rPr dirty="0" sz="650" spc="-20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650" spc="-10">
                <a:solidFill>
                  <a:srgbClr val="5C6F77"/>
                </a:solidFill>
                <a:latin typeface="Segoe UI Symbol"/>
                <a:cs typeface="Segoe UI Symbol"/>
              </a:rPr>
              <a:t>one</a:t>
            </a:r>
            <a:r>
              <a:rPr dirty="0" sz="650" spc="-15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650" spc="-20">
                <a:solidFill>
                  <a:srgbClr val="5C6F77"/>
                </a:solidFill>
                <a:latin typeface="Segoe UI Symbol"/>
                <a:cs typeface="Segoe UI Symbol"/>
              </a:rPr>
              <a:t>loop.</a:t>
            </a:r>
            <a:endParaRPr sz="650">
              <a:latin typeface="Segoe UI Symbol"/>
              <a:cs typeface="Segoe UI Symbo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506065" y="2261377"/>
            <a:ext cx="2032000" cy="2070100"/>
            <a:chOff x="2506065" y="2261377"/>
            <a:chExt cx="2032000" cy="2070100"/>
          </a:xfrm>
        </p:grpSpPr>
        <p:sp>
          <p:nvSpPr>
            <p:cNvPr id="14" name="object 14"/>
            <p:cNvSpPr/>
            <p:nvPr/>
          </p:nvSpPr>
          <p:spPr>
            <a:xfrm>
              <a:off x="2506065" y="2884625"/>
              <a:ext cx="342900" cy="687705"/>
            </a:xfrm>
            <a:custGeom>
              <a:avLst/>
              <a:gdLst/>
              <a:ahLst/>
              <a:cxnLst/>
              <a:rect l="l" t="t" r="r" b="b"/>
              <a:pathLst>
                <a:path w="342900" h="687704">
                  <a:moveTo>
                    <a:pt x="241943" y="0"/>
                  </a:moveTo>
                  <a:lnTo>
                    <a:pt x="0" y="96288"/>
                  </a:lnTo>
                  <a:lnTo>
                    <a:pt x="64195" y="118388"/>
                  </a:lnTo>
                  <a:lnTo>
                    <a:pt x="57188" y="139471"/>
                  </a:lnTo>
                  <a:lnTo>
                    <a:pt x="44590" y="182071"/>
                  </a:lnTo>
                  <a:lnTo>
                    <a:pt x="33902" y="225192"/>
                  </a:lnTo>
                  <a:lnTo>
                    <a:pt x="25125" y="268747"/>
                  </a:lnTo>
                  <a:lnTo>
                    <a:pt x="18289" y="312653"/>
                  </a:lnTo>
                  <a:lnTo>
                    <a:pt x="13402" y="356811"/>
                  </a:lnTo>
                  <a:lnTo>
                    <a:pt x="10486" y="401140"/>
                  </a:lnTo>
                  <a:lnTo>
                    <a:pt x="9531" y="445560"/>
                  </a:lnTo>
                  <a:lnTo>
                    <a:pt x="9792" y="467770"/>
                  </a:lnTo>
                  <a:lnTo>
                    <a:pt x="11794" y="512159"/>
                  </a:lnTo>
                  <a:lnTo>
                    <a:pt x="15755" y="556407"/>
                  </a:lnTo>
                  <a:lnTo>
                    <a:pt x="21677" y="600444"/>
                  </a:lnTo>
                  <a:lnTo>
                    <a:pt x="29540" y="644170"/>
                  </a:lnTo>
                  <a:lnTo>
                    <a:pt x="39331" y="687503"/>
                  </a:lnTo>
                  <a:lnTo>
                    <a:pt x="258925" y="632778"/>
                  </a:lnTo>
                  <a:lnTo>
                    <a:pt x="254943" y="616038"/>
                  </a:lnTo>
                  <a:lnTo>
                    <a:pt x="251334" y="599217"/>
                  </a:lnTo>
                  <a:lnTo>
                    <a:pt x="242768" y="548333"/>
                  </a:lnTo>
                  <a:lnTo>
                    <a:pt x="237590" y="496986"/>
                  </a:lnTo>
                  <a:lnTo>
                    <a:pt x="235841" y="445409"/>
                  </a:lnTo>
                  <a:lnTo>
                    <a:pt x="236021" y="428207"/>
                  </a:lnTo>
                  <a:lnTo>
                    <a:pt x="238847" y="376679"/>
                  </a:lnTo>
                  <a:lnTo>
                    <a:pt x="245080" y="325452"/>
                  </a:lnTo>
                  <a:lnTo>
                    <a:pt x="254712" y="274750"/>
                  </a:lnTo>
                  <a:lnTo>
                    <a:pt x="267693" y="224801"/>
                  </a:lnTo>
                  <a:lnTo>
                    <a:pt x="278169" y="192034"/>
                  </a:lnTo>
                  <a:lnTo>
                    <a:pt x="342365" y="214123"/>
                  </a:lnTo>
                  <a:lnTo>
                    <a:pt x="241943" y="0"/>
                  </a:lnTo>
                  <a:close/>
                </a:path>
              </a:pathLst>
            </a:custGeom>
            <a:solidFill>
              <a:srgbClr val="7A3BE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27125" y="2261377"/>
              <a:ext cx="1710555" cy="206964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19919" y="3027807"/>
              <a:ext cx="679259" cy="60325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2989162" y="2916666"/>
            <a:ext cx="367665" cy="82613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algn="ctr">
              <a:lnSpc>
                <a:spcPts val="1285"/>
              </a:lnSpc>
            </a:pPr>
            <a:r>
              <a:rPr dirty="0" sz="1250" spc="-70">
                <a:solidFill>
                  <a:srgbClr val="123A7A"/>
                </a:solidFill>
                <a:latin typeface="Segoe UI Symbol"/>
                <a:cs typeface="Segoe UI Symbol"/>
              </a:rPr>
              <a:t>SENTINEL-</a:t>
            </a:r>
            <a:r>
              <a:rPr dirty="0" sz="1250" spc="-50">
                <a:solidFill>
                  <a:srgbClr val="123A7A"/>
                </a:solidFill>
                <a:latin typeface="Segoe UI Symbol"/>
                <a:cs typeface="Segoe UI Symbol"/>
              </a:rPr>
              <a:t>X</a:t>
            </a:r>
            <a:endParaRPr sz="1250">
              <a:latin typeface="Segoe UI Symbol"/>
              <a:cs typeface="Segoe UI Symbol"/>
            </a:endParaRPr>
          </a:p>
          <a:p>
            <a:pPr algn="ctr">
              <a:lnSpc>
                <a:spcPts val="710"/>
              </a:lnSpc>
            </a:pPr>
            <a:r>
              <a:rPr dirty="0" sz="600" spc="-25">
                <a:solidFill>
                  <a:srgbClr val="5C6F77"/>
                </a:solidFill>
                <a:latin typeface="Segoe UI Symbol"/>
                <a:cs typeface="Segoe UI Symbol"/>
              </a:rPr>
              <a:t>CONTINUOUS</a:t>
            </a:r>
            <a:r>
              <a:rPr dirty="0" sz="600" spc="15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600" spc="-10">
                <a:solidFill>
                  <a:srgbClr val="5C6F77"/>
                </a:solidFill>
                <a:latin typeface="Segoe UI Symbol"/>
                <a:cs typeface="Segoe UI Symbol"/>
              </a:rPr>
              <a:t>SECURITY</a:t>
            </a:r>
            <a:endParaRPr sz="600">
              <a:latin typeface="Segoe UI Symbol"/>
              <a:cs typeface="Segoe UI Symbol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dirty="0" sz="600" spc="-10">
                <a:solidFill>
                  <a:srgbClr val="5C6F77"/>
                </a:solidFill>
                <a:latin typeface="Segoe UI Symbol"/>
                <a:cs typeface="Segoe UI Symbol"/>
              </a:rPr>
              <a:t>ASSURANCE</a:t>
            </a:r>
            <a:endParaRPr sz="600">
              <a:latin typeface="Segoe UI Symbol"/>
              <a:cs typeface="Segoe UI Symbo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549015" y="4100385"/>
            <a:ext cx="1470025" cy="1332230"/>
            <a:chOff x="3549015" y="4100385"/>
            <a:chExt cx="1470025" cy="1332230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49015" y="4100385"/>
              <a:ext cx="366775" cy="36677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122102" y="4106417"/>
              <a:ext cx="890905" cy="1320165"/>
            </a:xfrm>
            <a:custGeom>
              <a:avLst/>
              <a:gdLst/>
              <a:ahLst/>
              <a:cxnLst/>
              <a:rect l="l" t="t" r="r" b="b"/>
              <a:pathLst>
                <a:path w="890904" h="1320164">
                  <a:moveTo>
                    <a:pt x="729932" y="0"/>
                  </a:moveTo>
                  <a:lnTo>
                    <a:pt x="160464" y="0"/>
                  </a:lnTo>
                  <a:lnTo>
                    <a:pt x="109867" y="8098"/>
                  </a:lnTo>
                  <a:lnTo>
                    <a:pt x="65893" y="30824"/>
                  </a:lnTo>
                  <a:lnTo>
                    <a:pt x="31171" y="65546"/>
                  </a:lnTo>
                  <a:lnTo>
                    <a:pt x="8330" y="109636"/>
                  </a:lnTo>
                  <a:lnTo>
                    <a:pt x="0" y="160464"/>
                  </a:lnTo>
                  <a:lnTo>
                    <a:pt x="0" y="1159446"/>
                  </a:lnTo>
                  <a:lnTo>
                    <a:pt x="8330" y="1209985"/>
                  </a:lnTo>
                  <a:lnTo>
                    <a:pt x="31171" y="1253930"/>
                  </a:lnTo>
                  <a:lnTo>
                    <a:pt x="65893" y="1288652"/>
                  </a:lnTo>
                  <a:lnTo>
                    <a:pt x="109867" y="1311522"/>
                  </a:lnTo>
                  <a:lnTo>
                    <a:pt x="160464" y="1319910"/>
                  </a:lnTo>
                  <a:lnTo>
                    <a:pt x="729932" y="1319910"/>
                  </a:lnTo>
                  <a:lnTo>
                    <a:pt x="780799" y="1311522"/>
                  </a:lnTo>
                  <a:lnTo>
                    <a:pt x="824908" y="1288652"/>
                  </a:lnTo>
                  <a:lnTo>
                    <a:pt x="859630" y="1253930"/>
                  </a:lnTo>
                  <a:lnTo>
                    <a:pt x="882336" y="1209985"/>
                  </a:lnTo>
                  <a:lnTo>
                    <a:pt x="890397" y="1159446"/>
                  </a:lnTo>
                  <a:lnTo>
                    <a:pt x="890397" y="160464"/>
                  </a:lnTo>
                  <a:lnTo>
                    <a:pt x="882336" y="109636"/>
                  </a:lnTo>
                  <a:lnTo>
                    <a:pt x="859630" y="65546"/>
                  </a:lnTo>
                  <a:lnTo>
                    <a:pt x="824908" y="30824"/>
                  </a:lnTo>
                  <a:lnTo>
                    <a:pt x="780799" y="8098"/>
                  </a:lnTo>
                  <a:lnTo>
                    <a:pt x="729932" y="0"/>
                  </a:lnTo>
                  <a:close/>
                </a:path>
              </a:pathLst>
            </a:custGeom>
            <a:solidFill>
              <a:srgbClr val="D3EC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116210" y="4111307"/>
              <a:ext cx="902969" cy="1320800"/>
            </a:xfrm>
            <a:custGeom>
              <a:avLst/>
              <a:gdLst/>
              <a:ahLst/>
              <a:cxnLst/>
              <a:rect l="l" t="t" r="r" b="b"/>
              <a:pathLst>
                <a:path w="902970" h="1320800">
                  <a:moveTo>
                    <a:pt x="821486" y="130238"/>
                  </a:moveTo>
                  <a:lnTo>
                    <a:pt x="813460" y="92303"/>
                  </a:lnTo>
                  <a:lnTo>
                    <a:pt x="792238" y="61239"/>
                  </a:lnTo>
                  <a:lnTo>
                    <a:pt x="760920" y="40259"/>
                  </a:lnTo>
                  <a:lnTo>
                    <a:pt x="722553" y="32512"/>
                  </a:lnTo>
                  <a:lnTo>
                    <a:pt x="684555" y="40259"/>
                  </a:lnTo>
                  <a:lnTo>
                    <a:pt x="653491" y="61239"/>
                  </a:lnTo>
                  <a:lnTo>
                    <a:pt x="632510" y="92303"/>
                  </a:lnTo>
                  <a:lnTo>
                    <a:pt x="624827" y="130238"/>
                  </a:lnTo>
                  <a:lnTo>
                    <a:pt x="624827" y="1058037"/>
                  </a:lnTo>
                  <a:lnTo>
                    <a:pt x="632510" y="1096213"/>
                  </a:lnTo>
                  <a:lnTo>
                    <a:pt x="653529" y="1127379"/>
                  </a:lnTo>
                  <a:lnTo>
                    <a:pt x="684695" y="1148397"/>
                  </a:lnTo>
                  <a:lnTo>
                    <a:pt x="722871" y="1156106"/>
                  </a:lnTo>
                  <a:lnTo>
                    <a:pt x="761047" y="1148397"/>
                  </a:lnTo>
                  <a:lnTo>
                    <a:pt x="792276" y="1127379"/>
                  </a:lnTo>
                  <a:lnTo>
                    <a:pt x="813460" y="1096213"/>
                  </a:lnTo>
                  <a:lnTo>
                    <a:pt x="821486" y="1058037"/>
                  </a:lnTo>
                  <a:lnTo>
                    <a:pt x="821486" y="130238"/>
                  </a:lnTo>
                  <a:close/>
                </a:path>
                <a:path w="902970" h="1320800">
                  <a:moveTo>
                    <a:pt x="902741" y="152400"/>
                  </a:moveTo>
                  <a:lnTo>
                    <a:pt x="902309" y="152400"/>
                  </a:lnTo>
                  <a:lnTo>
                    <a:pt x="901928" y="139700"/>
                  </a:lnTo>
                  <a:lnTo>
                    <a:pt x="900861" y="139700"/>
                  </a:lnTo>
                  <a:lnTo>
                    <a:pt x="899452" y="127000"/>
                  </a:lnTo>
                  <a:lnTo>
                    <a:pt x="897521" y="114300"/>
                  </a:lnTo>
                  <a:lnTo>
                    <a:pt x="895273" y="114300"/>
                  </a:lnTo>
                  <a:lnTo>
                    <a:pt x="892632" y="101600"/>
                  </a:lnTo>
                  <a:lnTo>
                    <a:pt x="889647" y="101600"/>
                  </a:lnTo>
                  <a:lnTo>
                    <a:pt x="886447" y="88900"/>
                  </a:lnTo>
                  <a:lnTo>
                    <a:pt x="882777" y="76200"/>
                  </a:lnTo>
                  <a:lnTo>
                    <a:pt x="878763" y="76200"/>
                  </a:lnTo>
                  <a:lnTo>
                    <a:pt x="874433" y="63500"/>
                  </a:lnTo>
                  <a:lnTo>
                    <a:pt x="869797" y="63500"/>
                  </a:lnTo>
                  <a:lnTo>
                    <a:pt x="864870" y="50800"/>
                  </a:lnTo>
                  <a:lnTo>
                    <a:pt x="859637" y="50800"/>
                  </a:lnTo>
                  <a:lnTo>
                    <a:pt x="854125" y="38100"/>
                  </a:lnTo>
                  <a:lnTo>
                    <a:pt x="842314" y="38100"/>
                  </a:lnTo>
                  <a:lnTo>
                    <a:pt x="836028" y="25400"/>
                  </a:lnTo>
                  <a:lnTo>
                    <a:pt x="822744" y="25400"/>
                  </a:lnTo>
                  <a:lnTo>
                    <a:pt x="815784" y="12700"/>
                  </a:lnTo>
                  <a:lnTo>
                    <a:pt x="800950" y="12700"/>
                  </a:lnTo>
                  <a:lnTo>
                    <a:pt x="793381" y="0"/>
                  </a:lnTo>
                  <a:lnTo>
                    <a:pt x="109067" y="0"/>
                  </a:lnTo>
                  <a:lnTo>
                    <a:pt x="101498" y="12700"/>
                  </a:lnTo>
                  <a:lnTo>
                    <a:pt x="87223" y="12700"/>
                  </a:lnTo>
                  <a:lnTo>
                    <a:pt x="79984" y="25400"/>
                  </a:lnTo>
                  <a:lnTo>
                    <a:pt x="66941" y="25400"/>
                  </a:lnTo>
                  <a:lnTo>
                    <a:pt x="60655" y="38100"/>
                  </a:lnTo>
                  <a:lnTo>
                    <a:pt x="48818" y="38100"/>
                  </a:lnTo>
                  <a:lnTo>
                    <a:pt x="43294" y="50800"/>
                  </a:lnTo>
                  <a:lnTo>
                    <a:pt x="38061" y="50800"/>
                  </a:lnTo>
                  <a:lnTo>
                    <a:pt x="33108" y="63500"/>
                  </a:lnTo>
                  <a:lnTo>
                    <a:pt x="28473" y="63500"/>
                  </a:lnTo>
                  <a:lnTo>
                    <a:pt x="24130" y="76200"/>
                  </a:lnTo>
                  <a:lnTo>
                    <a:pt x="20116" y="76200"/>
                  </a:lnTo>
                  <a:lnTo>
                    <a:pt x="16294" y="88900"/>
                  </a:lnTo>
                  <a:lnTo>
                    <a:pt x="12966" y="101600"/>
                  </a:lnTo>
                  <a:lnTo>
                    <a:pt x="9994" y="101600"/>
                  </a:lnTo>
                  <a:lnTo>
                    <a:pt x="7378" y="114300"/>
                  </a:lnTo>
                  <a:lnTo>
                    <a:pt x="5143" y="114300"/>
                  </a:lnTo>
                  <a:lnTo>
                    <a:pt x="3289" y="127000"/>
                  </a:lnTo>
                  <a:lnTo>
                    <a:pt x="1879" y="139700"/>
                  </a:lnTo>
                  <a:lnTo>
                    <a:pt x="787" y="139700"/>
                  </a:lnTo>
                  <a:lnTo>
                    <a:pt x="419" y="152400"/>
                  </a:lnTo>
                  <a:lnTo>
                    <a:pt x="0" y="152400"/>
                  </a:lnTo>
                  <a:lnTo>
                    <a:pt x="0" y="1168400"/>
                  </a:lnTo>
                  <a:lnTo>
                    <a:pt x="431" y="1168400"/>
                  </a:lnTo>
                  <a:lnTo>
                    <a:pt x="812" y="1181100"/>
                  </a:lnTo>
                  <a:lnTo>
                    <a:pt x="1879" y="1181100"/>
                  </a:lnTo>
                  <a:lnTo>
                    <a:pt x="3352" y="1193800"/>
                  </a:lnTo>
                  <a:lnTo>
                    <a:pt x="5219" y="1206500"/>
                  </a:lnTo>
                  <a:lnTo>
                    <a:pt x="7378" y="1206500"/>
                  </a:lnTo>
                  <a:lnTo>
                    <a:pt x="10096" y="1219200"/>
                  </a:lnTo>
                  <a:lnTo>
                    <a:pt x="13081" y="1231900"/>
                  </a:lnTo>
                  <a:lnTo>
                    <a:pt x="16294" y="1231900"/>
                  </a:lnTo>
                  <a:lnTo>
                    <a:pt x="20116" y="1244600"/>
                  </a:lnTo>
                  <a:lnTo>
                    <a:pt x="24130" y="1244600"/>
                  </a:lnTo>
                  <a:lnTo>
                    <a:pt x="28295" y="1257300"/>
                  </a:lnTo>
                  <a:lnTo>
                    <a:pt x="32931" y="1257300"/>
                  </a:lnTo>
                  <a:lnTo>
                    <a:pt x="37871" y="1270000"/>
                  </a:lnTo>
                  <a:lnTo>
                    <a:pt x="43103" y="1270000"/>
                  </a:lnTo>
                  <a:lnTo>
                    <a:pt x="48602" y="1282700"/>
                  </a:lnTo>
                  <a:lnTo>
                    <a:pt x="54394" y="1282700"/>
                  </a:lnTo>
                  <a:lnTo>
                    <a:pt x="60426" y="1295400"/>
                  </a:lnTo>
                  <a:lnTo>
                    <a:pt x="73228" y="1295400"/>
                  </a:lnTo>
                  <a:lnTo>
                    <a:pt x="79984" y="1308100"/>
                  </a:lnTo>
                  <a:lnTo>
                    <a:pt x="101790" y="1308100"/>
                  </a:lnTo>
                  <a:lnTo>
                    <a:pt x="109359" y="1320800"/>
                  </a:lnTo>
                  <a:lnTo>
                    <a:pt x="162572" y="1320800"/>
                  </a:lnTo>
                  <a:lnTo>
                    <a:pt x="158470" y="1308100"/>
                  </a:lnTo>
                  <a:lnTo>
                    <a:pt x="106680" y="1308100"/>
                  </a:lnTo>
                  <a:lnTo>
                    <a:pt x="99580" y="1295400"/>
                  </a:lnTo>
                  <a:lnTo>
                    <a:pt x="86766" y="1295400"/>
                  </a:lnTo>
                  <a:lnTo>
                    <a:pt x="80264" y="1282700"/>
                  </a:lnTo>
                  <a:lnTo>
                    <a:pt x="68656" y="1282700"/>
                  </a:lnTo>
                  <a:lnTo>
                    <a:pt x="62839" y="1270000"/>
                  </a:lnTo>
                  <a:lnTo>
                    <a:pt x="52603" y="1270000"/>
                  </a:lnTo>
                  <a:lnTo>
                    <a:pt x="47561" y="1257300"/>
                  </a:lnTo>
                  <a:lnTo>
                    <a:pt x="43180" y="1257300"/>
                  </a:lnTo>
                  <a:lnTo>
                    <a:pt x="38709" y="1244600"/>
                  </a:lnTo>
                  <a:lnTo>
                    <a:pt x="34861" y="1244600"/>
                  </a:lnTo>
                  <a:lnTo>
                    <a:pt x="31013" y="1231900"/>
                  </a:lnTo>
                  <a:lnTo>
                    <a:pt x="27749" y="1231900"/>
                  </a:lnTo>
                  <a:lnTo>
                    <a:pt x="24536" y="1219200"/>
                  </a:lnTo>
                  <a:lnTo>
                    <a:pt x="21793" y="1219200"/>
                  </a:lnTo>
                  <a:lnTo>
                    <a:pt x="19380" y="1206500"/>
                  </a:lnTo>
                  <a:lnTo>
                    <a:pt x="17310" y="1193800"/>
                  </a:lnTo>
                  <a:lnTo>
                    <a:pt x="15595" y="1193800"/>
                  </a:lnTo>
                  <a:lnTo>
                    <a:pt x="14249" y="1181100"/>
                  </a:lnTo>
                  <a:lnTo>
                    <a:pt x="13271" y="1181100"/>
                  </a:lnTo>
                  <a:lnTo>
                    <a:pt x="12941" y="1168400"/>
                  </a:lnTo>
                  <a:lnTo>
                    <a:pt x="12547" y="1168400"/>
                  </a:lnTo>
                  <a:lnTo>
                    <a:pt x="12547" y="152400"/>
                  </a:lnTo>
                  <a:lnTo>
                    <a:pt x="12954" y="152400"/>
                  </a:lnTo>
                  <a:lnTo>
                    <a:pt x="13309" y="139700"/>
                  </a:lnTo>
                  <a:lnTo>
                    <a:pt x="14300" y="139700"/>
                  </a:lnTo>
                  <a:lnTo>
                    <a:pt x="15659" y="127000"/>
                  </a:lnTo>
                  <a:lnTo>
                    <a:pt x="17386" y="127000"/>
                  </a:lnTo>
                  <a:lnTo>
                    <a:pt x="19469" y="114300"/>
                  </a:lnTo>
                  <a:lnTo>
                    <a:pt x="21894" y="114300"/>
                  </a:lnTo>
                  <a:lnTo>
                    <a:pt x="24663" y="101600"/>
                  </a:lnTo>
                  <a:lnTo>
                    <a:pt x="27749" y="88900"/>
                  </a:lnTo>
                  <a:lnTo>
                    <a:pt x="31013" y="88900"/>
                  </a:lnTo>
                  <a:lnTo>
                    <a:pt x="34861" y="76200"/>
                  </a:lnTo>
                  <a:lnTo>
                    <a:pt x="38709" y="76200"/>
                  </a:lnTo>
                  <a:lnTo>
                    <a:pt x="43180" y="63500"/>
                  </a:lnTo>
                  <a:lnTo>
                    <a:pt x="52400" y="63500"/>
                  </a:lnTo>
                  <a:lnTo>
                    <a:pt x="57708" y="50800"/>
                  </a:lnTo>
                  <a:lnTo>
                    <a:pt x="62839" y="50800"/>
                  </a:lnTo>
                  <a:lnTo>
                    <a:pt x="68656" y="38100"/>
                  </a:lnTo>
                  <a:lnTo>
                    <a:pt x="80264" y="38100"/>
                  </a:lnTo>
                  <a:lnTo>
                    <a:pt x="86766" y="25400"/>
                  </a:lnTo>
                  <a:lnTo>
                    <a:pt x="106400" y="25400"/>
                  </a:lnTo>
                  <a:lnTo>
                    <a:pt x="113677" y="12700"/>
                  </a:lnTo>
                  <a:lnTo>
                    <a:pt x="789051" y="12700"/>
                  </a:lnTo>
                  <a:lnTo>
                    <a:pt x="796340" y="25400"/>
                  </a:lnTo>
                  <a:lnTo>
                    <a:pt x="815975" y="25400"/>
                  </a:lnTo>
                  <a:lnTo>
                    <a:pt x="822464" y="38100"/>
                  </a:lnTo>
                  <a:lnTo>
                    <a:pt x="834085" y="38100"/>
                  </a:lnTo>
                  <a:lnTo>
                    <a:pt x="839901" y="50800"/>
                  </a:lnTo>
                  <a:lnTo>
                    <a:pt x="845032" y="50800"/>
                  </a:lnTo>
                  <a:lnTo>
                    <a:pt x="850341" y="63500"/>
                  </a:lnTo>
                  <a:lnTo>
                    <a:pt x="859561" y="63500"/>
                  </a:lnTo>
                  <a:lnTo>
                    <a:pt x="864031" y="76200"/>
                  </a:lnTo>
                  <a:lnTo>
                    <a:pt x="867867" y="76200"/>
                  </a:lnTo>
                  <a:lnTo>
                    <a:pt x="871728" y="88900"/>
                  </a:lnTo>
                  <a:lnTo>
                    <a:pt x="874991" y="88900"/>
                  </a:lnTo>
                  <a:lnTo>
                    <a:pt x="878192" y="101600"/>
                  </a:lnTo>
                  <a:lnTo>
                    <a:pt x="880935" y="114300"/>
                  </a:lnTo>
                  <a:lnTo>
                    <a:pt x="883348" y="114300"/>
                  </a:lnTo>
                  <a:lnTo>
                    <a:pt x="885431" y="127000"/>
                  </a:lnTo>
                  <a:lnTo>
                    <a:pt x="887133" y="127000"/>
                  </a:lnTo>
                  <a:lnTo>
                    <a:pt x="888479" y="139700"/>
                  </a:lnTo>
                  <a:lnTo>
                    <a:pt x="889457" y="139700"/>
                  </a:lnTo>
                  <a:lnTo>
                    <a:pt x="889787" y="152400"/>
                  </a:lnTo>
                  <a:lnTo>
                    <a:pt x="890181" y="152400"/>
                  </a:lnTo>
                  <a:lnTo>
                    <a:pt x="890181" y="1168400"/>
                  </a:lnTo>
                  <a:lnTo>
                    <a:pt x="889774" y="1168400"/>
                  </a:lnTo>
                  <a:lnTo>
                    <a:pt x="889431" y="1181100"/>
                  </a:lnTo>
                  <a:lnTo>
                    <a:pt x="888428" y="1181100"/>
                  </a:lnTo>
                  <a:lnTo>
                    <a:pt x="887069" y="1193800"/>
                  </a:lnTo>
                  <a:lnTo>
                    <a:pt x="885342" y="1193800"/>
                  </a:lnTo>
                  <a:lnTo>
                    <a:pt x="883259" y="1206500"/>
                  </a:lnTo>
                  <a:lnTo>
                    <a:pt x="880846" y="1219200"/>
                  </a:lnTo>
                  <a:lnTo>
                    <a:pt x="878078" y="1219200"/>
                  </a:lnTo>
                  <a:lnTo>
                    <a:pt x="874991" y="1231900"/>
                  </a:lnTo>
                  <a:lnTo>
                    <a:pt x="871728" y="1231900"/>
                  </a:lnTo>
                  <a:lnTo>
                    <a:pt x="867867" y="1244600"/>
                  </a:lnTo>
                  <a:lnTo>
                    <a:pt x="864031" y="1244600"/>
                  </a:lnTo>
                  <a:lnTo>
                    <a:pt x="859561" y="1257300"/>
                  </a:lnTo>
                  <a:lnTo>
                    <a:pt x="855167" y="1257300"/>
                  </a:lnTo>
                  <a:lnTo>
                    <a:pt x="850138" y="1270000"/>
                  </a:lnTo>
                  <a:lnTo>
                    <a:pt x="839901" y="1270000"/>
                  </a:lnTo>
                  <a:lnTo>
                    <a:pt x="834085" y="1282700"/>
                  </a:lnTo>
                  <a:lnTo>
                    <a:pt x="822464" y="1282700"/>
                  </a:lnTo>
                  <a:lnTo>
                    <a:pt x="815975" y="1295400"/>
                  </a:lnTo>
                  <a:lnTo>
                    <a:pt x="803148" y="1295400"/>
                  </a:lnTo>
                  <a:lnTo>
                    <a:pt x="796048" y="1308100"/>
                  </a:lnTo>
                  <a:lnTo>
                    <a:pt x="744270" y="1308100"/>
                  </a:lnTo>
                  <a:lnTo>
                    <a:pt x="740168" y="1320800"/>
                  </a:lnTo>
                  <a:lnTo>
                    <a:pt x="793673" y="1320800"/>
                  </a:lnTo>
                  <a:lnTo>
                    <a:pt x="801230" y="1308100"/>
                  </a:lnTo>
                  <a:lnTo>
                    <a:pt x="822502" y="1308100"/>
                  </a:lnTo>
                  <a:lnTo>
                    <a:pt x="829259" y="1295400"/>
                  </a:lnTo>
                  <a:lnTo>
                    <a:pt x="842086" y="1295400"/>
                  </a:lnTo>
                  <a:lnTo>
                    <a:pt x="848118" y="1282700"/>
                  </a:lnTo>
                  <a:lnTo>
                    <a:pt x="853909" y="1282700"/>
                  </a:lnTo>
                  <a:lnTo>
                    <a:pt x="859434" y="1270000"/>
                  </a:lnTo>
                  <a:lnTo>
                    <a:pt x="864679" y="1270000"/>
                  </a:lnTo>
                  <a:lnTo>
                    <a:pt x="869619" y="1257300"/>
                  </a:lnTo>
                  <a:lnTo>
                    <a:pt x="874268" y="1257300"/>
                  </a:lnTo>
                  <a:lnTo>
                    <a:pt x="878611" y="1244600"/>
                  </a:lnTo>
                  <a:lnTo>
                    <a:pt x="882624" y="1244600"/>
                  </a:lnTo>
                  <a:lnTo>
                    <a:pt x="886307" y="1231900"/>
                  </a:lnTo>
                  <a:lnTo>
                    <a:pt x="889774" y="1219200"/>
                  </a:lnTo>
                  <a:lnTo>
                    <a:pt x="892746" y="1219200"/>
                  </a:lnTo>
                  <a:lnTo>
                    <a:pt x="895362" y="1206500"/>
                  </a:lnTo>
                  <a:lnTo>
                    <a:pt x="897521" y="1206500"/>
                  </a:lnTo>
                  <a:lnTo>
                    <a:pt x="899452" y="1193800"/>
                  </a:lnTo>
                  <a:lnTo>
                    <a:pt x="900861" y="1181100"/>
                  </a:lnTo>
                  <a:lnTo>
                    <a:pt x="901941" y="1181100"/>
                  </a:lnTo>
                  <a:lnTo>
                    <a:pt x="902322" y="1168400"/>
                  </a:lnTo>
                  <a:lnTo>
                    <a:pt x="902741" y="1168400"/>
                  </a:lnTo>
                  <a:lnTo>
                    <a:pt x="902741" y="152400"/>
                  </a:lnTo>
                  <a:close/>
                </a:path>
              </a:pathLst>
            </a:custGeom>
            <a:solidFill>
              <a:srgbClr val="0369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4184582" y="4234808"/>
            <a:ext cx="716915" cy="95758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005"/>
              </a:lnSpc>
            </a:pPr>
            <a:r>
              <a:rPr dirty="0" sz="950" spc="-10">
                <a:solidFill>
                  <a:srgbClr val="FFFFFF"/>
                </a:solidFill>
                <a:latin typeface="Segoe UI Symbol"/>
                <a:cs typeface="Segoe UI Symbol"/>
              </a:rPr>
              <a:t>SPEED</a:t>
            </a:r>
            <a:endParaRPr sz="950">
              <a:latin typeface="Segoe UI Symbol"/>
              <a:cs typeface="Segoe UI Symbol"/>
            </a:endParaRPr>
          </a:p>
          <a:p>
            <a:pPr marL="22860">
              <a:lnSpc>
                <a:spcPct val="100000"/>
              </a:lnSpc>
              <a:spcBef>
                <a:spcPts val="250"/>
              </a:spcBef>
            </a:pPr>
            <a:r>
              <a:rPr dirty="0" sz="950" spc="-10">
                <a:solidFill>
                  <a:srgbClr val="222222"/>
                </a:solidFill>
                <a:latin typeface="Segoe UI Symbol"/>
                <a:cs typeface="Segoe UI Symbol"/>
              </a:rPr>
              <a:t>Faster</a:t>
            </a:r>
            <a:r>
              <a:rPr dirty="0" sz="950" spc="-30">
                <a:solidFill>
                  <a:srgbClr val="222222"/>
                </a:solidFill>
                <a:latin typeface="Segoe UI Symbol"/>
                <a:cs typeface="Segoe UI Symbol"/>
              </a:rPr>
              <a:t> </a:t>
            </a:r>
            <a:r>
              <a:rPr dirty="0" sz="950" spc="-20">
                <a:solidFill>
                  <a:srgbClr val="222222"/>
                </a:solidFill>
                <a:latin typeface="Segoe UI Symbol"/>
                <a:cs typeface="Segoe UI Symbol"/>
              </a:rPr>
              <a:t>DevSecOps</a:t>
            </a:r>
            <a:endParaRPr sz="950">
              <a:latin typeface="Segoe UI Symbol"/>
              <a:cs typeface="Segoe UI Symbol"/>
            </a:endParaRPr>
          </a:p>
          <a:p>
            <a:pPr marL="22860" marR="27305">
              <a:lnSpc>
                <a:spcPct val="105600"/>
              </a:lnSpc>
              <a:spcBef>
                <a:spcPts val="250"/>
              </a:spcBef>
            </a:pPr>
            <a:r>
              <a:rPr dirty="0" sz="750">
                <a:solidFill>
                  <a:srgbClr val="5C6F77"/>
                </a:solidFill>
                <a:latin typeface="Segoe UI Symbol"/>
                <a:cs typeface="Segoe UI Symbol"/>
              </a:rPr>
              <a:t>Security</a:t>
            </a:r>
            <a:r>
              <a:rPr dirty="0" sz="750" spc="-15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750" spc="-10">
                <a:solidFill>
                  <a:srgbClr val="5C6F77"/>
                </a:solidFill>
                <a:latin typeface="Segoe UI Symbol"/>
                <a:cs typeface="Segoe UI Symbol"/>
              </a:rPr>
              <a:t>baked</a:t>
            </a:r>
            <a:r>
              <a:rPr dirty="0" sz="750" spc="-15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750" spc="-20">
                <a:solidFill>
                  <a:srgbClr val="5C6F77"/>
                </a:solidFill>
                <a:latin typeface="Segoe UI Symbol"/>
                <a:cs typeface="Segoe UI Symbol"/>
              </a:rPr>
              <a:t>into</a:t>
            </a:r>
            <a:r>
              <a:rPr dirty="0" sz="750" spc="500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750">
                <a:solidFill>
                  <a:srgbClr val="5C6F77"/>
                </a:solidFill>
                <a:latin typeface="Segoe UI Symbol"/>
                <a:cs typeface="Segoe UI Symbol"/>
              </a:rPr>
              <a:t>every</a:t>
            </a:r>
            <a:r>
              <a:rPr dirty="0" sz="750" spc="-5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750" spc="-10">
                <a:solidFill>
                  <a:srgbClr val="5C6F77"/>
                </a:solidFill>
                <a:latin typeface="Segoe UI Symbol"/>
                <a:cs typeface="Segoe UI Symbol"/>
              </a:rPr>
              <a:t>build</a:t>
            </a:r>
            <a:r>
              <a:rPr dirty="0" sz="750" spc="-5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750">
                <a:solidFill>
                  <a:srgbClr val="5C6F77"/>
                </a:solidFill>
                <a:latin typeface="Segoe UI Symbol"/>
                <a:cs typeface="Segoe UI Symbol"/>
              </a:rPr>
              <a:t>– scan, </a:t>
            </a:r>
            <a:r>
              <a:rPr dirty="0" sz="750" spc="-25">
                <a:solidFill>
                  <a:srgbClr val="5C6F77"/>
                </a:solidFill>
                <a:latin typeface="Segoe UI Symbol"/>
                <a:cs typeface="Segoe UI Symbol"/>
              </a:rPr>
              <a:t>fix</a:t>
            </a:r>
            <a:r>
              <a:rPr dirty="0" sz="750" spc="500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750" spc="-10">
                <a:solidFill>
                  <a:srgbClr val="5C6F77"/>
                </a:solidFill>
                <a:latin typeface="Segoe UI Symbol"/>
                <a:cs typeface="Segoe UI Symbol"/>
              </a:rPr>
              <a:t>and</a:t>
            </a:r>
            <a:r>
              <a:rPr dirty="0" sz="750" spc="-40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750">
                <a:solidFill>
                  <a:srgbClr val="5C6F77"/>
                </a:solidFill>
                <a:latin typeface="Segoe UI Symbol"/>
                <a:cs typeface="Segoe UI Symbol"/>
              </a:rPr>
              <a:t>ship</a:t>
            </a:r>
            <a:r>
              <a:rPr dirty="0" sz="750" spc="-35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750">
                <a:solidFill>
                  <a:srgbClr val="5C6F77"/>
                </a:solidFill>
                <a:latin typeface="Segoe UI Symbol"/>
                <a:cs typeface="Segoe UI Symbol"/>
              </a:rPr>
              <a:t>in</a:t>
            </a:r>
            <a:r>
              <a:rPr dirty="0" sz="750" spc="-35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750">
                <a:solidFill>
                  <a:srgbClr val="5C6F77"/>
                </a:solidFill>
                <a:latin typeface="Segoe UI Symbol"/>
                <a:cs typeface="Segoe UI Symbol"/>
              </a:rPr>
              <a:t>one</a:t>
            </a:r>
            <a:r>
              <a:rPr dirty="0" sz="750" spc="-30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750" spc="-20">
                <a:solidFill>
                  <a:srgbClr val="5C6F77"/>
                </a:solidFill>
                <a:latin typeface="Segoe UI Symbol"/>
                <a:cs typeface="Segoe UI Symbol"/>
              </a:rPr>
              <a:t>loop.</a:t>
            </a:r>
            <a:endParaRPr sz="750">
              <a:latin typeface="Segoe UI Symbol"/>
              <a:cs typeface="Segoe UI Symbo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909187" y="4741617"/>
            <a:ext cx="978535" cy="1256030"/>
            <a:chOff x="2909187" y="4741617"/>
            <a:chExt cx="978535" cy="1256030"/>
          </a:xfrm>
        </p:grpSpPr>
        <p:sp>
          <p:nvSpPr>
            <p:cNvPr id="24" name="object 24"/>
            <p:cNvSpPr/>
            <p:nvPr/>
          </p:nvSpPr>
          <p:spPr>
            <a:xfrm>
              <a:off x="2915602" y="4747069"/>
              <a:ext cx="965200" cy="1243965"/>
            </a:xfrm>
            <a:custGeom>
              <a:avLst/>
              <a:gdLst/>
              <a:ahLst/>
              <a:cxnLst/>
              <a:rect l="l" t="t" r="r" b="b"/>
              <a:pathLst>
                <a:path w="965200" h="1243964">
                  <a:moveTo>
                    <a:pt x="791463" y="0"/>
                  </a:moveTo>
                  <a:lnTo>
                    <a:pt x="173736" y="0"/>
                  </a:lnTo>
                  <a:lnTo>
                    <a:pt x="127485" y="6272"/>
                  </a:lnTo>
                  <a:lnTo>
                    <a:pt x="85940" y="23830"/>
                  </a:lnTo>
                  <a:lnTo>
                    <a:pt x="50759" y="51016"/>
                  </a:lnTo>
                  <a:lnTo>
                    <a:pt x="23602" y="86168"/>
                  </a:lnTo>
                  <a:lnTo>
                    <a:pt x="6129" y="127628"/>
                  </a:lnTo>
                  <a:lnTo>
                    <a:pt x="0" y="173735"/>
                  </a:lnTo>
                  <a:lnTo>
                    <a:pt x="0" y="1070165"/>
                  </a:lnTo>
                  <a:lnTo>
                    <a:pt x="6129" y="1116524"/>
                  </a:lnTo>
                  <a:lnTo>
                    <a:pt x="23602" y="1158134"/>
                  </a:lnTo>
                  <a:lnTo>
                    <a:pt x="50759" y="1193337"/>
                  </a:lnTo>
                  <a:lnTo>
                    <a:pt x="85940" y="1220472"/>
                  </a:lnTo>
                  <a:lnTo>
                    <a:pt x="127485" y="1237880"/>
                  </a:lnTo>
                  <a:lnTo>
                    <a:pt x="173736" y="1243901"/>
                  </a:lnTo>
                  <a:lnTo>
                    <a:pt x="791463" y="1243901"/>
                  </a:lnTo>
                  <a:lnTo>
                    <a:pt x="837772" y="1237880"/>
                  </a:lnTo>
                  <a:lnTo>
                    <a:pt x="879352" y="1220472"/>
                  </a:lnTo>
                  <a:lnTo>
                    <a:pt x="914545" y="1193337"/>
                  </a:lnTo>
                  <a:lnTo>
                    <a:pt x="941690" y="1158134"/>
                  </a:lnTo>
                  <a:lnTo>
                    <a:pt x="959128" y="1116524"/>
                  </a:lnTo>
                  <a:lnTo>
                    <a:pt x="965200" y="1070165"/>
                  </a:lnTo>
                  <a:lnTo>
                    <a:pt x="965200" y="173735"/>
                  </a:lnTo>
                  <a:lnTo>
                    <a:pt x="959128" y="127628"/>
                  </a:lnTo>
                  <a:lnTo>
                    <a:pt x="941690" y="86168"/>
                  </a:lnTo>
                  <a:lnTo>
                    <a:pt x="914545" y="51016"/>
                  </a:lnTo>
                  <a:lnTo>
                    <a:pt x="879352" y="23830"/>
                  </a:lnTo>
                  <a:lnTo>
                    <a:pt x="837772" y="6272"/>
                  </a:lnTo>
                  <a:lnTo>
                    <a:pt x="791463" y="0"/>
                  </a:lnTo>
                  <a:close/>
                </a:path>
              </a:pathLst>
            </a:custGeom>
            <a:solidFill>
              <a:srgbClr val="FDEB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909187" y="4741617"/>
              <a:ext cx="978535" cy="1256030"/>
            </a:xfrm>
            <a:custGeom>
              <a:avLst/>
              <a:gdLst/>
              <a:ahLst/>
              <a:cxnLst/>
              <a:rect l="l" t="t" r="r" b="b"/>
              <a:pathLst>
                <a:path w="978535" h="1256029">
                  <a:moveTo>
                    <a:pt x="821123" y="1254760"/>
                  </a:moveTo>
                  <a:lnTo>
                    <a:pt x="157206" y="1254760"/>
                  </a:lnTo>
                  <a:lnTo>
                    <a:pt x="161721" y="1256030"/>
                  </a:lnTo>
                  <a:lnTo>
                    <a:pt x="816609" y="1256030"/>
                  </a:lnTo>
                  <a:lnTo>
                    <a:pt x="821123" y="1254760"/>
                  </a:lnTo>
                  <a:close/>
                </a:path>
                <a:path w="978535" h="1256029">
                  <a:moveTo>
                    <a:pt x="820973" y="1270"/>
                  </a:moveTo>
                  <a:lnTo>
                    <a:pt x="157045" y="1270"/>
                  </a:lnTo>
                  <a:lnTo>
                    <a:pt x="152481" y="2540"/>
                  </a:lnTo>
                  <a:lnTo>
                    <a:pt x="134896" y="5080"/>
                  </a:lnTo>
                  <a:lnTo>
                    <a:pt x="126351" y="7620"/>
                  </a:lnTo>
                  <a:lnTo>
                    <a:pt x="117985" y="11430"/>
                  </a:lnTo>
                  <a:lnTo>
                    <a:pt x="109801" y="13970"/>
                  </a:lnTo>
                  <a:lnTo>
                    <a:pt x="66263" y="40147"/>
                  </a:lnTo>
                  <a:lnTo>
                    <a:pt x="59058" y="46990"/>
                  </a:lnTo>
                  <a:lnTo>
                    <a:pt x="52804" y="52070"/>
                  </a:lnTo>
                  <a:lnTo>
                    <a:pt x="46832" y="58420"/>
                  </a:lnTo>
                  <a:lnTo>
                    <a:pt x="41172" y="64770"/>
                  </a:lnTo>
                  <a:lnTo>
                    <a:pt x="35822" y="72390"/>
                  </a:lnTo>
                  <a:lnTo>
                    <a:pt x="30796" y="78740"/>
                  </a:lnTo>
                  <a:lnTo>
                    <a:pt x="10817" y="118110"/>
                  </a:lnTo>
                  <a:lnTo>
                    <a:pt x="1377" y="157480"/>
                  </a:lnTo>
                  <a:lnTo>
                    <a:pt x="864" y="161290"/>
                  </a:lnTo>
                  <a:lnTo>
                    <a:pt x="462" y="166370"/>
                  </a:lnTo>
                  <a:lnTo>
                    <a:pt x="244" y="170180"/>
                  </a:lnTo>
                  <a:lnTo>
                    <a:pt x="0" y="175260"/>
                  </a:lnTo>
                  <a:lnTo>
                    <a:pt x="0" y="1080770"/>
                  </a:lnTo>
                  <a:lnTo>
                    <a:pt x="5650" y="1121410"/>
                  </a:lnTo>
                  <a:lnTo>
                    <a:pt x="21616" y="1162050"/>
                  </a:lnTo>
                  <a:lnTo>
                    <a:pt x="35708" y="1183734"/>
                  </a:lnTo>
                  <a:lnTo>
                    <a:pt x="40980" y="1191260"/>
                  </a:lnTo>
                  <a:lnTo>
                    <a:pt x="72169" y="1220470"/>
                  </a:lnTo>
                  <a:lnTo>
                    <a:pt x="94198" y="1234523"/>
                  </a:lnTo>
                  <a:lnTo>
                    <a:pt x="102100" y="1239520"/>
                  </a:lnTo>
                  <a:lnTo>
                    <a:pt x="110217" y="1242122"/>
                  </a:lnTo>
                  <a:lnTo>
                    <a:pt x="118277" y="1245870"/>
                  </a:lnTo>
                  <a:lnTo>
                    <a:pt x="143915" y="1253490"/>
                  </a:lnTo>
                  <a:lnTo>
                    <a:pt x="152712" y="1254760"/>
                  </a:lnTo>
                  <a:lnTo>
                    <a:pt x="825698" y="1254760"/>
                  </a:lnTo>
                  <a:lnTo>
                    <a:pt x="834566" y="1253490"/>
                  </a:lnTo>
                  <a:lnTo>
                    <a:pt x="860193" y="1245870"/>
                  </a:lnTo>
                  <a:lnTo>
                    <a:pt x="862918" y="1244600"/>
                  </a:lnTo>
                  <a:lnTo>
                    <a:pt x="175807" y="1244600"/>
                  </a:lnTo>
                  <a:lnTo>
                    <a:pt x="171353" y="1243330"/>
                  </a:lnTo>
                  <a:lnTo>
                    <a:pt x="158785" y="1243330"/>
                  </a:lnTo>
                  <a:lnTo>
                    <a:pt x="154665" y="1242122"/>
                  </a:lnTo>
                  <a:lnTo>
                    <a:pt x="155144" y="1242122"/>
                  </a:lnTo>
                  <a:lnTo>
                    <a:pt x="146784" y="1240887"/>
                  </a:lnTo>
                  <a:lnTo>
                    <a:pt x="146542" y="1240887"/>
                  </a:lnTo>
                  <a:lnTo>
                    <a:pt x="146158" y="1240706"/>
                  </a:lnTo>
                  <a:lnTo>
                    <a:pt x="142231" y="1239520"/>
                  </a:lnTo>
                  <a:lnTo>
                    <a:pt x="138325" y="1239520"/>
                  </a:lnTo>
                  <a:lnTo>
                    <a:pt x="130081" y="1236980"/>
                  </a:lnTo>
                  <a:lnTo>
                    <a:pt x="130382" y="1236980"/>
                  </a:lnTo>
                  <a:lnTo>
                    <a:pt x="122564" y="1234523"/>
                  </a:lnTo>
                  <a:lnTo>
                    <a:pt x="122751" y="1234523"/>
                  </a:lnTo>
                  <a:lnTo>
                    <a:pt x="114122" y="1230352"/>
                  </a:lnTo>
                  <a:lnTo>
                    <a:pt x="107532" y="1228173"/>
                  </a:lnTo>
                  <a:lnTo>
                    <a:pt x="107339" y="1227980"/>
                  </a:lnTo>
                  <a:lnTo>
                    <a:pt x="100275" y="1224389"/>
                  </a:lnTo>
                  <a:lnTo>
                    <a:pt x="100488" y="1224389"/>
                  </a:lnTo>
                  <a:lnTo>
                    <a:pt x="94871" y="1220470"/>
                  </a:lnTo>
                  <a:lnTo>
                    <a:pt x="93313" y="1220470"/>
                  </a:lnTo>
                  <a:lnTo>
                    <a:pt x="86254" y="1215390"/>
                  </a:lnTo>
                  <a:lnTo>
                    <a:pt x="86506" y="1215390"/>
                  </a:lnTo>
                  <a:lnTo>
                    <a:pt x="81393" y="1211580"/>
                  </a:lnTo>
                  <a:lnTo>
                    <a:pt x="79931" y="1211580"/>
                  </a:lnTo>
                  <a:lnTo>
                    <a:pt x="74678" y="1206500"/>
                  </a:lnTo>
                  <a:lnTo>
                    <a:pt x="73596" y="1206500"/>
                  </a:lnTo>
                  <a:lnTo>
                    <a:pt x="65824" y="1198671"/>
                  </a:lnTo>
                  <a:lnTo>
                    <a:pt x="61595" y="1195173"/>
                  </a:lnTo>
                  <a:lnTo>
                    <a:pt x="61587" y="1194965"/>
                  </a:lnTo>
                  <a:lnTo>
                    <a:pt x="57082" y="1189990"/>
                  </a:lnTo>
                  <a:lnTo>
                    <a:pt x="56132" y="1189990"/>
                  </a:lnTo>
                  <a:lnTo>
                    <a:pt x="50754" y="1183734"/>
                  </a:lnTo>
                  <a:lnTo>
                    <a:pt x="50941" y="1183734"/>
                  </a:lnTo>
                  <a:lnTo>
                    <a:pt x="45768" y="1177378"/>
                  </a:lnTo>
                  <a:lnTo>
                    <a:pt x="45934" y="1177378"/>
                  </a:lnTo>
                  <a:lnTo>
                    <a:pt x="41838" y="1170940"/>
                  </a:lnTo>
                  <a:lnTo>
                    <a:pt x="41202" y="1170940"/>
                  </a:lnTo>
                  <a:lnTo>
                    <a:pt x="36719" y="1163390"/>
                  </a:lnTo>
                  <a:lnTo>
                    <a:pt x="36801" y="1163251"/>
                  </a:lnTo>
                  <a:lnTo>
                    <a:pt x="33352" y="1156970"/>
                  </a:lnTo>
                  <a:lnTo>
                    <a:pt x="32796" y="1156970"/>
                  </a:lnTo>
                  <a:lnTo>
                    <a:pt x="30494" y="1152403"/>
                  </a:lnTo>
                  <a:lnTo>
                    <a:pt x="30040" y="1151409"/>
                  </a:lnTo>
                  <a:lnTo>
                    <a:pt x="28984" y="1149406"/>
                  </a:lnTo>
                  <a:lnTo>
                    <a:pt x="29122" y="1149406"/>
                  </a:lnTo>
                  <a:lnTo>
                    <a:pt x="15876" y="1109980"/>
                  </a:lnTo>
                  <a:lnTo>
                    <a:pt x="13987" y="1098550"/>
                  </a:lnTo>
                  <a:lnTo>
                    <a:pt x="13739" y="1097280"/>
                  </a:lnTo>
                  <a:lnTo>
                    <a:pt x="13114" y="1090930"/>
                  </a:lnTo>
                  <a:lnTo>
                    <a:pt x="12989" y="1089660"/>
                  </a:lnTo>
                  <a:lnTo>
                    <a:pt x="12786" y="1085850"/>
                  </a:lnTo>
                  <a:lnTo>
                    <a:pt x="12686" y="1084580"/>
                  </a:lnTo>
                  <a:lnTo>
                    <a:pt x="12567" y="175260"/>
                  </a:lnTo>
                  <a:lnTo>
                    <a:pt x="20088" y="129540"/>
                  </a:lnTo>
                  <a:lnTo>
                    <a:pt x="20378" y="129540"/>
                  </a:lnTo>
                  <a:lnTo>
                    <a:pt x="22722" y="121920"/>
                  </a:lnTo>
                  <a:lnTo>
                    <a:pt x="23066" y="121920"/>
                  </a:lnTo>
                  <a:lnTo>
                    <a:pt x="25728" y="114300"/>
                  </a:lnTo>
                  <a:lnTo>
                    <a:pt x="26106" y="114300"/>
                  </a:lnTo>
                  <a:lnTo>
                    <a:pt x="29096" y="106680"/>
                  </a:lnTo>
                  <a:lnTo>
                    <a:pt x="29596" y="106680"/>
                  </a:lnTo>
                  <a:lnTo>
                    <a:pt x="32796" y="100330"/>
                  </a:lnTo>
                  <a:lnTo>
                    <a:pt x="32655" y="100330"/>
                  </a:lnTo>
                  <a:lnTo>
                    <a:pt x="36801" y="92778"/>
                  </a:lnTo>
                  <a:lnTo>
                    <a:pt x="36731" y="92633"/>
                  </a:lnTo>
                  <a:lnTo>
                    <a:pt x="37307" y="91826"/>
                  </a:lnTo>
                  <a:lnTo>
                    <a:pt x="37482" y="91537"/>
                  </a:lnTo>
                  <a:lnTo>
                    <a:pt x="41132" y="86441"/>
                  </a:lnTo>
                  <a:lnTo>
                    <a:pt x="40969" y="86441"/>
                  </a:lnTo>
                  <a:lnTo>
                    <a:pt x="45811" y="80096"/>
                  </a:lnTo>
                  <a:lnTo>
                    <a:pt x="45625" y="80096"/>
                  </a:lnTo>
                  <a:lnTo>
                    <a:pt x="50788" y="73753"/>
                  </a:lnTo>
                  <a:lnTo>
                    <a:pt x="50592" y="73753"/>
                  </a:lnTo>
                  <a:lnTo>
                    <a:pt x="56047" y="67409"/>
                  </a:lnTo>
                  <a:lnTo>
                    <a:pt x="56022" y="67210"/>
                  </a:lnTo>
                  <a:lnTo>
                    <a:pt x="61682" y="60960"/>
                  </a:lnTo>
                  <a:lnTo>
                    <a:pt x="62680" y="60960"/>
                  </a:lnTo>
                  <a:lnTo>
                    <a:pt x="67408" y="55990"/>
                  </a:lnTo>
                  <a:lnTo>
                    <a:pt x="67426" y="55772"/>
                  </a:lnTo>
                  <a:lnTo>
                    <a:pt x="73596" y="50800"/>
                  </a:lnTo>
                  <a:lnTo>
                    <a:pt x="73365" y="50800"/>
                  </a:lnTo>
                  <a:lnTo>
                    <a:pt x="79931" y="45720"/>
                  </a:lnTo>
                  <a:lnTo>
                    <a:pt x="79689" y="45720"/>
                  </a:lnTo>
                  <a:lnTo>
                    <a:pt x="86344" y="40760"/>
                  </a:lnTo>
                  <a:lnTo>
                    <a:pt x="86031" y="40760"/>
                  </a:lnTo>
                  <a:lnTo>
                    <a:pt x="93313" y="36830"/>
                  </a:lnTo>
                  <a:lnTo>
                    <a:pt x="93051" y="36830"/>
                  </a:lnTo>
                  <a:lnTo>
                    <a:pt x="100331" y="33020"/>
                  </a:lnTo>
                  <a:lnTo>
                    <a:pt x="100059" y="33020"/>
                  </a:lnTo>
                  <a:lnTo>
                    <a:pt x="107560" y="29210"/>
                  </a:lnTo>
                  <a:lnTo>
                    <a:pt x="107278" y="29210"/>
                  </a:lnTo>
                  <a:lnTo>
                    <a:pt x="114752" y="25512"/>
                  </a:lnTo>
                  <a:lnTo>
                    <a:pt x="115134" y="25141"/>
                  </a:lnTo>
                  <a:lnTo>
                    <a:pt x="115500" y="25141"/>
                  </a:lnTo>
                  <a:lnTo>
                    <a:pt x="122590" y="22860"/>
                  </a:lnTo>
                  <a:lnTo>
                    <a:pt x="122298" y="22860"/>
                  </a:lnTo>
                  <a:lnTo>
                    <a:pt x="130382" y="20320"/>
                  </a:lnTo>
                  <a:lnTo>
                    <a:pt x="130081" y="20320"/>
                  </a:lnTo>
                  <a:lnTo>
                    <a:pt x="138049" y="17865"/>
                  </a:lnTo>
                  <a:lnTo>
                    <a:pt x="137407" y="17865"/>
                  </a:lnTo>
                  <a:lnTo>
                    <a:pt x="145726" y="16617"/>
                  </a:lnTo>
                  <a:lnTo>
                    <a:pt x="154683" y="13970"/>
                  </a:lnTo>
                  <a:lnTo>
                    <a:pt x="162836" y="13970"/>
                  </a:lnTo>
                  <a:lnTo>
                    <a:pt x="167241" y="12700"/>
                  </a:lnTo>
                  <a:lnTo>
                    <a:pt x="863994" y="12700"/>
                  </a:lnTo>
                  <a:lnTo>
                    <a:pt x="859903" y="11430"/>
                  </a:lnTo>
                  <a:lnTo>
                    <a:pt x="851527" y="7620"/>
                  </a:lnTo>
                  <a:lnTo>
                    <a:pt x="842971" y="5080"/>
                  </a:lnTo>
                  <a:lnTo>
                    <a:pt x="825456" y="2540"/>
                  </a:lnTo>
                  <a:lnTo>
                    <a:pt x="820973" y="1270"/>
                  </a:lnTo>
                  <a:close/>
                </a:path>
                <a:path w="978535" h="1256029">
                  <a:moveTo>
                    <a:pt x="840146" y="1238250"/>
                  </a:moveTo>
                  <a:lnTo>
                    <a:pt x="832017" y="1240706"/>
                  </a:lnTo>
                  <a:lnTo>
                    <a:pt x="831633" y="1240887"/>
                  </a:lnTo>
                  <a:lnTo>
                    <a:pt x="831417" y="1240887"/>
                  </a:lnTo>
                  <a:lnTo>
                    <a:pt x="823062" y="1242122"/>
                  </a:lnTo>
                  <a:lnTo>
                    <a:pt x="823505" y="1242122"/>
                  </a:lnTo>
                  <a:lnTo>
                    <a:pt x="819384" y="1243330"/>
                  </a:lnTo>
                  <a:lnTo>
                    <a:pt x="806827" y="1243330"/>
                  </a:lnTo>
                  <a:lnTo>
                    <a:pt x="802363" y="1244600"/>
                  </a:lnTo>
                  <a:lnTo>
                    <a:pt x="862918" y="1244600"/>
                  </a:lnTo>
                  <a:lnTo>
                    <a:pt x="868234" y="1242122"/>
                  </a:lnTo>
                  <a:lnTo>
                    <a:pt x="871923" y="1240887"/>
                  </a:lnTo>
                  <a:lnTo>
                    <a:pt x="831633" y="1240887"/>
                  </a:lnTo>
                  <a:lnTo>
                    <a:pt x="832017" y="1240706"/>
                  </a:lnTo>
                  <a:lnTo>
                    <a:pt x="872473" y="1240706"/>
                  </a:lnTo>
                  <a:lnTo>
                    <a:pt x="876070" y="1239520"/>
                  </a:lnTo>
                  <a:lnTo>
                    <a:pt x="839844" y="1239520"/>
                  </a:lnTo>
                  <a:lnTo>
                    <a:pt x="840146" y="1238250"/>
                  </a:lnTo>
                  <a:close/>
                </a:path>
                <a:path w="978535" h="1256029">
                  <a:moveTo>
                    <a:pt x="146161" y="1240706"/>
                  </a:moveTo>
                  <a:lnTo>
                    <a:pt x="146542" y="1240887"/>
                  </a:lnTo>
                  <a:lnTo>
                    <a:pt x="146761" y="1240887"/>
                  </a:lnTo>
                  <a:lnTo>
                    <a:pt x="146161" y="1240706"/>
                  </a:lnTo>
                  <a:close/>
                </a:path>
                <a:path w="978535" h="1256029">
                  <a:moveTo>
                    <a:pt x="138023" y="1238250"/>
                  </a:moveTo>
                  <a:lnTo>
                    <a:pt x="138325" y="1239520"/>
                  </a:lnTo>
                  <a:lnTo>
                    <a:pt x="142231" y="1239520"/>
                  </a:lnTo>
                  <a:lnTo>
                    <a:pt x="138023" y="1238250"/>
                  </a:lnTo>
                  <a:close/>
                </a:path>
                <a:path w="978535" h="1256029">
                  <a:moveTo>
                    <a:pt x="883713" y="1234523"/>
                  </a:moveTo>
                  <a:lnTo>
                    <a:pt x="855605" y="1234523"/>
                  </a:lnTo>
                  <a:lnTo>
                    <a:pt x="847797" y="1236980"/>
                  </a:lnTo>
                  <a:lnTo>
                    <a:pt x="848089" y="1236980"/>
                  </a:lnTo>
                  <a:lnTo>
                    <a:pt x="839844" y="1239520"/>
                  </a:lnTo>
                  <a:lnTo>
                    <a:pt x="876070" y="1239520"/>
                  </a:lnTo>
                  <a:lnTo>
                    <a:pt x="883713" y="1234523"/>
                  </a:lnTo>
                  <a:close/>
                </a:path>
                <a:path w="978535" h="1256029">
                  <a:moveTo>
                    <a:pt x="122751" y="1234523"/>
                  </a:moveTo>
                  <a:lnTo>
                    <a:pt x="122564" y="1234523"/>
                  </a:lnTo>
                  <a:lnTo>
                    <a:pt x="123135" y="1234702"/>
                  </a:lnTo>
                  <a:lnTo>
                    <a:pt x="122751" y="1234523"/>
                  </a:lnTo>
                  <a:close/>
                </a:path>
                <a:path w="978535" h="1256029">
                  <a:moveTo>
                    <a:pt x="900508" y="1224389"/>
                  </a:moveTo>
                  <a:lnTo>
                    <a:pt x="877900" y="1224389"/>
                  </a:lnTo>
                  <a:lnTo>
                    <a:pt x="870836" y="1227980"/>
                  </a:lnTo>
                  <a:lnTo>
                    <a:pt x="870638" y="1228173"/>
                  </a:lnTo>
                  <a:lnTo>
                    <a:pt x="870039" y="1228385"/>
                  </a:lnTo>
                  <a:lnTo>
                    <a:pt x="864046" y="1230352"/>
                  </a:lnTo>
                  <a:lnTo>
                    <a:pt x="855035" y="1234702"/>
                  </a:lnTo>
                  <a:lnTo>
                    <a:pt x="855605" y="1234523"/>
                  </a:lnTo>
                  <a:lnTo>
                    <a:pt x="883675" y="1234523"/>
                  </a:lnTo>
                  <a:lnTo>
                    <a:pt x="891173" y="1230740"/>
                  </a:lnTo>
                  <a:lnTo>
                    <a:pt x="891805" y="1230352"/>
                  </a:lnTo>
                  <a:lnTo>
                    <a:pt x="898952" y="1225550"/>
                  </a:lnTo>
                  <a:lnTo>
                    <a:pt x="900508" y="1224389"/>
                  </a:lnTo>
                  <a:close/>
                </a:path>
                <a:path w="978535" h="1256029">
                  <a:moveTo>
                    <a:pt x="114524" y="1230352"/>
                  </a:moveTo>
                  <a:lnTo>
                    <a:pt x="114122" y="1230352"/>
                  </a:lnTo>
                  <a:lnTo>
                    <a:pt x="114926" y="1230740"/>
                  </a:lnTo>
                  <a:lnTo>
                    <a:pt x="114524" y="1230352"/>
                  </a:lnTo>
                  <a:close/>
                </a:path>
                <a:path w="978535" h="1256029">
                  <a:moveTo>
                    <a:pt x="864032" y="1230352"/>
                  </a:moveTo>
                  <a:lnTo>
                    <a:pt x="862856" y="1230740"/>
                  </a:lnTo>
                  <a:lnTo>
                    <a:pt x="863230" y="1230740"/>
                  </a:lnTo>
                  <a:lnTo>
                    <a:pt x="864032" y="1230352"/>
                  </a:lnTo>
                  <a:close/>
                </a:path>
                <a:path w="978535" h="1256029">
                  <a:moveTo>
                    <a:pt x="107343" y="1227980"/>
                  </a:moveTo>
                  <a:lnTo>
                    <a:pt x="107532" y="1228173"/>
                  </a:lnTo>
                  <a:lnTo>
                    <a:pt x="108173" y="1228385"/>
                  </a:lnTo>
                  <a:lnTo>
                    <a:pt x="107343" y="1227980"/>
                  </a:lnTo>
                  <a:close/>
                </a:path>
                <a:path w="978535" h="1256029">
                  <a:moveTo>
                    <a:pt x="870836" y="1227980"/>
                  </a:moveTo>
                  <a:lnTo>
                    <a:pt x="870039" y="1228385"/>
                  </a:lnTo>
                  <a:lnTo>
                    <a:pt x="870638" y="1228173"/>
                  </a:lnTo>
                  <a:lnTo>
                    <a:pt x="870836" y="1227980"/>
                  </a:lnTo>
                  <a:close/>
                </a:path>
                <a:path w="978535" h="1256029">
                  <a:moveTo>
                    <a:pt x="100488" y="1224389"/>
                  </a:moveTo>
                  <a:lnTo>
                    <a:pt x="100275" y="1224389"/>
                  </a:lnTo>
                  <a:lnTo>
                    <a:pt x="101161" y="1224840"/>
                  </a:lnTo>
                  <a:lnTo>
                    <a:pt x="100488" y="1224389"/>
                  </a:lnTo>
                  <a:close/>
                </a:path>
                <a:path w="978535" h="1256029">
                  <a:moveTo>
                    <a:pt x="885118" y="1219200"/>
                  </a:moveTo>
                  <a:lnTo>
                    <a:pt x="877036" y="1224840"/>
                  </a:lnTo>
                  <a:lnTo>
                    <a:pt x="877895" y="1224389"/>
                  </a:lnTo>
                  <a:lnTo>
                    <a:pt x="900508" y="1224389"/>
                  </a:lnTo>
                  <a:lnTo>
                    <a:pt x="905764" y="1220470"/>
                  </a:lnTo>
                  <a:lnTo>
                    <a:pt x="884867" y="1220470"/>
                  </a:lnTo>
                  <a:lnTo>
                    <a:pt x="885118" y="1219200"/>
                  </a:lnTo>
                  <a:close/>
                </a:path>
                <a:path w="978535" h="1256029">
                  <a:moveTo>
                    <a:pt x="93051" y="1219200"/>
                  </a:moveTo>
                  <a:lnTo>
                    <a:pt x="93313" y="1220470"/>
                  </a:lnTo>
                  <a:lnTo>
                    <a:pt x="94871" y="1220470"/>
                  </a:lnTo>
                  <a:lnTo>
                    <a:pt x="93051" y="1219200"/>
                  </a:lnTo>
                  <a:close/>
                </a:path>
                <a:path w="978535" h="1256029">
                  <a:moveTo>
                    <a:pt x="898480" y="1210310"/>
                  </a:moveTo>
                  <a:lnTo>
                    <a:pt x="891664" y="1215390"/>
                  </a:lnTo>
                  <a:lnTo>
                    <a:pt x="891915" y="1215390"/>
                  </a:lnTo>
                  <a:lnTo>
                    <a:pt x="884867" y="1220470"/>
                  </a:lnTo>
                  <a:lnTo>
                    <a:pt x="905764" y="1220470"/>
                  </a:lnTo>
                  <a:lnTo>
                    <a:pt x="912576" y="1215390"/>
                  </a:lnTo>
                  <a:lnTo>
                    <a:pt x="917477" y="1211580"/>
                  </a:lnTo>
                  <a:lnTo>
                    <a:pt x="898239" y="1211580"/>
                  </a:lnTo>
                  <a:lnTo>
                    <a:pt x="898480" y="1210310"/>
                  </a:lnTo>
                  <a:close/>
                </a:path>
                <a:path w="978535" h="1256029">
                  <a:moveTo>
                    <a:pt x="79689" y="1210310"/>
                  </a:moveTo>
                  <a:lnTo>
                    <a:pt x="79931" y="1211580"/>
                  </a:lnTo>
                  <a:lnTo>
                    <a:pt x="81393" y="1211580"/>
                  </a:lnTo>
                  <a:lnTo>
                    <a:pt x="79689" y="1210310"/>
                  </a:lnTo>
                  <a:close/>
                </a:path>
                <a:path w="978535" h="1256029">
                  <a:moveTo>
                    <a:pt x="904805" y="1205230"/>
                  </a:moveTo>
                  <a:lnTo>
                    <a:pt x="898239" y="1211580"/>
                  </a:lnTo>
                  <a:lnTo>
                    <a:pt x="917477" y="1211580"/>
                  </a:lnTo>
                  <a:lnTo>
                    <a:pt x="919111" y="1210310"/>
                  </a:lnTo>
                  <a:lnTo>
                    <a:pt x="922869" y="1206500"/>
                  </a:lnTo>
                  <a:lnTo>
                    <a:pt x="904574" y="1206500"/>
                  </a:lnTo>
                  <a:lnTo>
                    <a:pt x="904805" y="1205230"/>
                  </a:lnTo>
                  <a:close/>
                </a:path>
                <a:path w="978535" h="1256029">
                  <a:moveTo>
                    <a:pt x="73365" y="1205230"/>
                  </a:moveTo>
                  <a:lnTo>
                    <a:pt x="73596" y="1206500"/>
                  </a:lnTo>
                  <a:lnTo>
                    <a:pt x="74678" y="1206500"/>
                  </a:lnTo>
                  <a:lnTo>
                    <a:pt x="73365" y="1205230"/>
                  </a:lnTo>
                  <a:close/>
                </a:path>
                <a:path w="978535" h="1256029">
                  <a:moveTo>
                    <a:pt x="922238" y="1188720"/>
                  </a:moveTo>
                  <a:lnTo>
                    <a:pt x="916582" y="1194965"/>
                  </a:lnTo>
                  <a:lnTo>
                    <a:pt x="916575" y="1195173"/>
                  </a:lnTo>
                  <a:lnTo>
                    <a:pt x="915810" y="1195817"/>
                  </a:lnTo>
                  <a:lnTo>
                    <a:pt x="915676" y="1195966"/>
                  </a:lnTo>
                  <a:lnTo>
                    <a:pt x="912010" y="1199020"/>
                  </a:lnTo>
                  <a:lnTo>
                    <a:pt x="904574" y="1206500"/>
                  </a:lnTo>
                  <a:lnTo>
                    <a:pt x="922869" y="1206500"/>
                  </a:lnTo>
                  <a:lnTo>
                    <a:pt x="925375" y="1203960"/>
                  </a:lnTo>
                  <a:lnTo>
                    <a:pt x="931337" y="1197610"/>
                  </a:lnTo>
                  <a:lnTo>
                    <a:pt x="937008" y="1191260"/>
                  </a:lnTo>
                  <a:lnTo>
                    <a:pt x="938078" y="1189990"/>
                  </a:lnTo>
                  <a:lnTo>
                    <a:pt x="922037" y="1189990"/>
                  </a:lnTo>
                  <a:lnTo>
                    <a:pt x="922238" y="1188720"/>
                  </a:lnTo>
                  <a:close/>
                </a:path>
                <a:path w="978535" h="1256029">
                  <a:moveTo>
                    <a:pt x="66170" y="1199020"/>
                  </a:moveTo>
                  <a:lnTo>
                    <a:pt x="67402" y="1200261"/>
                  </a:lnTo>
                  <a:lnTo>
                    <a:pt x="67384" y="1200041"/>
                  </a:lnTo>
                  <a:lnTo>
                    <a:pt x="66170" y="1199020"/>
                  </a:lnTo>
                  <a:close/>
                </a:path>
                <a:path w="978535" h="1256029">
                  <a:moveTo>
                    <a:pt x="912010" y="1199020"/>
                  </a:moveTo>
                  <a:lnTo>
                    <a:pt x="910795" y="1200041"/>
                  </a:lnTo>
                  <a:lnTo>
                    <a:pt x="910777" y="1200261"/>
                  </a:lnTo>
                  <a:lnTo>
                    <a:pt x="912010" y="1199020"/>
                  </a:lnTo>
                  <a:close/>
                </a:path>
                <a:path w="978535" h="1256029">
                  <a:moveTo>
                    <a:pt x="61587" y="1194965"/>
                  </a:moveTo>
                  <a:lnTo>
                    <a:pt x="61595" y="1195173"/>
                  </a:lnTo>
                  <a:lnTo>
                    <a:pt x="62361" y="1195817"/>
                  </a:lnTo>
                  <a:lnTo>
                    <a:pt x="61587" y="1194965"/>
                  </a:lnTo>
                  <a:close/>
                </a:path>
                <a:path w="978535" h="1256029">
                  <a:moveTo>
                    <a:pt x="916582" y="1194965"/>
                  </a:moveTo>
                  <a:lnTo>
                    <a:pt x="915810" y="1195817"/>
                  </a:lnTo>
                  <a:lnTo>
                    <a:pt x="916575" y="1195173"/>
                  </a:lnTo>
                  <a:lnTo>
                    <a:pt x="916582" y="1194965"/>
                  </a:lnTo>
                  <a:close/>
                </a:path>
                <a:path w="978535" h="1256029">
                  <a:moveTo>
                    <a:pt x="55932" y="1188720"/>
                  </a:moveTo>
                  <a:lnTo>
                    <a:pt x="56132" y="1189990"/>
                  </a:lnTo>
                  <a:lnTo>
                    <a:pt x="57082" y="1189990"/>
                  </a:lnTo>
                  <a:lnTo>
                    <a:pt x="55932" y="1188720"/>
                  </a:lnTo>
                  <a:close/>
                </a:path>
                <a:path w="978535" h="1256029">
                  <a:moveTo>
                    <a:pt x="943159" y="1183734"/>
                  </a:moveTo>
                  <a:lnTo>
                    <a:pt x="927425" y="1183734"/>
                  </a:lnTo>
                  <a:lnTo>
                    <a:pt x="926294" y="1184910"/>
                  </a:lnTo>
                  <a:lnTo>
                    <a:pt x="924150" y="1187537"/>
                  </a:lnTo>
                  <a:lnTo>
                    <a:pt x="922037" y="1189990"/>
                  </a:lnTo>
                  <a:lnTo>
                    <a:pt x="938078" y="1189990"/>
                  </a:lnTo>
                  <a:lnTo>
                    <a:pt x="942357" y="1184910"/>
                  </a:lnTo>
                  <a:lnTo>
                    <a:pt x="943159" y="1183734"/>
                  </a:lnTo>
                  <a:close/>
                </a:path>
                <a:path w="978535" h="1256029">
                  <a:moveTo>
                    <a:pt x="50941" y="1183734"/>
                  </a:moveTo>
                  <a:lnTo>
                    <a:pt x="50754" y="1183734"/>
                  </a:lnTo>
                  <a:lnTo>
                    <a:pt x="54024" y="1187537"/>
                  </a:lnTo>
                  <a:lnTo>
                    <a:pt x="50941" y="1183734"/>
                  </a:lnTo>
                  <a:close/>
                </a:path>
                <a:path w="978535" h="1256029">
                  <a:moveTo>
                    <a:pt x="947493" y="1177378"/>
                  </a:moveTo>
                  <a:lnTo>
                    <a:pt x="932403" y="1177378"/>
                  </a:lnTo>
                  <a:lnTo>
                    <a:pt x="931513" y="1178515"/>
                  </a:lnTo>
                  <a:lnTo>
                    <a:pt x="924150" y="1187537"/>
                  </a:lnTo>
                  <a:lnTo>
                    <a:pt x="926413" y="1184910"/>
                  </a:lnTo>
                  <a:lnTo>
                    <a:pt x="927253" y="1183734"/>
                  </a:lnTo>
                  <a:lnTo>
                    <a:pt x="943159" y="1183734"/>
                  </a:lnTo>
                  <a:lnTo>
                    <a:pt x="947493" y="1177378"/>
                  </a:lnTo>
                  <a:close/>
                </a:path>
                <a:path w="978535" h="1256029">
                  <a:moveTo>
                    <a:pt x="45934" y="1177378"/>
                  </a:moveTo>
                  <a:lnTo>
                    <a:pt x="45768" y="1177378"/>
                  </a:lnTo>
                  <a:lnTo>
                    <a:pt x="46528" y="1178313"/>
                  </a:lnTo>
                  <a:lnTo>
                    <a:pt x="45934" y="1177378"/>
                  </a:lnTo>
                  <a:close/>
                </a:path>
                <a:path w="978535" h="1256029">
                  <a:moveTo>
                    <a:pt x="937139" y="1169670"/>
                  </a:moveTo>
                  <a:lnTo>
                    <a:pt x="931642" y="1178313"/>
                  </a:lnTo>
                  <a:lnTo>
                    <a:pt x="932401" y="1177378"/>
                  </a:lnTo>
                  <a:lnTo>
                    <a:pt x="947502" y="1177378"/>
                  </a:lnTo>
                  <a:lnTo>
                    <a:pt x="951308" y="1170940"/>
                  </a:lnTo>
                  <a:lnTo>
                    <a:pt x="936967" y="1170940"/>
                  </a:lnTo>
                  <a:lnTo>
                    <a:pt x="937139" y="1169670"/>
                  </a:lnTo>
                  <a:close/>
                </a:path>
                <a:path w="978535" h="1256029">
                  <a:moveTo>
                    <a:pt x="41031" y="1169670"/>
                  </a:moveTo>
                  <a:lnTo>
                    <a:pt x="41202" y="1170940"/>
                  </a:lnTo>
                  <a:lnTo>
                    <a:pt x="41838" y="1170940"/>
                  </a:lnTo>
                  <a:lnTo>
                    <a:pt x="41031" y="1169670"/>
                  </a:lnTo>
                  <a:close/>
                </a:path>
                <a:path w="978535" h="1256029">
                  <a:moveTo>
                    <a:pt x="945523" y="1155700"/>
                  </a:moveTo>
                  <a:lnTo>
                    <a:pt x="941369" y="1163251"/>
                  </a:lnTo>
                  <a:lnTo>
                    <a:pt x="941450" y="1163390"/>
                  </a:lnTo>
                  <a:lnTo>
                    <a:pt x="936967" y="1170940"/>
                  </a:lnTo>
                  <a:lnTo>
                    <a:pt x="951308" y="1170940"/>
                  </a:lnTo>
                  <a:lnTo>
                    <a:pt x="956564" y="1162050"/>
                  </a:lnTo>
                  <a:lnTo>
                    <a:pt x="959124" y="1156970"/>
                  </a:lnTo>
                  <a:lnTo>
                    <a:pt x="945372" y="1156970"/>
                  </a:lnTo>
                  <a:lnTo>
                    <a:pt x="945523" y="1155700"/>
                  </a:lnTo>
                  <a:close/>
                </a:path>
                <a:path w="978535" h="1256029">
                  <a:moveTo>
                    <a:pt x="36801" y="1163251"/>
                  </a:moveTo>
                  <a:lnTo>
                    <a:pt x="36719" y="1163390"/>
                  </a:lnTo>
                  <a:lnTo>
                    <a:pt x="38871" y="1167013"/>
                  </a:lnTo>
                  <a:lnTo>
                    <a:pt x="36877" y="1163390"/>
                  </a:lnTo>
                  <a:lnTo>
                    <a:pt x="36801" y="1163251"/>
                  </a:lnTo>
                  <a:close/>
                </a:path>
                <a:path w="978535" h="1256029">
                  <a:moveTo>
                    <a:pt x="941369" y="1163251"/>
                  </a:moveTo>
                  <a:lnTo>
                    <a:pt x="939299" y="1167013"/>
                  </a:lnTo>
                  <a:lnTo>
                    <a:pt x="941450" y="1163390"/>
                  </a:lnTo>
                  <a:lnTo>
                    <a:pt x="941369" y="1163251"/>
                  </a:lnTo>
                  <a:close/>
                </a:path>
                <a:path w="978535" h="1256029">
                  <a:moveTo>
                    <a:pt x="32655" y="1155700"/>
                  </a:moveTo>
                  <a:lnTo>
                    <a:pt x="32796" y="1156970"/>
                  </a:lnTo>
                  <a:lnTo>
                    <a:pt x="33352" y="1156970"/>
                  </a:lnTo>
                  <a:lnTo>
                    <a:pt x="32655" y="1155700"/>
                  </a:lnTo>
                  <a:close/>
                </a:path>
                <a:path w="978535" h="1256029">
                  <a:moveTo>
                    <a:pt x="964324" y="1097280"/>
                  </a:moveTo>
                  <a:lnTo>
                    <a:pt x="952441" y="1141730"/>
                  </a:lnTo>
                  <a:lnTo>
                    <a:pt x="945372" y="1156970"/>
                  </a:lnTo>
                  <a:lnTo>
                    <a:pt x="959124" y="1156970"/>
                  </a:lnTo>
                  <a:lnTo>
                    <a:pt x="960404" y="1154430"/>
                  </a:lnTo>
                  <a:lnTo>
                    <a:pt x="964134" y="1146810"/>
                  </a:lnTo>
                  <a:lnTo>
                    <a:pt x="967251" y="1139190"/>
                  </a:lnTo>
                  <a:lnTo>
                    <a:pt x="967351" y="1137920"/>
                  </a:lnTo>
                  <a:lnTo>
                    <a:pt x="970177" y="1130300"/>
                  </a:lnTo>
                  <a:lnTo>
                    <a:pt x="976920" y="1098550"/>
                  </a:lnTo>
                  <a:lnTo>
                    <a:pt x="964305" y="1098550"/>
                  </a:lnTo>
                  <a:lnTo>
                    <a:pt x="964324" y="1097280"/>
                  </a:lnTo>
                  <a:close/>
                </a:path>
                <a:path w="978535" h="1256029">
                  <a:moveTo>
                    <a:pt x="29122" y="1149406"/>
                  </a:moveTo>
                  <a:lnTo>
                    <a:pt x="28984" y="1149406"/>
                  </a:lnTo>
                  <a:lnTo>
                    <a:pt x="29994" y="1151409"/>
                  </a:lnTo>
                  <a:lnTo>
                    <a:pt x="29122" y="1149406"/>
                  </a:lnTo>
                  <a:close/>
                </a:path>
                <a:path w="978535" h="1256029">
                  <a:moveTo>
                    <a:pt x="971129" y="129540"/>
                  </a:moveTo>
                  <a:lnTo>
                    <a:pt x="958091" y="129540"/>
                  </a:lnTo>
                  <a:lnTo>
                    <a:pt x="960434" y="138430"/>
                  </a:lnTo>
                  <a:lnTo>
                    <a:pt x="962294" y="146050"/>
                  </a:lnTo>
                  <a:lnTo>
                    <a:pt x="965612" y="175260"/>
                  </a:lnTo>
                  <a:lnTo>
                    <a:pt x="965612" y="1080770"/>
                  </a:lnTo>
                  <a:lnTo>
                    <a:pt x="965484" y="1084580"/>
                  </a:lnTo>
                  <a:lnTo>
                    <a:pt x="965380" y="1085850"/>
                  </a:lnTo>
                  <a:lnTo>
                    <a:pt x="965169" y="1089660"/>
                  </a:lnTo>
                  <a:lnTo>
                    <a:pt x="964429" y="1097280"/>
                  </a:lnTo>
                  <a:lnTo>
                    <a:pt x="964305" y="1098550"/>
                  </a:lnTo>
                  <a:lnTo>
                    <a:pt x="976920" y="1098550"/>
                  </a:lnTo>
                  <a:lnTo>
                    <a:pt x="977305" y="1094740"/>
                  </a:lnTo>
                  <a:lnTo>
                    <a:pt x="977717" y="1090930"/>
                  </a:lnTo>
                  <a:lnTo>
                    <a:pt x="977999" y="1085850"/>
                  </a:lnTo>
                  <a:lnTo>
                    <a:pt x="978170" y="1080770"/>
                  </a:lnTo>
                  <a:lnTo>
                    <a:pt x="978170" y="175260"/>
                  </a:lnTo>
                  <a:lnTo>
                    <a:pt x="976772" y="157480"/>
                  </a:lnTo>
                  <a:lnTo>
                    <a:pt x="976129" y="152400"/>
                  </a:lnTo>
                  <a:lnTo>
                    <a:pt x="974540" y="143510"/>
                  </a:lnTo>
                  <a:lnTo>
                    <a:pt x="972520" y="134620"/>
                  </a:lnTo>
                  <a:lnTo>
                    <a:pt x="971129" y="129540"/>
                  </a:lnTo>
                  <a:close/>
                </a:path>
                <a:path w="978535" h="1256029">
                  <a:moveTo>
                    <a:pt x="20378" y="129540"/>
                  </a:moveTo>
                  <a:lnTo>
                    <a:pt x="20088" y="129540"/>
                  </a:lnTo>
                  <a:lnTo>
                    <a:pt x="19987" y="130810"/>
                  </a:lnTo>
                  <a:lnTo>
                    <a:pt x="20378" y="129540"/>
                  </a:lnTo>
                  <a:close/>
                </a:path>
                <a:path w="978535" h="1256029">
                  <a:moveTo>
                    <a:pt x="968669" y="121920"/>
                  </a:moveTo>
                  <a:lnTo>
                    <a:pt x="955447" y="121920"/>
                  </a:lnTo>
                  <a:lnTo>
                    <a:pt x="958181" y="130810"/>
                  </a:lnTo>
                  <a:lnTo>
                    <a:pt x="958091" y="129540"/>
                  </a:lnTo>
                  <a:lnTo>
                    <a:pt x="971129" y="129540"/>
                  </a:lnTo>
                  <a:lnTo>
                    <a:pt x="970086" y="125730"/>
                  </a:lnTo>
                  <a:lnTo>
                    <a:pt x="968669" y="121920"/>
                  </a:lnTo>
                  <a:close/>
                </a:path>
                <a:path w="978535" h="1256029">
                  <a:moveTo>
                    <a:pt x="23066" y="121920"/>
                  </a:moveTo>
                  <a:lnTo>
                    <a:pt x="22722" y="121920"/>
                  </a:lnTo>
                  <a:lnTo>
                    <a:pt x="22622" y="123190"/>
                  </a:lnTo>
                  <a:lnTo>
                    <a:pt x="23066" y="121920"/>
                  </a:lnTo>
                  <a:close/>
                </a:path>
                <a:path w="978535" h="1256029">
                  <a:moveTo>
                    <a:pt x="965863" y="114300"/>
                  </a:moveTo>
                  <a:lnTo>
                    <a:pt x="952441" y="114300"/>
                  </a:lnTo>
                  <a:lnTo>
                    <a:pt x="955558" y="123190"/>
                  </a:lnTo>
                  <a:lnTo>
                    <a:pt x="955447" y="121920"/>
                  </a:lnTo>
                  <a:lnTo>
                    <a:pt x="968669" y="121920"/>
                  </a:lnTo>
                  <a:lnTo>
                    <a:pt x="967251" y="118110"/>
                  </a:lnTo>
                  <a:lnTo>
                    <a:pt x="965863" y="114300"/>
                  </a:lnTo>
                  <a:close/>
                </a:path>
                <a:path w="978535" h="1256029">
                  <a:moveTo>
                    <a:pt x="26106" y="114300"/>
                  </a:moveTo>
                  <a:lnTo>
                    <a:pt x="25728" y="114300"/>
                  </a:lnTo>
                  <a:lnTo>
                    <a:pt x="25608" y="115570"/>
                  </a:lnTo>
                  <a:lnTo>
                    <a:pt x="26106" y="114300"/>
                  </a:lnTo>
                  <a:close/>
                </a:path>
                <a:path w="978535" h="1256029">
                  <a:moveTo>
                    <a:pt x="962854" y="106680"/>
                  </a:moveTo>
                  <a:lnTo>
                    <a:pt x="949083" y="106680"/>
                  </a:lnTo>
                  <a:lnTo>
                    <a:pt x="952562" y="115570"/>
                  </a:lnTo>
                  <a:lnTo>
                    <a:pt x="952441" y="114300"/>
                  </a:lnTo>
                  <a:lnTo>
                    <a:pt x="965863" y="114300"/>
                  </a:lnTo>
                  <a:lnTo>
                    <a:pt x="964013" y="109220"/>
                  </a:lnTo>
                  <a:lnTo>
                    <a:pt x="962854" y="106680"/>
                  </a:lnTo>
                  <a:close/>
                </a:path>
                <a:path w="978535" h="1256029">
                  <a:moveTo>
                    <a:pt x="29596" y="106680"/>
                  </a:moveTo>
                  <a:lnTo>
                    <a:pt x="29096" y="106680"/>
                  </a:lnTo>
                  <a:lnTo>
                    <a:pt x="28956" y="107950"/>
                  </a:lnTo>
                  <a:lnTo>
                    <a:pt x="29596" y="106680"/>
                  </a:lnTo>
                  <a:close/>
                </a:path>
                <a:path w="978535" h="1256029">
                  <a:moveTo>
                    <a:pt x="943800" y="97197"/>
                  </a:moveTo>
                  <a:lnTo>
                    <a:pt x="949214" y="107950"/>
                  </a:lnTo>
                  <a:lnTo>
                    <a:pt x="949083" y="106680"/>
                  </a:lnTo>
                  <a:lnTo>
                    <a:pt x="962854" y="106680"/>
                  </a:lnTo>
                  <a:lnTo>
                    <a:pt x="960535" y="101600"/>
                  </a:lnTo>
                  <a:lnTo>
                    <a:pt x="959873" y="100330"/>
                  </a:lnTo>
                  <a:lnTo>
                    <a:pt x="945523" y="100330"/>
                  </a:lnTo>
                  <a:lnTo>
                    <a:pt x="943800" y="97197"/>
                  </a:lnTo>
                  <a:close/>
                </a:path>
                <a:path w="978535" h="1256029">
                  <a:moveTo>
                    <a:pt x="34375" y="97197"/>
                  </a:moveTo>
                  <a:lnTo>
                    <a:pt x="32655" y="100330"/>
                  </a:lnTo>
                  <a:lnTo>
                    <a:pt x="32796" y="100330"/>
                  </a:lnTo>
                  <a:lnTo>
                    <a:pt x="34375" y="97197"/>
                  </a:lnTo>
                  <a:close/>
                </a:path>
                <a:path w="978535" h="1256029">
                  <a:moveTo>
                    <a:pt x="935449" y="84146"/>
                  </a:moveTo>
                  <a:lnTo>
                    <a:pt x="941438" y="92633"/>
                  </a:lnTo>
                  <a:lnTo>
                    <a:pt x="941383" y="92778"/>
                  </a:lnTo>
                  <a:lnTo>
                    <a:pt x="945523" y="100330"/>
                  </a:lnTo>
                  <a:lnTo>
                    <a:pt x="959873" y="100330"/>
                  </a:lnTo>
                  <a:lnTo>
                    <a:pt x="956564" y="93980"/>
                  </a:lnTo>
                  <a:lnTo>
                    <a:pt x="952276" y="86441"/>
                  </a:lnTo>
                  <a:lnTo>
                    <a:pt x="937201" y="86441"/>
                  </a:lnTo>
                  <a:lnTo>
                    <a:pt x="935449" y="84146"/>
                  </a:lnTo>
                  <a:close/>
                </a:path>
                <a:path w="978535" h="1256029">
                  <a:moveTo>
                    <a:pt x="37324" y="91826"/>
                  </a:moveTo>
                  <a:lnTo>
                    <a:pt x="36731" y="92633"/>
                  </a:lnTo>
                  <a:lnTo>
                    <a:pt x="36801" y="92778"/>
                  </a:lnTo>
                  <a:lnTo>
                    <a:pt x="37324" y="91826"/>
                  </a:lnTo>
                  <a:close/>
                </a:path>
                <a:path w="978535" h="1256029">
                  <a:moveTo>
                    <a:pt x="940863" y="91826"/>
                  </a:moveTo>
                  <a:lnTo>
                    <a:pt x="941304" y="92633"/>
                  </a:lnTo>
                  <a:lnTo>
                    <a:pt x="941383" y="92778"/>
                  </a:lnTo>
                  <a:lnTo>
                    <a:pt x="941438" y="92633"/>
                  </a:lnTo>
                  <a:lnTo>
                    <a:pt x="940863" y="91826"/>
                  </a:lnTo>
                  <a:close/>
                </a:path>
                <a:path w="978535" h="1256029">
                  <a:moveTo>
                    <a:pt x="42775" y="84146"/>
                  </a:moveTo>
                  <a:lnTo>
                    <a:pt x="40969" y="86441"/>
                  </a:lnTo>
                  <a:lnTo>
                    <a:pt x="41132" y="86441"/>
                  </a:lnTo>
                  <a:lnTo>
                    <a:pt x="42775" y="84146"/>
                  </a:lnTo>
                  <a:close/>
                </a:path>
                <a:path w="978535" h="1256029">
                  <a:moveTo>
                    <a:pt x="932906" y="60960"/>
                  </a:moveTo>
                  <a:lnTo>
                    <a:pt x="916487" y="60960"/>
                  </a:lnTo>
                  <a:lnTo>
                    <a:pt x="922148" y="67210"/>
                  </a:lnTo>
                  <a:lnTo>
                    <a:pt x="922160" y="67409"/>
                  </a:lnTo>
                  <a:lnTo>
                    <a:pt x="924150" y="69762"/>
                  </a:lnTo>
                  <a:lnTo>
                    <a:pt x="927588" y="73753"/>
                  </a:lnTo>
                  <a:lnTo>
                    <a:pt x="927427" y="73753"/>
                  </a:lnTo>
                  <a:lnTo>
                    <a:pt x="929564" y="76435"/>
                  </a:lnTo>
                  <a:lnTo>
                    <a:pt x="932544" y="80096"/>
                  </a:lnTo>
                  <a:lnTo>
                    <a:pt x="932394" y="80096"/>
                  </a:lnTo>
                  <a:lnTo>
                    <a:pt x="934553" y="82971"/>
                  </a:lnTo>
                  <a:lnTo>
                    <a:pt x="937201" y="86441"/>
                  </a:lnTo>
                  <a:lnTo>
                    <a:pt x="952290" y="86441"/>
                  </a:lnTo>
                  <a:lnTo>
                    <a:pt x="947618" y="80096"/>
                  </a:lnTo>
                  <a:lnTo>
                    <a:pt x="932544" y="80096"/>
                  </a:lnTo>
                  <a:lnTo>
                    <a:pt x="931441" y="78740"/>
                  </a:lnTo>
                  <a:lnTo>
                    <a:pt x="946718" y="78740"/>
                  </a:lnTo>
                  <a:lnTo>
                    <a:pt x="943435" y="73753"/>
                  </a:lnTo>
                  <a:lnTo>
                    <a:pt x="927588" y="73753"/>
                  </a:lnTo>
                  <a:lnTo>
                    <a:pt x="926413" y="72390"/>
                  </a:lnTo>
                  <a:lnTo>
                    <a:pt x="942538" y="72390"/>
                  </a:lnTo>
                  <a:lnTo>
                    <a:pt x="937008" y="64770"/>
                  </a:lnTo>
                  <a:lnTo>
                    <a:pt x="932906" y="60960"/>
                  </a:lnTo>
                  <a:close/>
                </a:path>
                <a:path w="978535" h="1256029">
                  <a:moveTo>
                    <a:pt x="46846" y="78740"/>
                  </a:moveTo>
                  <a:lnTo>
                    <a:pt x="45625" y="80096"/>
                  </a:lnTo>
                  <a:lnTo>
                    <a:pt x="45811" y="80096"/>
                  </a:lnTo>
                  <a:lnTo>
                    <a:pt x="46846" y="78740"/>
                  </a:lnTo>
                  <a:close/>
                </a:path>
                <a:path w="978535" h="1256029">
                  <a:moveTo>
                    <a:pt x="52869" y="71197"/>
                  </a:moveTo>
                  <a:lnTo>
                    <a:pt x="51764" y="72390"/>
                  </a:lnTo>
                  <a:lnTo>
                    <a:pt x="50592" y="73753"/>
                  </a:lnTo>
                  <a:lnTo>
                    <a:pt x="50788" y="73753"/>
                  </a:lnTo>
                  <a:lnTo>
                    <a:pt x="52869" y="71197"/>
                  </a:lnTo>
                  <a:close/>
                </a:path>
                <a:path w="978535" h="1256029">
                  <a:moveTo>
                    <a:pt x="58316" y="64770"/>
                  </a:moveTo>
                  <a:lnTo>
                    <a:pt x="56022" y="67210"/>
                  </a:lnTo>
                  <a:lnTo>
                    <a:pt x="56047" y="67409"/>
                  </a:lnTo>
                  <a:lnTo>
                    <a:pt x="58316" y="64770"/>
                  </a:lnTo>
                  <a:close/>
                </a:path>
                <a:path w="978535" h="1256029">
                  <a:moveTo>
                    <a:pt x="919938" y="64770"/>
                  </a:moveTo>
                  <a:lnTo>
                    <a:pt x="922160" y="67409"/>
                  </a:lnTo>
                  <a:lnTo>
                    <a:pt x="922148" y="67210"/>
                  </a:lnTo>
                  <a:lnTo>
                    <a:pt x="919938" y="64770"/>
                  </a:lnTo>
                  <a:close/>
                </a:path>
                <a:path w="978535" h="1256029">
                  <a:moveTo>
                    <a:pt x="62680" y="60960"/>
                  </a:moveTo>
                  <a:lnTo>
                    <a:pt x="61682" y="60960"/>
                  </a:lnTo>
                  <a:lnTo>
                    <a:pt x="61471" y="62230"/>
                  </a:lnTo>
                  <a:lnTo>
                    <a:pt x="62680" y="60960"/>
                  </a:lnTo>
                  <a:close/>
                </a:path>
                <a:path w="978535" h="1256029">
                  <a:moveTo>
                    <a:pt x="901773" y="48454"/>
                  </a:moveTo>
                  <a:lnTo>
                    <a:pt x="910753" y="55772"/>
                  </a:lnTo>
                  <a:lnTo>
                    <a:pt x="910771" y="55990"/>
                  </a:lnTo>
                  <a:lnTo>
                    <a:pt x="916698" y="62230"/>
                  </a:lnTo>
                  <a:lnTo>
                    <a:pt x="916487" y="60960"/>
                  </a:lnTo>
                  <a:lnTo>
                    <a:pt x="932906" y="60960"/>
                  </a:lnTo>
                  <a:lnTo>
                    <a:pt x="931538" y="59690"/>
                  </a:lnTo>
                  <a:lnTo>
                    <a:pt x="925586" y="53340"/>
                  </a:lnTo>
                  <a:lnTo>
                    <a:pt x="923084" y="50800"/>
                  </a:lnTo>
                  <a:lnTo>
                    <a:pt x="904805" y="50800"/>
                  </a:lnTo>
                  <a:lnTo>
                    <a:pt x="901773" y="48454"/>
                  </a:lnTo>
                  <a:close/>
                </a:path>
                <a:path w="978535" h="1256029">
                  <a:moveTo>
                    <a:pt x="68232" y="55125"/>
                  </a:moveTo>
                  <a:lnTo>
                    <a:pt x="67426" y="55772"/>
                  </a:lnTo>
                  <a:lnTo>
                    <a:pt x="67408" y="55990"/>
                  </a:lnTo>
                  <a:lnTo>
                    <a:pt x="68232" y="55125"/>
                  </a:lnTo>
                  <a:close/>
                </a:path>
                <a:path w="978535" h="1256029">
                  <a:moveTo>
                    <a:pt x="909949" y="55125"/>
                  </a:moveTo>
                  <a:lnTo>
                    <a:pt x="910771" y="55990"/>
                  </a:lnTo>
                  <a:lnTo>
                    <a:pt x="910753" y="55772"/>
                  </a:lnTo>
                  <a:lnTo>
                    <a:pt x="909949" y="55125"/>
                  </a:lnTo>
                  <a:close/>
                </a:path>
                <a:path w="978535" h="1256029">
                  <a:moveTo>
                    <a:pt x="891005" y="40147"/>
                  </a:moveTo>
                  <a:lnTo>
                    <a:pt x="898480" y="45720"/>
                  </a:lnTo>
                  <a:lnTo>
                    <a:pt x="898239" y="45720"/>
                  </a:lnTo>
                  <a:lnTo>
                    <a:pt x="904805" y="50800"/>
                  </a:lnTo>
                  <a:lnTo>
                    <a:pt x="923084" y="50800"/>
                  </a:lnTo>
                  <a:lnTo>
                    <a:pt x="919332" y="46990"/>
                  </a:lnTo>
                  <a:lnTo>
                    <a:pt x="912931" y="40760"/>
                  </a:lnTo>
                  <a:lnTo>
                    <a:pt x="892138" y="40760"/>
                  </a:lnTo>
                  <a:lnTo>
                    <a:pt x="891005" y="40147"/>
                  </a:lnTo>
                  <a:close/>
                </a:path>
                <a:path w="978535" h="1256029">
                  <a:moveTo>
                    <a:pt x="87166" y="40147"/>
                  </a:moveTo>
                  <a:lnTo>
                    <a:pt x="86031" y="40760"/>
                  </a:lnTo>
                  <a:lnTo>
                    <a:pt x="86344" y="40760"/>
                  </a:lnTo>
                  <a:lnTo>
                    <a:pt x="87166" y="40147"/>
                  </a:lnTo>
                  <a:close/>
                </a:path>
                <a:path w="978535" h="1256029">
                  <a:moveTo>
                    <a:pt x="890880" y="25141"/>
                  </a:moveTo>
                  <a:lnTo>
                    <a:pt x="863035" y="25141"/>
                  </a:lnTo>
                  <a:lnTo>
                    <a:pt x="863417" y="25512"/>
                  </a:lnTo>
                  <a:lnTo>
                    <a:pt x="870892" y="29210"/>
                  </a:lnTo>
                  <a:lnTo>
                    <a:pt x="870620" y="29210"/>
                  </a:lnTo>
                  <a:lnTo>
                    <a:pt x="878111" y="33020"/>
                  </a:lnTo>
                  <a:lnTo>
                    <a:pt x="877839" y="33020"/>
                  </a:lnTo>
                  <a:lnTo>
                    <a:pt x="885118" y="36830"/>
                  </a:lnTo>
                  <a:lnTo>
                    <a:pt x="884960" y="36830"/>
                  </a:lnTo>
                  <a:lnTo>
                    <a:pt x="892138" y="40760"/>
                  </a:lnTo>
                  <a:lnTo>
                    <a:pt x="912968" y="40760"/>
                  </a:lnTo>
                  <a:lnTo>
                    <a:pt x="907702" y="36830"/>
                  </a:lnTo>
                  <a:lnTo>
                    <a:pt x="885118" y="36830"/>
                  </a:lnTo>
                  <a:lnTo>
                    <a:pt x="882692" y="35560"/>
                  </a:lnTo>
                  <a:lnTo>
                    <a:pt x="906001" y="35560"/>
                  </a:lnTo>
                  <a:lnTo>
                    <a:pt x="898952" y="30480"/>
                  </a:lnTo>
                  <a:lnTo>
                    <a:pt x="891559" y="25512"/>
                  </a:lnTo>
                  <a:lnTo>
                    <a:pt x="890880" y="25141"/>
                  </a:lnTo>
                  <a:close/>
                </a:path>
                <a:path w="978535" h="1256029">
                  <a:moveTo>
                    <a:pt x="115502" y="25141"/>
                  </a:moveTo>
                  <a:lnTo>
                    <a:pt x="115134" y="25141"/>
                  </a:lnTo>
                  <a:lnTo>
                    <a:pt x="114752" y="25512"/>
                  </a:lnTo>
                  <a:lnTo>
                    <a:pt x="115502" y="25141"/>
                  </a:lnTo>
                  <a:close/>
                </a:path>
                <a:path w="978535" h="1256029">
                  <a:moveTo>
                    <a:pt x="863994" y="12700"/>
                  </a:moveTo>
                  <a:lnTo>
                    <a:pt x="810939" y="12700"/>
                  </a:lnTo>
                  <a:lnTo>
                    <a:pt x="815332" y="13970"/>
                  </a:lnTo>
                  <a:lnTo>
                    <a:pt x="823487" y="13970"/>
                  </a:lnTo>
                  <a:lnTo>
                    <a:pt x="832404" y="16617"/>
                  </a:lnTo>
                  <a:lnTo>
                    <a:pt x="840717" y="17865"/>
                  </a:lnTo>
                  <a:lnTo>
                    <a:pt x="840120" y="17865"/>
                  </a:lnTo>
                  <a:lnTo>
                    <a:pt x="848089" y="20320"/>
                  </a:lnTo>
                  <a:lnTo>
                    <a:pt x="847797" y="20320"/>
                  </a:lnTo>
                  <a:lnTo>
                    <a:pt x="855870" y="22860"/>
                  </a:lnTo>
                  <a:lnTo>
                    <a:pt x="855579" y="22860"/>
                  </a:lnTo>
                  <a:lnTo>
                    <a:pt x="862668" y="25141"/>
                  </a:lnTo>
                  <a:lnTo>
                    <a:pt x="863417" y="25512"/>
                  </a:lnTo>
                  <a:lnTo>
                    <a:pt x="863035" y="25141"/>
                  </a:lnTo>
                  <a:lnTo>
                    <a:pt x="890880" y="25141"/>
                  </a:lnTo>
                  <a:lnTo>
                    <a:pt x="883841" y="21590"/>
                  </a:lnTo>
                  <a:lnTo>
                    <a:pt x="876243" y="17865"/>
                  </a:lnTo>
                  <a:lnTo>
                    <a:pt x="868086" y="13970"/>
                  </a:lnTo>
                  <a:lnTo>
                    <a:pt x="863994" y="12700"/>
                  </a:lnTo>
                  <a:close/>
                </a:path>
                <a:path w="978535" h="1256029">
                  <a:moveTo>
                    <a:pt x="146408" y="16427"/>
                  </a:moveTo>
                  <a:lnTo>
                    <a:pt x="145765" y="16617"/>
                  </a:lnTo>
                  <a:lnTo>
                    <a:pt x="146003" y="16617"/>
                  </a:lnTo>
                  <a:lnTo>
                    <a:pt x="146408" y="16427"/>
                  </a:lnTo>
                  <a:close/>
                </a:path>
                <a:path w="978535" h="1256029">
                  <a:moveTo>
                    <a:pt x="831765" y="16427"/>
                  </a:moveTo>
                  <a:lnTo>
                    <a:pt x="832169" y="16617"/>
                  </a:lnTo>
                  <a:lnTo>
                    <a:pt x="832404" y="16617"/>
                  </a:lnTo>
                  <a:lnTo>
                    <a:pt x="831765" y="16427"/>
                  </a:lnTo>
                  <a:close/>
                </a:path>
                <a:path w="978535" h="1256029">
                  <a:moveTo>
                    <a:pt x="811894" y="0"/>
                  </a:moveTo>
                  <a:lnTo>
                    <a:pt x="166124" y="0"/>
                  </a:lnTo>
                  <a:lnTo>
                    <a:pt x="161570" y="1270"/>
                  </a:lnTo>
                  <a:lnTo>
                    <a:pt x="816448" y="1270"/>
                  </a:lnTo>
                  <a:lnTo>
                    <a:pt x="811894" y="0"/>
                  </a:lnTo>
                  <a:close/>
                </a:path>
              </a:pathLst>
            </a:custGeom>
            <a:solidFill>
              <a:srgbClr val="FD791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2789481" y="4890500"/>
            <a:ext cx="626745" cy="966469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840"/>
              </a:lnSpc>
            </a:pPr>
            <a:r>
              <a:rPr dirty="0" sz="750">
                <a:solidFill>
                  <a:srgbClr val="5C6F77"/>
                </a:solidFill>
                <a:latin typeface="Segoe UI Symbol"/>
                <a:cs typeface="Segoe UI Symbol"/>
              </a:rPr>
              <a:t>Auth,</a:t>
            </a:r>
            <a:r>
              <a:rPr dirty="0" sz="750" spc="-15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750">
                <a:solidFill>
                  <a:srgbClr val="5C6F77"/>
                </a:solidFill>
                <a:latin typeface="Segoe UI Symbol"/>
                <a:cs typeface="Segoe UI Symbol"/>
              </a:rPr>
              <a:t>API</a:t>
            </a:r>
            <a:r>
              <a:rPr dirty="0" sz="750" spc="-20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750" spc="-10">
                <a:solidFill>
                  <a:srgbClr val="5C6F77"/>
                </a:solidFill>
                <a:latin typeface="Segoe UI Symbol"/>
                <a:cs typeface="Segoe UI Symbol"/>
              </a:rPr>
              <a:t>and</a:t>
            </a:r>
            <a:r>
              <a:rPr dirty="0" sz="750" spc="-20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750" spc="-10">
                <a:solidFill>
                  <a:srgbClr val="5C6F77"/>
                </a:solidFill>
                <a:latin typeface="Segoe UI Symbol"/>
                <a:cs typeface="Segoe UI Symbol"/>
              </a:rPr>
              <a:t>access-</a:t>
            </a:r>
            <a:endParaRPr sz="750">
              <a:latin typeface="Segoe UI Symbol"/>
              <a:cs typeface="Segoe UI Symbol"/>
            </a:endParaRPr>
          </a:p>
          <a:p>
            <a:pPr marL="12700" marR="5080">
              <a:lnSpc>
                <a:spcPct val="105600"/>
              </a:lnSpc>
            </a:pPr>
            <a:r>
              <a:rPr dirty="0" sz="750">
                <a:solidFill>
                  <a:srgbClr val="5C6F77"/>
                </a:solidFill>
                <a:latin typeface="Segoe UI Symbol"/>
                <a:cs typeface="Segoe UI Symbol"/>
              </a:rPr>
              <a:t>control</a:t>
            </a:r>
            <a:r>
              <a:rPr dirty="0" sz="750" spc="-10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750">
                <a:solidFill>
                  <a:srgbClr val="5C6F77"/>
                </a:solidFill>
                <a:latin typeface="Segoe UI Symbol"/>
                <a:cs typeface="Segoe UI Symbol"/>
              </a:rPr>
              <a:t>flaws </a:t>
            </a:r>
            <a:r>
              <a:rPr dirty="0" sz="750" spc="-10">
                <a:solidFill>
                  <a:srgbClr val="5C6F77"/>
                </a:solidFill>
                <a:latin typeface="Segoe UI Symbol"/>
                <a:cs typeface="Segoe UI Symbol"/>
              </a:rPr>
              <a:t>closed</a:t>
            </a:r>
            <a:r>
              <a:rPr dirty="0" sz="750" spc="500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750">
                <a:solidFill>
                  <a:srgbClr val="5C6F77"/>
                </a:solidFill>
                <a:latin typeface="Segoe UI Symbol"/>
                <a:cs typeface="Segoe UI Symbol"/>
              </a:rPr>
              <a:t>before attackers </a:t>
            </a:r>
            <a:r>
              <a:rPr dirty="0" sz="750" spc="-20">
                <a:solidFill>
                  <a:srgbClr val="5C6F77"/>
                </a:solidFill>
                <a:latin typeface="Segoe UI Symbol"/>
                <a:cs typeface="Segoe UI Symbol"/>
              </a:rPr>
              <a:t>reach</a:t>
            </a:r>
            <a:r>
              <a:rPr dirty="0" sz="750" spc="500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750" spc="-20">
                <a:solidFill>
                  <a:srgbClr val="5C6F77"/>
                </a:solidFill>
                <a:latin typeface="Segoe UI Symbol"/>
                <a:cs typeface="Segoe UI Symbol"/>
              </a:rPr>
              <a:t>them</a:t>
            </a:r>
            <a:endParaRPr sz="75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700" spc="-50">
                <a:solidFill>
                  <a:srgbClr val="5C6F77"/>
                </a:solidFill>
                <a:latin typeface="Segoe UI Symbol"/>
                <a:cs typeface="Segoe UI Symbol"/>
              </a:rPr>
              <a:t>.</a:t>
            </a:r>
            <a:endParaRPr sz="700">
              <a:latin typeface="Segoe UI Symbol"/>
              <a:cs typeface="Segoe UI Symbo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632263" y="4823078"/>
            <a:ext cx="195580" cy="694055"/>
          </a:xfrm>
          <a:custGeom>
            <a:avLst/>
            <a:gdLst/>
            <a:ahLst/>
            <a:cxnLst/>
            <a:rect l="l" t="t" r="r" b="b"/>
            <a:pathLst>
              <a:path w="195579" h="694054">
                <a:moveTo>
                  <a:pt x="97726" y="0"/>
                </a:moveTo>
                <a:lnTo>
                  <a:pt x="59491" y="7537"/>
                </a:lnTo>
                <a:lnTo>
                  <a:pt x="28334" y="28462"/>
                </a:lnTo>
                <a:lnTo>
                  <a:pt x="7441" y="59587"/>
                </a:lnTo>
                <a:lnTo>
                  <a:pt x="0" y="97726"/>
                </a:lnTo>
                <a:lnTo>
                  <a:pt x="0" y="594804"/>
                </a:lnTo>
                <a:lnTo>
                  <a:pt x="7439" y="633302"/>
                </a:lnTo>
                <a:lnTo>
                  <a:pt x="28318" y="664641"/>
                </a:lnTo>
                <a:lnTo>
                  <a:pt x="59440" y="685719"/>
                </a:lnTo>
                <a:lnTo>
                  <a:pt x="97605" y="693435"/>
                </a:lnTo>
                <a:lnTo>
                  <a:pt x="135775" y="685719"/>
                </a:lnTo>
                <a:lnTo>
                  <a:pt x="166922" y="664641"/>
                </a:lnTo>
                <a:lnTo>
                  <a:pt x="187874" y="633302"/>
                </a:lnTo>
                <a:lnTo>
                  <a:pt x="195452" y="594804"/>
                </a:lnTo>
                <a:lnTo>
                  <a:pt x="195452" y="97726"/>
                </a:lnTo>
                <a:lnTo>
                  <a:pt x="187875" y="59587"/>
                </a:lnTo>
                <a:lnTo>
                  <a:pt x="166938" y="28462"/>
                </a:lnTo>
                <a:lnTo>
                  <a:pt x="135825" y="7537"/>
                </a:lnTo>
                <a:lnTo>
                  <a:pt x="97726" y="0"/>
                </a:lnTo>
                <a:close/>
              </a:path>
            </a:pathLst>
          </a:custGeom>
          <a:solidFill>
            <a:srgbClr val="FD79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3441242" y="4890500"/>
            <a:ext cx="351155" cy="56134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35560">
              <a:lnSpc>
                <a:spcPts val="1000"/>
              </a:lnSpc>
            </a:pPr>
            <a:r>
              <a:rPr dirty="0" sz="950" spc="-20">
                <a:solidFill>
                  <a:srgbClr val="FFFFFF"/>
                </a:solidFill>
                <a:latin typeface="Segoe UI Symbol"/>
                <a:cs typeface="Segoe UI Symbol"/>
              </a:rPr>
              <a:t>RISK</a:t>
            </a:r>
            <a:endParaRPr sz="95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950">
                <a:solidFill>
                  <a:srgbClr val="222222"/>
                </a:solidFill>
                <a:latin typeface="Segoe UI Symbol"/>
                <a:cs typeface="Segoe UI Symbol"/>
              </a:rPr>
              <a:t>Lower</a:t>
            </a:r>
            <a:r>
              <a:rPr dirty="0" sz="950" spc="-60">
                <a:solidFill>
                  <a:srgbClr val="222222"/>
                </a:solidFill>
                <a:latin typeface="Segoe UI Symbol"/>
                <a:cs typeface="Segoe UI Symbol"/>
              </a:rPr>
              <a:t> </a:t>
            </a:r>
            <a:r>
              <a:rPr dirty="0" sz="950" spc="-20">
                <a:solidFill>
                  <a:srgbClr val="222222"/>
                </a:solidFill>
                <a:latin typeface="Segoe UI Symbol"/>
                <a:cs typeface="Segoe UI Symbol"/>
              </a:rPr>
              <a:t>risk</a:t>
            </a:r>
            <a:endParaRPr sz="950">
              <a:latin typeface="Segoe UI Symbol"/>
              <a:cs typeface="Segoe UI Symbo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724887" y="4521453"/>
            <a:ext cx="835025" cy="1476375"/>
            <a:chOff x="1724887" y="4521453"/>
            <a:chExt cx="835025" cy="1476375"/>
          </a:xfrm>
        </p:grpSpPr>
        <p:sp>
          <p:nvSpPr>
            <p:cNvPr id="30" name="object 30"/>
            <p:cNvSpPr/>
            <p:nvPr/>
          </p:nvSpPr>
          <p:spPr>
            <a:xfrm>
              <a:off x="1730819" y="4521453"/>
              <a:ext cx="822960" cy="1470025"/>
            </a:xfrm>
            <a:custGeom>
              <a:avLst/>
              <a:gdLst/>
              <a:ahLst/>
              <a:cxnLst/>
              <a:rect l="l" t="t" r="r" b="b"/>
              <a:pathLst>
                <a:path w="822960" h="1470025">
                  <a:moveTo>
                    <a:pt x="674433" y="0"/>
                  </a:moveTo>
                  <a:lnTo>
                    <a:pt x="148399" y="0"/>
                  </a:lnTo>
                  <a:lnTo>
                    <a:pt x="101588" y="7272"/>
                  </a:lnTo>
                  <a:lnTo>
                    <a:pt x="60926" y="28104"/>
                  </a:lnTo>
                  <a:lnTo>
                    <a:pt x="28829" y="60018"/>
                  </a:lnTo>
                  <a:lnTo>
                    <a:pt x="7715" y="100539"/>
                  </a:lnTo>
                  <a:lnTo>
                    <a:pt x="0" y="147193"/>
                  </a:lnTo>
                  <a:lnTo>
                    <a:pt x="0" y="1322324"/>
                  </a:lnTo>
                  <a:lnTo>
                    <a:pt x="7715" y="1368861"/>
                  </a:lnTo>
                  <a:lnTo>
                    <a:pt x="28829" y="1409324"/>
                  </a:lnTo>
                  <a:lnTo>
                    <a:pt x="60926" y="1441238"/>
                  </a:lnTo>
                  <a:lnTo>
                    <a:pt x="101588" y="1462128"/>
                  </a:lnTo>
                  <a:lnTo>
                    <a:pt x="148399" y="1469517"/>
                  </a:lnTo>
                  <a:lnTo>
                    <a:pt x="674433" y="1469517"/>
                  </a:lnTo>
                  <a:lnTo>
                    <a:pt x="721249" y="1462128"/>
                  </a:lnTo>
                  <a:lnTo>
                    <a:pt x="761914" y="1441238"/>
                  </a:lnTo>
                  <a:lnTo>
                    <a:pt x="794010" y="1409324"/>
                  </a:lnTo>
                  <a:lnTo>
                    <a:pt x="815122" y="1368861"/>
                  </a:lnTo>
                  <a:lnTo>
                    <a:pt x="822832" y="1322324"/>
                  </a:lnTo>
                  <a:lnTo>
                    <a:pt x="822832" y="147193"/>
                  </a:lnTo>
                  <a:lnTo>
                    <a:pt x="815122" y="100539"/>
                  </a:lnTo>
                  <a:lnTo>
                    <a:pt x="794010" y="60018"/>
                  </a:lnTo>
                  <a:lnTo>
                    <a:pt x="761914" y="28104"/>
                  </a:lnTo>
                  <a:lnTo>
                    <a:pt x="721249" y="7272"/>
                  </a:lnTo>
                  <a:lnTo>
                    <a:pt x="674433" y="0"/>
                  </a:lnTo>
                  <a:close/>
                </a:path>
              </a:pathLst>
            </a:custGeom>
            <a:solidFill>
              <a:srgbClr val="E6FC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724887" y="4524365"/>
              <a:ext cx="835025" cy="1473200"/>
            </a:xfrm>
            <a:custGeom>
              <a:avLst/>
              <a:gdLst/>
              <a:ahLst/>
              <a:cxnLst/>
              <a:rect l="l" t="t" r="r" b="b"/>
              <a:pathLst>
                <a:path w="835025" h="1473200">
                  <a:moveTo>
                    <a:pt x="146810" y="1460500"/>
                  </a:moveTo>
                  <a:lnTo>
                    <a:pt x="87240" y="1460500"/>
                  </a:lnTo>
                  <a:lnTo>
                    <a:pt x="94358" y="1473200"/>
                  </a:lnTo>
                  <a:lnTo>
                    <a:pt x="154421" y="1473200"/>
                  </a:lnTo>
                  <a:lnTo>
                    <a:pt x="146810" y="1460500"/>
                  </a:lnTo>
                  <a:close/>
                </a:path>
                <a:path w="835025" h="1473200">
                  <a:moveTo>
                    <a:pt x="747185" y="1460500"/>
                  </a:moveTo>
                  <a:lnTo>
                    <a:pt x="687896" y="1460500"/>
                  </a:lnTo>
                  <a:lnTo>
                    <a:pt x="680285" y="1473200"/>
                  </a:lnTo>
                  <a:lnTo>
                    <a:pt x="740629" y="1473200"/>
                  </a:lnTo>
                  <a:lnTo>
                    <a:pt x="747185" y="1460500"/>
                  </a:lnTo>
                  <a:close/>
                </a:path>
                <a:path w="835025" h="1473200">
                  <a:moveTo>
                    <a:pt x="92699" y="1447800"/>
                  </a:moveTo>
                  <a:lnTo>
                    <a:pt x="67885" y="1447800"/>
                  </a:lnTo>
                  <a:lnTo>
                    <a:pt x="74140" y="1460500"/>
                  </a:lnTo>
                  <a:lnTo>
                    <a:pt x="99254" y="1460500"/>
                  </a:lnTo>
                  <a:lnTo>
                    <a:pt x="92699" y="1447800"/>
                  </a:lnTo>
                  <a:close/>
                </a:path>
                <a:path w="835025" h="1473200">
                  <a:moveTo>
                    <a:pt x="766569" y="1447800"/>
                  </a:moveTo>
                  <a:lnTo>
                    <a:pt x="742007" y="1447800"/>
                  </a:lnTo>
                  <a:lnTo>
                    <a:pt x="735451" y="1460500"/>
                  </a:lnTo>
                  <a:lnTo>
                    <a:pt x="760567" y="1460500"/>
                  </a:lnTo>
                  <a:lnTo>
                    <a:pt x="766569" y="1447800"/>
                  </a:lnTo>
                  <a:close/>
                </a:path>
                <a:path w="835025" h="1473200">
                  <a:moveTo>
                    <a:pt x="69363" y="1435100"/>
                  </a:moveTo>
                  <a:lnTo>
                    <a:pt x="50431" y="1435100"/>
                  </a:lnTo>
                  <a:lnTo>
                    <a:pt x="56022" y="1447800"/>
                  </a:lnTo>
                  <a:lnTo>
                    <a:pt x="75164" y="1447800"/>
                  </a:lnTo>
                  <a:lnTo>
                    <a:pt x="69363" y="1435100"/>
                  </a:lnTo>
                  <a:close/>
                </a:path>
                <a:path w="835025" h="1473200">
                  <a:moveTo>
                    <a:pt x="784054" y="1435100"/>
                  </a:moveTo>
                  <a:lnTo>
                    <a:pt x="765343" y="1435100"/>
                  </a:lnTo>
                  <a:lnTo>
                    <a:pt x="759542" y="1447800"/>
                  </a:lnTo>
                  <a:lnTo>
                    <a:pt x="778454" y="1447800"/>
                  </a:lnTo>
                  <a:lnTo>
                    <a:pt x="784054" y="1435100"/>
                  </a:lnTo>
                  <a:close/>
                </a:path>
                <a:path w="835025" h="1473200">
                  <a:moveTo>
                    <a:pt x="53961" y="1422400"/>
                  </a:moveTo>
                  <a:lnTo>
                    <a:pt x="35129" y="1422400"/>
                  </a:lnTo>
                  <a:lnTo>
                    <a:pt x="39975" y="1435100"/>
                  </a:lnTo>
                  <a:lnTo>
                    <a:pt x="59098" y="1435100"/>
                  </a:lnTo>
                  <a:lnTo>
                    <a:pt x="53961" y="1422400"/>
                  </a:lnTo>
                  <a:close/>
                </a:path>
                <a:path w="835025" h="1473200">
                  <a:moveTo>
                    <a:pt x="799386" y="1422400"/>
                  </a:moveTo>
                  <a:lnTo>
                    <a:pt x="780746" y="1422400"/>
                  </a:lnTo>
                  <a:lnTo>
                    <a:pt x="775609" y="1435100"/>
                  </a:lnTo>
                  <a:lnTo>
                    <a:pt x="794531" y="1435100"/>
                  </a:lnTo>
                  <a:lnTo>
                    <a:pt x="799386" y="1422400"/>
                  </a:lnTo>
                  <a:close/>
                </a:path>
                <a:path w="835025" h="1473200">
                  <a:moveTo>
                    <a:pt x="44822" y="1409700"/>
                  </a:moveTo>
                  <a:lnTo>
                    <a:pt x="26261" y="1409700"/>
                  </a:lnTo>
                  <a:lnTo>
                    <a:pt x="30554" y="1422400"/>
                  </a:lnTo>
                  <a:lnTo>
                    <a:pt x="49476" y="1422400"/>
                  </a:lnTo>
                  <a:lnTo>
                    <a:pt x="44822" y="1409700"/>
                  </a:lnTo>
                  <a:close/>
                </a:path>
                <a:path w="835025" h="1473200">
                  <a:moveTo>
                    <a:pt x="808274" y="1409700"/>
                  </a:moveTo>
                  <a:lnTo>
                    <a:pt x="789885" y="1409700"/>
                  </a:lnTo>
                  <a:lnTo>
                    <a:pt x="785230" y="1422400"/>
                  </a:lnTo>
                  <a:lnTo>
                    <a:pt x="803970" y="1422400"/>
                  </a:lnTo>
                  <a:lnTo>
                    <a:pt x="808274" y="1409700"/>
                  </a:lnTo>
                  <a:close/>
                </a:path>
                <a:path w="835025" h="1473200">
                  <a:moveTo>
                    <a:pt x="32998" y="1397000"/>
                  </a:moveTo>
                  <a:lnTo>
                    <a:pt x="18549" y="1397000"/>
                  </a:lnTo>
                  <a:lnTo>
                    <a:pt x="22410" y="1409700"/>
                  </a:lnTo>
                  <a:lnTo>
                    <a:pt x="36849" y="1409700"/>
                  </a:lnTo>
                  <a:lnTo>
                    <a:pt x="32998" y="1397000"/>
                  </a:lnTo>
                  <a:close/>
                </a:path>
                <a:path w="835025" h="1473200">
                  <a:moveTo>
                    <a:pt x="816016" y="1397000"/>
                  </a:moveTo>
                  <a:lnTo>
                    <a:pt x="801709" y="1397000"/>
                  </a:lnTo>
                  <a:lnTo>
                    <a:pt x="797858" y="1409700"/>
                  </a:lnTo>
                  <a:lnTo>
                    <a:pt x="812295" y="1409700"/>
                  </a:lnTo>
                  <a:lnTo>
                    <a:pt x="816016" y="1397000"/>
                  </a:lnTo>
                  <a:close/>
                </a:path>
                <a:path w="835025" h="1473200">
                  <a:moveTo>
                    <a:pt x="26462" y="1384300"/>
                  </a:moveTo>
                  <a:lnTo>
                    <a:pt x="12185" y="1384300"/>
                  </a:lnTo>
                  <a:lnTo>
                    <a:pt x="15152" y="1397000"/>
                  </a:lnTo>
                  <a:lnTo>
                    <a:pt x="29730" y="1397000"/>
                  </a:lnTo>
                  <a:lnTo>
                    <a:pt x="26462" y="1384300"/>
                  </a:lnTo>
                  <a:close/>
                </a:path>
                <a:path w="835025" h="1473200">
                  <a:moveTo>
                    <a:pt x="822642" y="1384300"/>
                  </a:moveTo>
                  <a:lnTo>
                    <a:pt x="808244" y="1384300"/>
                  </a:lnTo>
                  <a:lnTo>
                    <a:pt x="804976" y="1397000"/>
                  </a:lnTo>
                  <a:lnTo>
                    <a:pt x="819424" y="1397000"/>
                  </a:lnTo>
                  <a:lnTo>
                    <a:pt x="822642" y="1384300"/>
                  </a:lnTo>
                  <a:close/>
                </a:path>
                <a:path w="835025" h="1473200">
                  <a:moveTo>
                    <a:pt x="16981" y="1358900"/>
                  </a:moveTo>
                  <a:lnTo>
                    <a:pt x="4897" y="1358900"/>
                  </a:lnTo>
                  <a:lnTo>
                    <a:pt x="6977" y="1371600"/>
                  </a:lnTo>
                  <a:lnTo>
                    <a:pt x="9410" y="1384300"/>
                  </a:lnTo>
                  <a:lnTo>
                    <a:pt x="23637" y="1384300"/>
                  </a:lnTo>
                  <a:lnTo>
                    <a:pt x="21103" y="1371600"/>
                  </a:lnTo>
                  <a:lnTo>
                    <a:pt x="18882" y="1371600"/>
                  </a:lnTo>
                  <a:lnTo>
                    <a:pt x="16981" y="1358900"/>
                  </a:lnTo>
                  <a:close/>
                </a:path>
                <a:path w="835025" h="1473200">
                  <a:moveTo>
                    <a:pt x="829891" y="1358900"/>
                  </a:moveTo>
                  <a:lnTo>
                    <a:pt x="817645" y="1358900"/>
                  </a:lnTo>
                  <a:lnTo>
                    <a:pt x="815724" y="1371600"/>
                  </a:lnTo>
                  <a:lnTo>
                    <a:pt x="813493" y="1371600"/>
                  </a:lnTo>
                  <a:lnTo>
                    <a:pt x="810949" y="1384300"/>
                  </a:lnTo>
                  <a:lnTo>
                    <a:pt x="825296" y="1384300"/>
                  </a:lnTo>
                  <a:lnTo>
                    <a:pt x="827820" y="1371600"/>
                  </a:lnTo>
                  <a:lnTo>
                    <a:pt x="829891" y="1358900"/>
                  </a:lnTo>
                  <a:close/>
                </a:path>
                <a:path w="835025" h="1473200">
                  <a:moveTo>
                    <a:pt x="13281" y="1333500"/>
                  </a:moveTo>
                  <a:lnTo>
                    <a:pt x="13312" y="1346200"/>
                  </a:lnTo>
                  <a:lnTo>
                    <a:pt x="1799" y="1346200"/>
                  </a:lnTo>
                  <a:lnTo>
                    <a:pt x="3096" y="1358900"/>
                  </a:lnTo>
                  <a:lnTo>
                    <a:pt x="15412" y="1358900"/>
                  </a:lnTo>
                  <a:lnTo>
                    <a:pt x="14166" y="1346200"/>
                  </a:lnTo>
                  <a:lnTo>
                    <a:pt x="13281" y="1333500"/>
                  </a:lnTo>
                  <a:close/>
                </a:path>
                <a:path w="835025" h="1473200">
                  <a:moveTo>
                    <a:pt x="821425" y="1333500"/>
                  </a:moveTo>
                  <a:lnTo>
                    <a:pt x="820491" y="1346200"/>
                  </a:lnTo>
                  <a:lnTo>
                    <a:pt x="819233" y="1358900"/>
                  </a:lnTo>
                  <a:lnTo>
                    <a:pt x="831609" y="1358900"/>
                  </a:lnTo>
                  <a:lnTo>
                    <a:pt x="832957" y="1346200"/>
                  </a:lnTo>
                  <a:lnTo>
                    <a:pt x="821395" y="1346200"/>
                  </a:lnTo>
                  <a:lnTo>
                    <a:pt x="821425" y="1333500"/>
                  </a:lnTo>
                  <a:close/>
                </a:path>
                <a:path w="835025" h="1473200">
                  <a:moveTo>
                    <a:pt x="12758" y="139700"/>
                  </a:moveTo>
                  <a:lnTo>
                    <a:pt x="191" y="139700"/>
                  </a:lnTo>
                  <a:lnTo>
                    <a:pt x="0" y="152400"/>
                  </a:lnTo>
                  <a:lnTo>
                    <a:pt x="0" y="1320800"/>
                  </a:lnTo>
                  <a:lnTo>
                    <a:pt x="210" y="1333500"/>
                  </a:lnTo>
                  <a:lnTo>
                    <a:pt x="774" y="1346200"/>
                  </a:lnTo>
                  <a:lnTo>
                    <a:pt x="13312" y="1346200"/>
                  </a:lnTo>
                  <a:lnTo>
                    <a:pt x="12739" y="1333500"/>
                  </a:lnTo>
                  <a:lnTo>
                    <a:pt x="12557" y="1320800"/>
                  </a:lnTo>
                  <a:lnTo>
                    <a:pt x="12567" y="152400"/>
                  </a:lnTo>
                  <a:lnTo>
                    <a:pt x="12758" y="139700"/>
                  </a:lnTo>
                  <a:close/>
                </a:path>
                <a:path w="835025" h="1473200">
                  <a:moveTo>
                    <a:pt x="834495" y="139700"/>
                  </a:moveTo>
                  <a:lnTo>
                    <a:pt x="821968" y="139700"/>
                  </a:lnTo>
                  <a:lnTo>
                    <a:pt x="822149" y="152400"/>
                  </a:lnTo>
                  <a:lnTo>
                    <a:pt x="822139" y="1320800"/>
                  </a:lnTo>
                  <a:lnTo>
                    <a:pt x="821947" y="1333500"/>
                  </a:lnTo>
                  <a:lnTo>
                    <a:pt x="821395" y="1346200"/>
                  </a:lnTo>
                  <a:lnTo>
                    <a:pt x="833932" y="1346200"/>
                  </a:lnTo>
                  <a:lnTo>
                    <a:pt x="834515" y="1333500"/>
                  </a:lnTo>
                  <a:lnTo>
                    <a:pt x="834707" y="1320800"/>
                  </a:lnTo>
                  <a:lnTo>
                    <a:pt x="834707" y="152400"/>
                  </a:lnTo>
                  <a:lnTo>
                    <a:pt x="834495" y="139700"/>
                  </a:lnTo>
                  <a:close/>
                </a:path>
                <a:path w="835025" h="1473200">
                  <a:moveTo>
                    <a:pt x="17062" y="114300"/>
                  </a:moveTo>
                  <a:lnTo>
                    <a:pt x="3096" y="114300"/>
                  </a:lnTo>
                  <a:lnTo>
                    <a:pt x="1750" y="127000"/>
                  </a:lnTo>
                  <a:lnTo>
                    <a:pt x="774" y="139700"/>
                  </a:lnTo>
                  <a:lnTo>
                    <a:pt x="13312" y="139700"/>
                  </a:lnTo>
                  <a:lnTo>
                    <a:pt x="14216" y="127000"/>
                  </a:lnTo>
                  <a:lnTo>
                    <a:pt x="15473" y="127000"/>
                  </a:lnTo>
                  <a:lnTo>
                    <a:pt x="17062" y="114300"/>
                  </a:lnTo>
                  <a:close/>
                </a:path>
                <a:path w="835025" h="1473200">
                  <a:moveTo>
                    <a:pt x="831609" y="114300"/>
                  </a:moveTo>
                  <a:lnTo>
                    <a:pt x="817725" y="114300"/>
                  </a:lnTo>
                  <a:lnTo>
                    <a:pt x="819293" y="127000"/>
                  </a:lnTo>
                  <a:lnTo>
                    <a:pt x="820540" y="127000"/>
                  </a:lnTo>
                  <a:lnTo>
                    <a:pt x="821425" y="139700"/>
                  </a:lnTo>
                  <a:lnTo>
                    <a:pt x="833932" y="139700"/>
                  </a:lnTo>
                  <a:lnTo>
                    <a:pt x="832907" y="127000"/>
                  </a:lnTo>
                  <a:lnTo>
                    <a:pt x="831609" y="114300"/>
                  </a:lnTo>
                  <a:close/>
                </a:path>
                <a:path w="835025" h="1473200">
                  <a:moveTo>
                    <a:pt x="21214" y="101600"/>
                  </a:moveTo>
                  <a:lnTo>
                    <a:pt x="6887" y="101600"/>
                  </a:lnTo>
                  <a:lnTo>
                    <a:pt x="4815" y="114300"/>
                  </a:lnTo>
                  <a:lnTo>
                    <a:pt x="18982" y="114300"/>
                  </a:lnTo>
                  <a:lnTo>
                    <a:pt x="21214" y="101600"/>
                  </a:lnTo>
                  <a:close/>
                </a:path>
                <a:path w="835025" h="1473200">
                  <a:moveTo>
                    <a:pt x="827730" y="101600"/>
                  </a:moveTo>
                  <a:lnTo>
                    <a:pt x="813603" y="101600"/>
                  </a:lnTo>
                  <a:lnTo>
                    <a:pt x="815825" y="114300"/>
                  </a:lnTo>
                  <a:lnTo>
                    <a:pt x="829810" y="114300"/>
                  </a:lnTo>
                  <a:lnTo>
                    <a:pt x="827730" y="101600"/>
                  </a:lnTo>
                  <a:close/>
                </a:path>
                <a:path w="835025" h="1473200">
                  <a:moveTo>
                    <a:pt x="26603" y="88900"/>
                  </a:moveTo>
                  <a:lnTo>
                    <a:pt x="12064" y="88900"/>
                  </a:lnTo>
                  <a:lnTo>
                    <a:pt x="9410" y="101600"/>
                  </a:lnTo>
                  <a:lnTo>
                    <a:pt x="23757" y="101600"/>
                  </a:lnTo>
                  <a:lnTo>
                    <a:pt x="26603" y="88900"/>
                  </a:lnTo>
                  <a:close/>
                </a:path>
                <a:path w="835025" h="1473200">
                  <a:moveTo>
                    <a:pt x="822521" y="88900"/>
                  </a:moveTo>
                  <a:lnTo>
                    <a:pt x="808103" y="88900"/>
                  </a:lnTo>
                  <a:lnTo>
                    <a:pt x="811070" y="101600"/>
                  </a:lnTo>
                  <a:lnTo>
                    <a:pt x="825296" y="101600"/>
                  </a:lnTo>
                  <a:lnTo>
                    <a:pt x="822521" y="88900"/>
                  </a:lnTo>
                  <a:close/>
                </a:path>
                <a:path w="835025" h="1473200">
                  <a:moveTo>
                    <a:pt x="33148" y="76200"/>
                  </a:moveTo>
                  <a:lnTo>
                    <a:pt x="18690" y="76200"/>
                  </a:lnTo>
                  <a:lnTo>
                    <a:pt x="15281" y="88900"/>
                  </a:lnTo>
                  <a:lnTo>
                    <a:pt x="29589" y="88900"/>
                  </a:lnTo>
                  <a:lnTo>
                    <a:pt x="33148" y="76200"/>
                  </a:lnTo>
                  <a:close/>
                </a:path>
                <a:path w="835025" h="1473200">
                  <a:moveTo>
                    <a:pt x="816156" y="76200"/>
                  </a:moveTo>
                  <a:lnTo>
                    <a:pt x="801557" y="76200"/>
                  </a:lnTo>
                  <a:lnTo>
                    <a:pt x="805117" y="88900"/>
                  </a:lnTo>
                  <a:lnTo>
                    <a:pt x="819555" y="88900"/>
                  </a:lnTo>
                  <a:lnTo>
                    <a:pt x="816156" y="76200"/>
                  </a:lnTo>
                  <a:close/>
                </a:path>
                <a:path w="835025" h="1473200">
                  <a:moveTo>
                    <a:pt x="40800" y="63500"/>
                  </a:moveTo>
                  <a:lnTo>
                    <a:pt x="26432" y="63500"/>
                  </a:lnTo>
                  <a:lnTo>
                    <a:pt x="22410" y="76200"/>
                  </a:lnTo>
                  <a:lnTo>
                    <a:pt x="36677" y="76200"/>
                  </a:lnTo>
                  <a:lnTo>
                    <a:pt x="40800" y="63500"/>
                  </a:lnTo>
                  <a:close/>
                </a:path>
                <a:path w="835025" h="1473200">
                  <a:moveTo>
                    <a:pt x="808445" y="63500"/>
                  </a:moveTo>
                  <a:lnTo>
                    <a:pt x="793907" y="63500"/>
                  </a:lnTo>
                  <a:lnTo>
                    <a:pt x="798029" y="76200"/>
                  </a:lnTo>
                  <a:lnTo>
                    <a:pt x="812295" y="76200"/>
                  </a:lnTo>
                  <a:lnTo>
                    <a:pt x="808445" y="63500"/>
                  </a:lnTo>
                  <a:close/>
                </a:path>
                <a:path w="835025" h="1473200">
                  <a:moveTo>
                    <a:pt x="49476" y="50800"/>
                  </a:moveTo>
                  <a:lnTo>
                    <a:pt x="35319" y="50800"/>
                  </a:lnTo>
                  <a:lnTo>
                    <a:pt x="30735" y="63500"/>
                  </a:lnTo>
                  <a:lnTo>
                    <a:pt x="44822" y="63500"/>
                  </a:lnTo>
                  <a:lnTo>
                    <a:pt x="49476" y="50800"/>
                  </a:lnTo>
                  <a:close/>
                </a:path>
                <a:path w="835025" h="1473200">
                  <a:moveTo>
                    <a:pt x="799578" y="50800"/>
                  </a:moveTo>
                  <a:lnTo>
                    <a:pt x="785230" y="50800"/>
                  </a:lnTo>
                  <a:lnTo>
                    <a:pt x="789885" y="63500"/>
                  </a:lnTo>
                  <a:lnTo>
                    <a:pt x="804152" y="63500"/>
                  </a:lnTo>
                  <a:lnTo>
                    <a:pt x="799578" y="50800"/>
                  </a:lnTo>
                  <a:close/>
                </a:path>
                <a:path w="835025" h="1473200">
                  <a:moveTo>
                    <a:pt x="64246" y="38100"/>
                  </a:moveTo>
                  <a:lnTo>
                    <a:pt x="45284" y="38100"/>
                  </a:lnTo>
                  <a:lnTo>
                    <a:pt x="40176" y="50800"/>
                  </a:lnTo>
                  <a:lnTo>
                    <a:pt x="58877" y="50800"/>
                  </a:lnTo>
                  <a:lnTo>
                    <a:pt x="64246" y="38100"/>
                  </a:lnTo>
                  <a:close/>
                </a:path>
                <a:path w="835025" h="1473200">
                  <a:moveTo>
                    <a:pt x="789633" y="38100"/>
                  </a:moveTo>
                  <a:lnTo>
                    <a:pt x="770460" y="38100"/>
                  </a:lnTo>
                  <a:lnTo>
                    <a:pt x="775830" y="50800"/>
                  </a:lnTo>
                  <a:lnTo>
                    <a:pt x="794731" y="50800"/>
                  </a:lnTo>
                  <a:lnTo>
                    <a:pt x="789633" y="38100"/>
                  </a:lnTo>
                  <a:close/>
                </a:path>
                <a:path w="835025" h="1473200">
                  <a:moveTo>
                    <a:pt x="80925" y="25400"/>
                  </a:moveTo>
                  <a:lnTo>
                    <a:pt x="56253" y="25400"/>
                  </a:lnTo>
                  <a:lnTo>
                    <a:pt x="50652" y="38100"/>
                  </a:lnTo>
                  <a:lnTo>
                    <a:pt x="74913" y="38100"/>
                  </a:lnTo>
                  <a:lnTo>
                    <a:pt x="80925" y="25400"/>
                  </a:lnTo>
                  <a:close/>
                </a:path>
                <a:path w="835025" h="1473200">
                  <a:moveTo>
                    <a:pt x="772863" y="25400"/>
                  </a:moveTo>
                  <a:lnTo>
                    <a:pt x="753780" y="25400"/>
                  </a:lnTo>
                  <a:lnTo>
                    <a:pt x="759794" y="38100"/>
                  </a:lnTo>
                  <a:lnTo>
                    <a:pt x="778685" y="38100"/>
                  </a:lnTo>
                  <a:lnTo>
                    <a:pt x="772863" y="25400"/>
                  </a:lnTo>
                  <a:close/>
                </a:path>
                <a:path w="835025" h="1473200">
                  <a:moveTo>
                    <a:pt x="105689" y="12700"/>
                  </a:moveTo>
                  <a:lnTo>
                    <a:pt x="74400" y="12700"/>
                  </a:lnTo>
                  <a:lnTo>
                    <a:pt x="68136" y="25400"/>
                  </a:lnTo>
                  <a:lnTo>
                    <a:pt x="98963" y="25400"/>
                  </a:lnTo>
                  <a:lnTo>
                    <a:pt x="105689" y="12700"/>
                  </a:lnTo>
                  <a:close/>
                </a:path>
                <a:path w="835025" h="1473200">
                  <a:moveTo>
                    <a:pt x="760567" y="12700"/>
                  </a:moveTo>
                  <a:lnTo>
                    <a:pt x="729018" y="12700"/>
                  </a:lnTo>
                  <a:lnTo>
                    <a:pt x="735733" y="25400"/>
                  </a:lnTo>
                  <a:lnTo>
                    <a:pt x="766820" y="25400"/>
                  </a:lnTo>
                  <a:lnTo>
                    <a:pt x="760567" y="12700"/>
                  </a:lnTo>
                  <a:close/>
                </a:path>
                <a:path w="835025" h="1473200">
                  <a:moveTo>
                    <a:pt x="733341" y="0"/>
                  </a:moveTo>
                  <a:lnTo>
                    <a:pt x="101074" y="0"/>
                  </a:lnTo>
                  <a:lnTo>
                    <a:pt x="94076" y="12700"/>
                  </a:lnTo>
                  <a:lnTo>
                    <a:pt x="740349" y="12700"/>
                  </a:lnTo>
                  <a:lnTo>
                    <a:pt x="733341" y="0"/>
                  </a:lnTo>
                  <a:close/>
                </a:path>
              </a:pathLst>
            </a:custGeom>
            <a:solidFill>
              <a:srgbClr val="22B14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1728751" y="4656610"/>
            <a:ext cx="367030" cy="108458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840"/>
              </a:lnSpc>
            </a:pPr>
            <a:r>
              <a:rPr dirty="0" sz="750" spc="-10">
                <a:solidFill>
                  <a:srgbClr val="5C6F77"/>
                </a:solidFill>
                <a:latin typeface="Segoe UI Symbol"/>
                <a:cs typeface="Segoe UI Symbol"/>
              </a:rPr>
              <a:t>Findings</a:t>
            </a:r>
            <a:r>
              <a:rPr dirty="0" sz="750" spc="-15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750">
                <a:solidFill>
                  <a:srgbClr val="5C6F77"/>
                </a:solidFill>
                <a:latin typeface="Segoe UI Symbol"/>
                <a:cs typeface="Segoe UI Symbol"/>
              </a:rPr>
              <a:t>stream</a:t>
            </a:r>
            <a:r>
              <a:rPr dirty="0" sz="750" spc="-15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750">
                <a:solidFill>
                  <a:srgbClr val="5C6F77"/>
                </a:solidFill>
                <a:latin typeface="Segoe UI Symbol"/>
                <a:cs typeface="Segoe UI Symbol"/>
              </a:rPr>
              <a:t>to</a:t>
            </a:r>
            <a:r>
              <a:rPr dirty="0" sz="750" spc="-15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750" spc="-25">
                <a:solidFill>
                  <a:srgbClr val="5C6F77"/>
                </a:solidFill>
                <a:latin typeface="Segoe UI Symbol"/>
                <a:cs typeface="Segoe UI Symbol"/>
              </a:rPr>
              <a:t>the</a:t>
            </a:r>
            <a:endParaRPr sz="750">
              <a:latin typeface="Segoe UI Symbol"/>
              <a:cs typeface="Segoe UI Symbol"/>
            </a:endParaRPr>
          </a:p>
          <a:p>
            <a:pPr marL="12700" marR="5080">
              <a:lnSpc>
                <a:spcPct val="105600"/>
              </a:lnSpc>
            </a:pPr>
            <a:r>
              <a:rPr dirty="0" sz="750" spc="-10">
                <a:solidFill>
                  <a:srgbClr val="5C6F77"/>
                </a:solidFill>
                <a:latin typeface="Segoe UI Symbol"/>
                <a:cs typeface="Segoe UI Symbol"/>
              </a:rPr>
              <a:t>dashboard</a:t>
            </a:r>
            <a:r>
              <a:rPr dirty="0" sz="750" spc="-20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750">
                <a:solidFill>
                  <a:srgbClr val="5C6F77"/>
                </a:solidFill>
                <a:latin typeface="Segoe UI Symbol"/>
                <a:cs typeface="Segoe UI Symbol"/>
              </a:rPr>
              <a:t>the</a:t>
            </a:r>
            <a:r>
              <a:rPr dirty="0" sz="750" spc="-10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750">
                <a:solidFill>
                  <a:srgbClr val="5C6F77"/>
                </a:solidFill>
                <a:latin typeface="Segoe UI Symbol"/>
                <a:cs typeface="Segoe UI Symbol"/>
              </a:rPr>
              <a:t>moment</a:t>
            </a:r>
            <a:r>
              <a:rPr dirty="0" sz="750" spc="-15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750" spc="-50">
                <a:solidFill>
                  <a:srgbClr val="5C6F77"/>
                </a:solidFill>
                <a:latin typeface="Segoe UI Symbol"/>
                <a:cs typeface="Segoe UI Symbol"/>
              </a:rPr>
              <a:t>a</a:t>
            </a:r>
            <a:r>
              <a:rPr dirty="0" sz="750" spc="500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750" spc="-10">
                <a:solidFill>
                  <a:srgbClr val="5C6F77"/>
                </a:solidFill>
                <a:latin typeface="Segoe UI Symbol"/>
                <a:cs typeface="Segoe UI Symbol"/>
              </a:rPr>
              <a:t>scan</a:t>
            </a:r>
            <a:r>
              <a:rPr dirty="0" sz="750" spc="-20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750" spc="-10">
                <a:solidFill>
                  <a:srgbClr val="5C6F77"/>
                </a:solidFill>
                <a:latin typeface="Segoe UI Symbol"/>
                <a:cs typeface="Segoe UI Symbol"/>
              </a:rPr>
              <a:t>completes</a:t>
            </a:r>
            <a:r>
              <a:rPr dirty="0" sz="600" spc="-10">
                <a:solidFill>
                  <a:srgbClr val="5C6F77"/>
                </a:solidFill>
                <a:latin typeface="Segoe UI Symbol"/>
                <a:cs typeface="Segoe UI Symbol"/>
              </a:rPr>
              <a:t>..</a:t>
            </a:r>
            <a:endParaRPr sz="600">
              <a:latin typeface="Segoe UI Symbol"/>
              <a:cs typeface="Segoe UI Symbo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309939" y="4558855"/>
            <a:ext cx="196850" cy="920115"/>
          </a:xfrm>
          <a:custGeom>
            <a:avLst/>
            <a:gdLst/>
            <a:ahLst/>
            <a:cxnLst/>
            <a:rect l="l" t="t" r="r" b="b"/>
            <a:pathLst>
              <a:path w="196850" h="920114">
                <a:moveTo>
                  <a:pt x="97726" y="0"/>
                </a:moveTo>
                <a:lnTo>
                  <a:pt x="59785" y="7559"/>
                </a:lnTo>
                <a:lnTo>
                  <a:pt x="28725" y="28492"/>
                </a:lnTo>
                <a:lnTo>
                  <a:pt x="7735" y="59609"/>
                </a:lnTo>
                <a:lnTo>
                  <a:pt x="0" y="97726"/>
                </a:lnTo>
                <a:lnTo>
                  <a:pt x="0" y="821626"/>
                </a:lnTo>
                <a:lnTo>
                  <a:pt x="7741" y="859793"/>
                </a:lnTo>
                <a:lnTo>
                  <a:pt x="28776" y="890962"/>
                </a:lnTo>
                <a:lnTo>
                  <a:pt x="59955" y="911977"/>
                </a:lnTo>
                <a:lnTo>
                  <a:pt x="98129" y="919684"/>
                </a:lnTo>
                <a:lnTo>
                  <a:pt x="136308" y="911977"/>
                </a:lnTo>
                <a:lnTo>
                  <a:pt x="167531" y="890962"/>
                </a:lnTo>
                <a:lnTo>
                  <a:pt x="188685" y="859793"/>
                </a:lnTo>
                <a:lnTo>
                  <a:pt x="196659" y="821626"/>
                </a:lnTo>
                <a:lnTo>
                  <a:pt x="196659" y="97726"/>
                </a:lnTo>
                <a:lnTo>
                  <a:pt x="188679" y="59609"/>
                </a:lnTo>
                <a:lnTo>
                  <a:pt x="167481" y="28492"/>
                </a:lnTo>
                <a:lnTo>
                  <a:pt x="136139" y="7559"/>
                </a:lnTo>
                <a:lnTo>
                  <a:pt x="97726" y="0"/>
                </a:lnTo>
                <a:close/>
              </a:path>
            </a:pathLst>
          </a:custGeom>
          <a:solidFill>
            <a:srgbClr val="22B14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2120989" y="4649532"/>
            <a:ext cx="349250" cy="89154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000"/>
              </a:lnSpc>
            </a:pPr>
            <a:r>
              <a:rPr dirty="0" sz="950" spc="-10">
                <a:solidFill>
                  <a:srgbClr val="FFFFFF"/>
                </a:solidFill>
                <a:latin typeface="Segoe UI Symbol"/>
                <a:cs typeface="Segoe UI Symbol"/>
              </a:rPr>
              <a:t>VISIBILITY</a:t>
            </a:r>
            <a:endParaRPr sz="950">
              <a:latin typeface="Segoe UI Symbol"/>
              <a:cs typeface="Segoe UI Symbol"/>
            </a:endParaRPr>
          </a:p>
          <a:p>
            <a:pPr marL="19685">
              <a:lnSpc>
                <a:spcPct val="100000"/>
              </a:lnSpc>
              <a:spcBef>
                <a:spcPts val="445"/>
              </a:spcBef>
            </a:pPr>
            <a:r>
              <a:rPr dirty="0" sz="950" spc="-25">
                <a:solidFill>
                  <a:srgbClr val="222222"/>
                </a:solidFill>
                <a:latin typeface="Segoe UI Symbol"/>
                <a:cs typeface="Segoe UI Symbol"/>
              </a:rPr>
              <a:t>Real-</a:t>
            </a:r>
            <a:r>
              <a:rPr dirty="0" sz="950">
                <a:solidFill>
                  <a:srgbClr val="222222"/>
                </a:solidFill>
                <a:latin typeface="Segoe UI Symbol"/>
                <a:cs typeface="Segoe UI Symbol"/>
              </a:rPr>
              <a:t>Time</a:t>
            </a:r>
            <a:r>
              <a:rPr dirty="0" sz="950" spc="-25">
                <a:solidFill>
                  <a:srgbClr val="222222"/>
                </a:solidFill>
                <a:latin typeface="Segoe UI Symbol"/>
                <a:cs typeface="Segoe UI Symbol"/>
              </a:rPr>
              <a:t> </a:t>
            </a:r>
            <a:r>
              <a:rPr dirty="0" sz="950" spc="-10">
                <a:solidFill>
                  <a:srgbClr val="222222"/>
                </a:solidFill>
                <a:latin typeface="Segoe UI Symbol"/>
                <a:cs typeface="Segoe UI Symbol"/>
              </a:rPr>
              <a:t>Alerts</a:t>
            </a:r>
            <a:endParaRPr sz="950">
              <a:latin typeface="Segoe UI Symbol"/>
              <a:cs typeface="Segoe UI Symbo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1561416" y="690594"/>
            <a:ext cx="998219" cy="1536700"/>
            <a:chOff x="1561416" y="690594"/>
            <a:chExt cx="998219" cy="1536700"/>
          </a:xfrm>
        </p:grpSpPr>
        <p:sp>
          <p:nvSpPr>
            <p:cNvPr id="36" name="object 36"/>
            <p:cNvSpPr/>
            <p:nvPr/>
          </p:nvSpPr>
          <p:spPr>
            <a:xfrm>
              <a:off x="1567941" y="690816"/>
              <a:ext cx="986155" cy="1530350"/>
            </a:xfrm>
            <a:custGeom>
              <a:avLst/>
              <a:gdLst/>
              <a:ahLst/>
              <a:cxnLst/>
              <a:rect l="l" t="t" r="r" b="b"/>
              <a:pathLst>
                <a:path w="986155" h="1530350">
                  <a:moveTo>
                    <a:pt x="808355" y="0"/>
                  </a:moveTo>
                  <a:lnTo>
                    <a:pt x="177355" y="0"/>
                  </a:lnTo>
                  <a:lnTo>
                    <a:pt x="130089" y="6148"/>
                  </a:lnTo>
                  <a:lnTo>
                    <a:pt x="87647" y="23917"/>
                  </a:lnTo>
                  <a:lnTo>
                    <a:pt x="51725" y="51615"/>
                  </a:lnTo>
                  <a:lnTo>
                    <a:pt x="24014" y="87549"/>
                  </a:lnTo>
                  <a:lnTo>
                    <a:pt x="6207" y="130026"/>
                  </a:lnTo>
                  <a:lnTo>
                    <a:pt x="0" y="177355"/>
                  </a:lnTo>
                  <a:lnTo>
                    <a:pt x="0" y="1352486"/>
                  </a:lnTo>
                  <a:lnTo>
                    <a:pt x="6207" y="1399794"/>
                  </a:lnTo>
                  <a:lnTo>
                    <a:pt x="24014" y="1442261"/>
                  </a:lnTo>
                  <a:lnTo>
                    <a:pt x="51725" y="1478192"/>
                  </a:lnTo>
                  <a:lnTo>
                    <a:pt x="87647" y="1505895"/>
                  </a:lnTo>
                  <a:lnTo>
                    <a:pt x="130089" y="1523676"/>
                  </a:lnTo>
                  <a:lnTo>
                    <a:pt x="177355" y="1529842"/>
                  </a:lnTo>
                  <a:lnTo>
                    <a:pt x="808355" y="1529842"/>
                  </a:lnTo>
                  <a:lnTo>
                    <a:pt x="855352" y="1523676"/>
                  </a:lnTo>
                  <a:lnTo>
                    <a:pt x="897631" y="1505895"/>
                  </a:lnTo>
                  <a:lnTo>
                    <a:pt x="933499" y="1478192"/>
                  </a:lnTo>
                  <a:lnTo>
                    <a:pt x="961263" y="1442261"/>
                  </a:lnTo>
                  <a:lnTo>
                    <a:pt x="979231" y="1399794"/>
                  </a:lnTo>
                  <a:lnTo>
                    <a:pt x="985710" y="1352486"/>
                  </a:lnTo>
                  <a:lnTo>
                    <a:pt x="985710" y="177355"/>
                  </a:lnTo>
                  <a:lnTo>
                    <a:pt x="979231" y="130026"/>
                  </a:lnTo>
                  <a:lnTo>
                    <a:pt x="961263" y="87549"/>
                  </a:lnTo>
                  <a:lnTo>
                    <a:pt x="933499" y="51615"/>
                  </a:lnTo>
                  <a:lnTo>
                    <a:pt x="897631" y="23917"/>
                  </a:lnTo>
                  <a:lnTo>
                    <a:pt x="855352" y="6148"/>
                  </a:lnTo>
                  <a:lnTo>
                    <a:pt x="808355" y="0"/>
                  </a:lnTo>
                  <a:close/>
                </a:path>
              </a:pathLst>
            </a:custGeom>
            <a:solidFill>
              <a:srgbClr val="E5D8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1561414" y="690600"/>
              <a:ext cx="998219" cy="1536700"/>
            </a:xfrm>
            <a:custGeom>
              <a:avLst/>
              <a:gdLst/>
              <a:ahLst/>
              <a:cxnLst/>
              <a:rect l="l" t="t" r="r" b="b"/>
              <a:pathLst>
                <a:path w="998219" h="1536700">
                  <a:moveTo>
                    <a:pt x="998118" y="177800"/>
                  </a:moveTo>
                  <a:lnTo>
                    <a:pt x="997927" y="177800"/>
                  </a:lnTo>
                  <a:lnTo>
                    <a:pt x="997635" y="165100"/>
                  </a:lnTo>
                  <a:lnTo>
                    <a:pt x="996696" y="165100"/>
                  </a:lnTo>
                  <a:lnTo>
                    <a:pt x="996048" y="152400"/>
                  </a:lnTo>
                  <a:lnTo>
                    <a:pt x="994410" y="152400"/>
                  </a:lnTo>
                  <a:lnTo>
                    <a:pt x="992352" y="139700"/>
                  </a:lnTo>
                  <a:lnTo>
                    <a:pt x="989876" y="127000"/>
                  </a:lnTo>
                  <a:lnTo>
                    <a:pt x="987082" y="114300"/>
                  </a:lnTo>
                  <a:lnTo>
                    <a:pt x="983678" y="114300"/>
                  </a:lnTo>
                  <a:lnTo>
                    <a:pt x="980122" y="101600"/>
                  </a:lnTo>
                  <a:lnTo>
                    <a:pt x="976071" y="101600"/>
                  </a:lnTo>
                  <a:lnTo>
                    <a:pt x="971664" y="88900"/>
                  </a:lnTo>
                  <a:lnTo>
                    <a:pt x="966889" y="76200"/>
                  </a:lnTo>
                  <a:lnTo>
                    <a:pt x="961771" y="76200"/>
                  </a:lnTo>
                  <a:lnTo>
                    <a:pt x="956322" y="63500"/>
                  </a:lnTo>
                  <a:lnTo>
                    <a:pt x="950556" y="63500"/>
                  </a:lnTo>
                  <a:lnTo>
                    <a:pt x="944473" y="50800"/>
                  </a:lnTo>
                  <a:lnTo>
                    <a:pt x="938098" y="50800"/>
                  </a:lnTo>
                  <a:lnTo>
                    <a:pt x="931443" y="38100"/>
                  </a:lnTo>
                  <a:lnTo>
                    <a:pt x="924509" y="38100"/>
                  </a:lnTo>
                  <a:lnTo>
                    <a:pt x="917308" y="25400"/>
                  </a:lnTo>
                  <a:lnTo>
                    <a:pt x="905789" y="25400"/>
                  </a:lnTo>
                  <a:lnTo>
                    <a:pt x="899401" y="21120"/>
                  </a:lnTo>
                  <a:lnTo>
                    <a:pt x="893978" y="12700"/>
                  </a:lnTo>
                  <a:lnTo>
                    <a:pt x="886891" y="12700"/>
                  </a:lnTo>
                  <a:lnTo>
                    <a:pt x="879411" y="7670"/>
                  </a:lnTo>
                  <a:lnTo>
                    <a:pt x="863320" y="4521"/>
                  </a:lnTo>
                  <a:lnTo>
                    <a:pt x="860234" y="0"/>
                  </a:lnTo>
                  <a:lnTo>
                    <a:pt x="137579" y="0"/>
                  </a:lnTo>
                  <a:lnTo>
                    <a:pt x="128866" y="12700"/>
                  </a:lnTo>
                  <a:lnTo>
                    <a:pt x="104127" y="12700"/>
                  </a:lnTo>
                  <a:lnTo>
                    <a:pt x="96202" y="25400"/>
                  </a:lnTo>
                  <a:lnTo>
                    <a:pt x="81038" y="25400"/>
                  </a:lnTo>
                  <a:lnTo>
                    <a:pt x="73837" y="38100"/>
                  </a:lnTo>
                  <a:lnTo>
                    <a:pt x="66903" y="38100"/>
                  </a:lnTo>
                  <a:lnTo>
                    <a:pt x="59994" y="50800"/>
                  </a:lnTo>
                  <a:lnTo>
                    <a:pt x="53848" y="50800"/>
                  </a:lnTo>
                  <a:lnTo>
                    <a:pt x="47752" y="63500"/>
                  </a:lnTo>
                  <a:lnTo>
                    <a:pt x="41986" y="63500"/>
                  </a:lnTo>
                  <a:lnTo>
                    <a:pt x="36525" y="76200"/>
                  </a:lnTo>
                  <a:lnTo>
                    <a:pt x="31394" y="76200"/>
                  </a:lnTo>
                  <a:lnTo>
                    <a:pt x="26454" y="88900"/>
                  </a:lnTo>
                  <a:lnTo>
                    <a:pt x="22174" y="101600"/>
                  </a:lnTo>
                  <a:lnTo>
                    <a:pt x="18110" y="101600"/>
                  </a:lnTo>
                  <a:lnTo>
                    <a:pt x="14312" y="114300"/>
                  </a:lnTo>
                  <a:lnTo>
                    <a:pt x="11023" y="114300"/>
                  </a:lnTo>
                  <a:lnTo>
                    <a:pt x="8140" y="127000"/>
                  </a:lnTo>
                  <a:lnTo>
                    <a:pt x="5676" y="139700"/>
                  </a:lnTo>
                  <a:lnTo>
                    <a:pt x="3644" y="152400"/>
                  </a:lnTo>
                  <a:lnTo>
                    <a:pt x="2032" y="152400"/>
                  </a:lnTo>
                  <a:lnTo>
                    <a:pt x="1397" y="165100"/>
                  </a:lnTo>
                  <a:lnTo>
                    <a:pt x="457" y="165100"/>
                  </a:lnTo>
                  <a:lnTo>
                    <a:pt x="165" y="177800"/>
                  </a:lnTo>
                  <a:lnTo>
                    <a:pt x="0" y="177800"/>
                  </a:lnTo>
                  <a:lnTo>
                    <a:pt x="0" y="1358900"/>
                  </a:lnTo>
                  <a:lnTo>
                    <a:pt x="177" y="1371600"/>
                  </a:lnTo>
                  <a:lnTo>
                    <a:pt x="469" y="1371600"/>
                  </a:lnTo>
                  <a:lnTo>
                    <a:pt x="876" y="1384300"/>
                  </a:lnTo>
                  <a:lnTo>
                    <a:pt x="2057" y="1384300"/>
                  </a:lnTo>
                  <a:lnTo>
                    <a:pt x="2806" y="1397000"/>
                  </a:lnTo>
                  <a:lnTo>
                    <a:pt x="3695" y="1397000"/>
                  </a:lnTo>
                  <a:lnTo>
                    <a:pt x="5753" y="1409700"/>
                  </a:lnTo>
                  <a:lnTo>
                    <a:pt x="8140" y="1409700"/>
                  </a:lnTo>
                  <a:lnTo>
                    <a:pt x="11137" y="1422400"/>
                  </a:lnTo>
                  <a:lnTo>
                    <a:pt x="14439" y="1435100"/>
                  </a:lnTo>
                  <a:lnTo>
                    <a:pt x="17983" y="1435100"/>
                  </a:lnTo>
                  <a:lnTo>
                    <a:pt x="22174" y="1447800"/>
                  </a:lnTo>
                  <a:lnTo>
                    <a:pt x="26454" y="1460500"/>
                  </a:lnTo>
                  <a:lnTo>
                    <a:pt x="31229" y="1460500"/>
                  </a:lnTo>
                  <a:lnTo>
                    <a:pt x="36347" y="1473200"/>
                  </a:lnTo>
                  <a:lnTo>
                    <a:pt x="41795" y="1473200"/>
                  </a:lnTo>
                  <a:lnTo>
                    <a:pt x="47548" y="1485900"/>
                  </a:lnTo>
                  <a:lnTo>
                    <a:pt x="53848" y="1485900"/>
                  </a:lnTo>
                  <a:lnTo>
                    <a:pt x="59994" y="1498600"/>
                  </a:lnTo>
                  <a:lnTo>
                    <a:pt x="66662" y="1498600"/>
                  </a:lnTo>
                  <a:lnTo>
                    <a:pt x="73596" y="1511300"/>
                  </a:lnTo>
                  <a:lnTo>
                    <a:pt x="88239" y="1511300"/>
                  </a:lnTo>
                  <a:lnTo>
                    <a:pt x="95935" y="1524000"/>
                  </a:lnTo>
                  <a:lnTo>
                    <a:pt x="112268" y="1524000"/>
                  </a:lnTo>
                  <a:lnTo>
                    <a:pt x="120611" y="1536700"/>
                  </a:lnTo>
                  <a:lnTo>
                    <a:pt x="179298" y="1536700"/>
                  </a:lnTo>
                  <a:lnTo>
                    <a:pt x="174752" y="1524000"/>
                  </a:lnTo>
                  <a:lnTo>
                    <a:pt x="124942" y="1524000"/>
                  </a:lnTo>
                  <a:lnTo>
                    <a:pt x="116878" y="1511300"/>
                  </a:lnTo>
                  <a:lnTo>
                    <a:pt x="95034" y="1511300"/>
                  </a:lnTo>
                  <a:lnTo>
                    <a:pt x="87833" y="1498600"/>
                  </a:lnTo>
                  <a:lnTo>
                    <a:pt x="81368" y="1498600"/>
                  </a:lnTo>
                  <a:lnTo>
                    <a:pt x="74663" y="1485900"/>
                  </a:lnTo>
                  <a:lnTo>
                    <a:pt x="62725" y="1485900"/>
                  </a:lnTo>
                  <a:lnTo>
                    <a:pt x="56857" y="1473200"/>
                  </a:lnTo>
                  <a:lnTo>
                    <a:pt x="51663" y="1473200"/>
                  </a:lnTo>
                  <a:lnTo>
                    <a:pt x="46393" y="1460500"/>
                  </a:lnTo>
                  <a:lnTo>
                    <a:pt x="41808" y="1460500"/>
                  </a:lnTo>
                  <a:lnTo>
                    <a:pt x="37185" y="1447800"/>
                  </a:lnTo>
                  <a:lnTo>
                    <a:pt x="37350" y="1447800"/>
                  </a:lnTo>
                  <a:lnTo>
                    <a:pt x="33070" y="1435100"/>
                  </a:lnTo>
                  <a:lnTo>
                    <a:pt x="29438" y="1435100"/>
                  </a:lnTo>
                  <a:lnTo>
                    <a:pt x="25882" y="1422400"/>
                  </a:lnTo>
                  <a:lnTo>
                    <a:pt x="22834" y="1422400"/>
                  </a:lnTo>
                  <a:lnTo>
                    <a:pt x="20142" y="1409700"/>
                  </a:lnTo>
                  <a:lnTo>
                    <a:pt x="17843" y="1397000"/>
                  </a:lnTo>
                  <a:lnTo>
                    <a:pt x="15938" y="1397000"/>
                  </a:lnTo>
                  <a:lnTo>
                    <a:pt x="15163" y="1384300"/>
                  </a:lnTo>
                  <a:lnTo>
                    <a:pt x="13855" y="1384300"/>
                  </a:lnTo>
                  <a:lnTo>
                    <a:pt x="13373" y="1371600"/>
                  </a:lnTo>
                  <a:lnTo>
                    <a:pt x="12712" y="1371600"/>
                  </a:lnTo>
                  <a:lnTo>
                    <a:pt x="12560" y="1358900"/>
                  </a:lnTo>
                  <a:lnTo>
                    <a:pt x="12560" y="177800"/>
                  </a:lnTo>
                  <a:lnTo>
                    <a:pt x="12725" y="177800"/>
                  </a:lnTo>
                  <a:lnTo>
                    <a:pt x="13004" y="165100"/>
                  </a:lnTo>
                  <a:lnTo>
                    <a:pt x="13881" y="165100"/>
                  </a:lnTo>
                  <a:lnTo>
                    <a:pt x="14490" y="152400"/>
                  </a:lnTo>
                  <a:lnTo>
                    <a:pt x="15989" y="152400"/>
                  </a:lnTo>
                  <a:lnTo>
                    <a:pt x="17919" y="139700"/>
                  </a:lnTo>
                  <a:lnTo>
                    <a:pt x="20231" y="127000"/>
                  </a:lnTo>
                  <a:lnTo>
                    <a:pt x="22936" y="127000"/>
                  </a:lnTo>
                  <a:lnTo>
                    <a:pt x="26009" y="114300"/>
                  </a:lnTo>
                  <a:lnTo>
                    <a:pt x="29298" y="114300"/>
                  </a:lnTo>
                  <a:lnTo>
                    <a:pt x="34747" y="96634"/>
                  </a:lnTo>
                  <a:lnTo>
                    <a:pt x="37350" y="88900"/>
                  </a:lnTo>
                  <a:lnTo>
                    <a:pt x="41630" y="88900"/>
                  </a:lnTo>
                  <a:lnTo>
                    <a:pt x="46583" y="76200"/>
                  </a:lnTo>
                  <a:lnTo>
                    <a:pt x="51473" y="76200"/>
                  </a:lnTo>
                  <a:lnTo>
                    <a:pt x="57048" y="63500"/>
                  </a:lnTo>
                  <a:lnTo>
                    <a:pt x="62509" y="63500"/>
                  </a:lnTo>
                  <a:lnTo>
                    <a:pt x="68681" y="50800"/>
                  </a:lnTo>
                  <a:lnTo>
                    <a:pt x="81127" y="50800"/>
                  </a:lnTo>
                  <a:lnTo>
                    <a:pt x="88087" y="38100"/>
                  </a:lnTo>
                  <a:lnTo>
                    <a:pt x="101930" y="38100"/>
                  </a:lnTo>
                  <a:lnTo>
                    <a:pt x="109575" y="25400"/>
                  </a:lnTo>
                  <a:lnTo>
                    <a:pt x="132588" y="25400"/>
                  </a:lnTo>
                  <a:lnTo>
                    <a:pt x="141020" y="12700"/>
                  </a:lnTo>
                  <a:lnTo>
                    <a:pt x="795515" y="12700"/>
                  </a:lnTo>
                  <a:lnTo>
                    <a:pt x="771740" y="28562"/>
                  </a:lnTo>
                  <a:lnTo>
                    <a:pt x="750519" y="59715"/>
                  </a:lnTo>
                  <a:lnTo>
                    <a:pt x="742492" y="97942"/>
                  </a:lnTo>
                  <a:lnTo>
                    <a:pt x="742492" y="693953"/>
                  </a:lnTo>
                  <a:lnTo>
                    <a:pt x="750519" y="731837"/>
                  </a:lnTo>
                  <a:lnTo>
                    <a:pt x="771702" y="762850"/>
                  </a:lnTo>
                  <a:lnTo>
                    <a:pt x="802932" y="783818"/>
                  </a:lnTo>
                  <a:lnTo>
                    <a:pt x="841121" y="791514"/>
                  </a:lnTo>
                  <a:lnTo>
                    <a:pt x="879284" y="783818"/>
                  </a:lnTo>
                  <a:lnTo>
                    <a:pt x="910463" y="762850"/>
                  </a:lnTo>
                  <a:lnTo>
                    <a:pt x="931468" y="731837"/>
                  </a:lnTo>
                  <a:lnTo>
                    <a:pt x="939152" y="693953"/>
                  </a:lnTo>
                  <a:lnTo>
                    <a:pt x="939152" y="97942"/>
                  </a:lnTo>
                  <a:lnTo>
                    <a:pt x="931468" y="59715"/>
                  </a:lnTo>
                  <a:lnTo>
                    <a:pt x="925461" y="50800"/>
                  </a:lnTo>
                  <a:lnTo>
                    <a:pt x="929436" y="50800"/>
                  </a:lnTo>
                  <a:lnTo>
                    <a:pt x="935596" y="63500"/>
                  </a:lnTo>
                  <a:lnTo>
                    <a:pt x="941057" y="63500"/>
                  </a:lnTo>
                  <a:lnTo>
                    <a:pt x="946632" y="76200"/>
                  </a:lnTo>
                  <a:lnTo>
                    <a:pt x="951522" y="76200"/>
                  </a:lnTo>
                  <a:lnTo>
                    <a:pt x="956475" y="88900"/>
                  </a:lnTo>
                  <a:lnTo>
                    <a:pt x="960767" y="88900"/>
                  </a:lnTo>
                  <a:lnTo>
                    <a:pt x="965034" y="101600"/>
                  </a:lnTo>
                  <a:lnTo>
                    <a:pt x="964882" y="101600"/>
                  </a:lnTo>
                  <a:lnTo>
                    <a:pt x="968806" y="114300"/>
                  </a:lnTo>
                  <a:lnTo>
                    <a:pt x="972223" y="114300"/>
                  </a:lnTo>
                  <a:lnTo>
                    <a:pt x="975283" y="127000"/>
                  </a:lnTo>
                  <a:lnTo>
                    <a:pt x="977963" y="127000"/>
                  </a:lnTo>
                  <a:lnTo>
                    <a:pt x="980262" y="139700"/>
                  </a:lnTo>
                  <a:lnTo>
                    <a:pt x="982167" y="152400"/>
                  </a:lnTo>
                  <a:lnTo>
                    <a:pt x="983653" y="152400"/>
                  </a:lnTo>
                  <a:lnTo>
                    <a:pt x="984250" y="165100"/>
                  </a:lnTo>
                  <a:lnTo>
                    <a:pt x="985113" y="165100"/>
                  </a:lnTo>
                  <a:lnTo>
                    <a:pt x="985393" y="177800"/>
                  </a:lnTo>
                  <a:lnTo>
                    <a:pt x="985558" y="177800"/>
                  </a:lnTo>
                  <a:lnTo>
                    <a:pt x="985558" y="1358900"/>
                  </a:lnTo>
                  <a:lnTo>
                    <a:pt x="985380" y="1371600"/>
                  </a:lnTo>
                  <a:lnTo>
                    <a:pt x="984719" y="1371600"/>
                  </a:lnTo>
                  <a:lnTo>
                    <a:pt x="984224" y="1384300"/>
                  </a:lnTo>
                  <a:lnTo>
                    <a:pt x="982916" y="1384300"/>
                  </a:lnTo>
                  <a:lnTo>
                    <a:pt x="982116" y="1397000"/>
                  </a:lnTo>
                  <a:lnTo>
                    <a:pt x="980186" y="1397000"/>
                  </a:lnTo>
                  <a:lnTo>
                    <a:pt x="977874" y="1409700"/>
                  </a:lnTo>
                  <a:lnTo>
                    <a:pt x="975182" y="1422400"/>
                  </a:lnTo>
                  <a:lnTo>
                    <a:pt x="972108" y="1422400"/>
                  </a:lnTo>
                  <a:lnTo>
                    <a:pt x="968679" y="1435100"/>
                  </a:lnTo>
                  <a:lnTo>
                    <a:pt x="965034" y="1435100"/>
                  </a:lnTo>
                  <a:lnTo>
                    <a:pt x="960767" y="1447800"/>
                  </a:lnTo>
                  <a:lnTo>
                    <a:pt x="960920" y="1447800"/>
                  </a:lnTo>
                  <a:lnTo>
                    <a:pt x="956310" y="1460500"/>
                  </a:lnTo>
                  <a:lnTo>
                    <a:pt x="951699" y="1460500"/>
                  </a:lnTo>
                  <a:lnTo>
                    <a:pt x="946442" y="1473200"/>
                  </a:lnTo>
                  <a:lnTo>
                    <a:pt x="941260" y="1473200"/>
                  </a:lnTo>
                  <a:lnTo>
                    <a:pt x="935380" y="1485900"/>
                  </a:lnTo>
                  <a:lnTo>
                    <a:pt x="923455" y="1485900"/>
                  </a:lnTo>
                  <a:lnTo>
                    <a:pt x="916749" y="1498600"/>
                  </a:lnTo>
                  <a:lnTo>
                    <a:pt x="910285" y="1498600"/>
                  </a:lnTo>
                  <a:lnTo>
                    <a:pt x="903084" y="1511300"/>
                  </a:lnTo>
                  <a:lnTo>
                    <a:pt x="881227" y="1511300"/>
                  </a:lnTo>
                  <a:lnTo>
                    <a:pt x="873175" y="1524000"/>
                  </a:lnTo>
                  <a:lnTo>
                    <a:pt x="823366" y="1524000"/>
                  </a:lnTo>
                  <a:lnTo>
                    <a:pt x="818819" y="1536700"/>
                  </a:lnTo>
                  <a:lnTo>
                    <a:pt x="877785" y="1536700"/>
                  </a:lnTo>
                  <a:lnTo>
                    <a:pt x="886117" y="1524000"/>
                  </a:lnTo>
                  <a:lnTo>
                    <a:pt x="901903" y="1524000"/>
                  </a:lnTo>
                  <a:lnTo>
                    <a:pt x="909612" y="1511300"/>
                  </a:lnTo>
                  <a:lnTo>
                    <a:pt x="924267" y="1511300"/>
                  </a:lnTo>
                  <a:lnTo>
                    <a:pt x="931214" y="1498600"/>
                  </a:lnTo>
                  <a:lnTo>
                    <a:pt x="937882" y="1498600"/>
                  </a:lnTo>
                  <a:lnTo>
                    <a:pt x="944270" y="1485900"/>
                  </a:lnTo>
                  <a:lnTo>
                    <a:pt x="950353" y="1485900"/>
                  </a:lnTo>
                  <a:lnTo>
                    <a:pt x="956132" y="1473200"/>
                  </a:lnTo>
                  <a:lnTo>
                    <a:pt x="961593" y="1473200"/>
                  </a:lnTo>
                  <a:lnTo>
                    <a:pt x="966711" y="1460500"/>
                  </a:lnTo>
                  <a:lnTo>
                    <a:pt x="971499" y="1460500"/>
                  </a:lnTo>
                  <a:lnTo>
                    <a:pt x="975918" y="1447800"/>
                  </a:lnTo>
                  <a:lnTo>
                    <a:pt x="979995" y="1435100"/>
                  </a:lnTo>
                  <a:lnTo>
                    <a:pt x="983792" y="1435100"/>
                  </a:lnTo>
                  <a:lnTo>
                    <a:pt x="987082" y="1422400"/>
                  </a:lnTo>
                  <a:lnTo>
                    <a:pt x="989965" y="1409700"/>
                  </a:lnTo>
                  <a:lnTo>
                    <a:pt x="992428" y="1409700"/>
                  </a:lnTo>
                  <a:lnTo>
                    <a:pt x="994460" y="1397000"/>
                  </a:lnTo>
                  <a:lnTo>
                    <a:pt x="995324" y="1397000"/>
                  </a:lnTo>
                  <a:lnTo>
                    <a:pt x="996073" y="1384300"/>
                  </a:lnTo>
                  <a:lnTo>
                    <a:pt x="997242" y="1384300"/>
                  </a:lnTo>
                  <a:lnTo>
                    <a:pt x="997648" y="1371600"/>
                  </a:lnTo>
                  <a:lnTo>
                    <a:pt x="997940" y="1371600"/>
                  </a:lnTo>
                  <a:lnTo>
                    <a:pt x="998118" y="1358900"/>
                  </a:lnTo>
                  <a:lnTo>
                    <a:pt x="998118" y="177800"/>
                  </a:lnTo>
                  <a:close/>
                </a:path>
              </a:pathLst>
            </a:custGeom>
            <a:solidFill>
              <a:srgbClr val="6E25E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1720135" y="781282"/>
            <a:ext cx="744855" cy="125666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005"/>
              </a:lnSpc>
            </a:pPr>
            <a:r>
              <a:rPr dirty="0" sz="950" spc="-10">
                <a:solidFill>
                  <a:srgbClr val="FFFFFF"/>
                </a:solidFill>
                <a:latin typeface="Segoe UI Symbol"/>
                <a:cs typeface="Segoe UI Symbol"/>
              </a:rPr>
              <a:t>TRUST</a:t>
            </a:r>
            <a:endParaRPr sz="950">
              <a:latin typeface="Segoe UI Symbol"/>
              <a:cs typeface="Segoe UI Symbol"/>
            </a:endParaRPr>
          </a:p>
          <a:p>
            <a:pPr marL="66040">
              <a:lnSpc>
                <a:spcPct val="100000"/>
              </a:lnSpc>
              <a:spcBef>
                <a:spcPts val="470"/>
              </a:spcBef>
            </a:pPr>
            <a:r>
              <a:rPr dirty="0" sz="950" spc="-25">
                <a:solidFill>
                  <a:srgbClr val="222222"/>
                </a:solidFill>
                <a:latin typeface="Segoe UI Symbol"/>
                <a:cs typeface="Segoe UI Symbol"/>
              </a:rPr>
              <a:t>Compliance</a:t>
            </a:r>
            <a:r>
              <a:rPr dirty="0" sz="950" spc="25">
                <a:solidFill>
                  <a:srgbClr val="222222"/>
                </a:solidFill>
                <a:latin typeface="Segoe UI Symbol"/>
                <a:cs typeface="Segoe UI Symbol"/>
              </a:rPr>
              <a:t> </a:t>
            </a:r>
            <a:r>
              <a:rPr dirty="0" sz="950" spc="-10">
                <a:solidFill>
                  <a:srgbClr val="222222"/>
                </a:solidFill>
                <a:latin typeface="Segoe UI Symbol"/>
                <a:cs typeface="Segoe UI Symbol"/>
              </a:rPr>
              <a:t>Certified</a:t>
            </a:r>
            <a:endParaRPr sz="950">
              <a:latin typeface="Segoe UI Symbol"/>
              <a:cs typeface="Segoe UI Symbol"/>
            </a:endParaRPr>
          </a:p>
          <a:p>
            <a:pPr marL="66040" marR="5080">
              <a:lnSpc>
                <a:spcPct val="105600"/>
              </a:lnSpc>
              <a:spcBef>
                <a:spcPts val="250"/>
              </a:spcBef>
            </a:pPr>
            <a:r>
              <a:rPr dirty="0" sz="750">
                <a:solidFill>
                  <a:srgbClr val="5C6F77"/>
                </a:solidFill>
                <a:latin typeface="Segoe UI Symbol"/>
                <a:cs typeface="Segoe UI Symbol"/>
              </a:rPr>
              <a:t>Evidence</a:t>
            </a:r>
            <a:r>
              <a:rPr dirty="0" sz="750" spc="-50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750" spc="-10">
                <a:solidFill>
                  <a:srgbClr val="5C6F77"/>
                </a:solidFill>
                <a:latin typeface="Segoe UI Symbol"/>
                <a:cs typeface="Segoe UI Symbol"/>
              </a:rPr>
              <a:t>mapped</a:t>
            </a:r>
            <a:r>
              <a:rPr dirty="0" sz="750" spc="-40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750">
                <a:solidFill>
                  <a:srgbClr val="5C6F77"/>
                </a:solidFill>
                <a:latin typeface="Segoe UI Symbol"/>
                <a:cs typeface="Segoe UI Symbol"/>
              </a:rPr>
              <a:t>to</a:t>
            </a:r>
            <a:r>
              <a:rPr dirty="0" sz="750" spc="-50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750" spc="-10">
                <a:solidFill>
                  <a:srgbClr val="5C6F77"/>
                </a:solidFill>
                <a:latin typeface="Segoe UI Symbol"/>
                <a:cs typeface="Segoe UI Symbol"/>
              </a:rPr>
              <a:t>secure-</a:t>
            </a:r>
            <a:r>
              <a:rPr dirty="0" sz="750" spc="-25">
                <a:solidFill>
                  <a:srgbClr val="5C6F77"/>
                </a:solidFill>
                <a:latin typeface="Segoe UI Symbol"/>
                <a:cs typeface="Segoe UI Symbol"/>
              </a:rPr>
              <a:t>coding</a:t>
            </a:r>
            <a:r>
              <a:rPr dirty="0" sz="750" spc="-10">
                <a:solidFill>
                  <a:srgbClr val="5C6F77"/>
                </a:solidFill>
                <a:latin typeface="Segoe UI Symbol"/>
                <a:cs typeface="Segoe UI Symbol"/>
              </a:rPr>
              <a:t> and audit</a:t>
            </a:r>
            <a:r>
              <a:rPr dirty="0" sz="750" spc="500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750">
                <a:solidFill>
                  <a:srgbClr val="5C6F77"/>
                </a:solidFill>
                <a:latin typeface="Segoe UI Symbol"/>
                <a:cs typeface="Segoe UI Symbol"/>
              </a:rPr>
              <a:t>requirements,</a:t>
            </a:r>
            <a:r>
              <a:rPr dirty="0" sz="750" spc="90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750" spc="-10">
                <a:solidFill>
                  <a:srgbClr val="5C6F77"/>
                </a:solidFill>
                <a:latin typeface="Segoe UI Symbol"/>
                <a:cs typeface="Segoe UI Symbol"/>
              </a:rPr>
              <a:t>report-ready</a:t>
            </a:r>
            <a:r>
              <a:rPr dirty="0" sz="600" spc="-10">
                <a:solidFill>
                  <a:srgbClr val="5C6F77"/>
                </a:solidFill>
                <a:latin typeface="Segoe UI Symbol"/>
                <a:cs typeface="Segoe UI Symbol"/>
              </a:rPr>
              <a:t>.</a:t>
            </a:r>
            <a:endParaRPr sz="600">
              <a:latin typeface="Segoe UI Symbol"/>
              <a:cs typeface="Segoe UI Symbo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3014797" y="690816"/>
            <a:ext cx="970915" cy="1287780"/>
            <a:chOff x="3014797" y="690816"/>
            <a:chExt cx="970915" cy="1287780"/>
          </a:xfrm>
        </p:grpSpPr>
        <p:sp>
          <p:nvSpPr>
            <p:cNvPr id="40" name="object 40"/>
            <p:cNvSpPr/>
            <p:nvPr/>
          </p:nvSpPr>
          <p:spPr>
            <a:xfrm>
              <a:off x="3020568" y="690816"/>
              <a:ext cx="959485" cy="1281430"/>
            </a:xfrm>
            <a:custGeom>
              <a:avLst/>
              <a:gdLst/>
              <a:ahLst/>
              <a:cxnLst/>
              <a:rect l="l" t="t" r="r" b="b"/>
              <a:pathLst>
                <a:path w="959485" h="1281430">
                  <a:moveTo>
                    <a:pt x="786637" y="0"/>
                  </a:moveTo>
                  <a:lnTo>
                    <a:pt x="172529" y="0"/>
                  </a:lnTo>
                  <a:lnTo>
                    <a:pt x="126842" y="5972"/>
                  </a:lnTo>
                  <a:lnTo>
                    <a:pt x="85739" y="23247"/>
                  </a:lnTo>
                  <a:lnTo>
                    <a:pt x="50861" y="50183"/>
                  </a:lnTo>
                  <a:lnTo>
                    <a:pt x="23850" y="85136"/>
                  </a:lnTo>
                  <a:lnTo>
                    <a:pt x="6349" y="126466"/>
                  </a:lnTo>
                  <a:lnTo>
                    <a:pt x="0" y="172529"/>
                  </a:lnTo>
                  <a:lnTo>
                    <a:pt x="0" y="1108773"/>
                  </a:lnTo>
                  <a:lnTo>
                    <a:pt x="6349" y="1154711"/>
                  </a:lnTo>
                  <a:lnTo>
                    <a:pt x="23850" y="1195965"/>
                  </a:lnTo>
                  <a:lnTo>
                    <a:pt x="50861" y="1230894"/>
                  </a:lnTo>
                  <a:lnTo>
                    <a:pt x="85739" y="1257854"/>
                  </a:lnTo>
                  <a:lnTo>
                    <a:pt x="126842" y="1275205"/>
                  </a:lnTo>
                  <a:lnTo>
                    <a:pt x="172529" y="1281302"/>
                  </a:lnTo>
                  <a:lnTo>
                    <a:pt x="786637" y="1281302"/>
                  </a:lnTo>
                  <a:lnTo>
                    <a:pt x="832274" y="1275205"/>
                  </a:lnTo>
                  <a:lnTo>
                    <a:pt x="873347" y="1257854"/>
                  </a:lnTo>
                  <a:lnTo>
                    <a:pt x="908215" y="1230894"/>
                  </a:lnTo>
                  <a:lnTo>
                    <a:pt x="935236" y="1195965"/>
                  </a:lnTo>
                  <a:lnTo>
                    <a:pt x="952767" y="1154711"/>
                  </a:lnTo>
                  <a:lnTo>
                    <a:pt x="959167" y="1108773"/>
                  </a:lnTo>
                  <a:lnTo>
                    <a:pt x="959167" y="172529"/>
                  </a:lnTo>
                  <a:lnTo>
                    <a:pt x="952767" y="126466"/>
                  </a:lnTo>
                  <a:lnTo>
                    <a:pt x="935236" y="85136"/>
                  </a:lnTo>
                  <a:lnTo>
                    <a:pt x="908215" y="50183"/>
                  </a:lnTo>
                  <a:lnTo>
                    <a:pt x="873347" y="23247"/>
                  </a:lnTo>
                  <a:lnTo>
                    <a:pt x="832274" y="5972"/>
                  </a:lnTo>
                  <a:lnTo>
                    <a:pt x="786637" y="0"/>
                  </a:lnTo>
                  <a:close/>
                </a:path>
              </a:pathLst>
            </a:custGeom>
            <a:solidFill>
              <a:srgbClr val="FFDD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3014789" y="695794"/>
              <a:ext cx="970915" cy="1282700"/>
            </a:xfrm>
            <a:custGeom>
              <a:avLst/>
              <a:gdLst/>
              <a:ahLst/>
              <a:cxnLst/>
              <a:rect l="l" t="t" r="r" b="b"/>
              <a:pathLst>
                <a:path w="970914" h="1282700">
                  <a:moveTo>
                    <a:pt x="881697" y="183235"/>
                  </a:moveTo>
                  <a:lnTo>
                    <a:pt x="873848" y="145008"/>
                  </a:lnTo>
                  <a:lnTo>
                    <a:pt x="852817" y="113855"/>
                  </a:lnTo>
                  <a:lnTo>
                    <a:pt x="821804" y="92964"/>
                  </a:lnTo>
                  <a:lnTo>
                    <a:pt x="783971" y="85509"/>
                  </a:lnTo>
                  <a:lnTo>
                    <a:pt x="745439" y="92964"/>
                  </a:lnTo>
                  <a:lnTo>
                    <a:pt x="714070" y="113855"/>
                  </a:lnTo>
                  <a:lnTo>
                    <a:pt x="692899" y="145008"/>
                  </a:lnTo>
                  <a:lnTo>
                    <a:pt x="685038" y="183235"/>
                  </a:lnTo>
                  <a:lnTo>
                    <a:pt x="685038" y="1042263"/>
                  </a:lnTo>
                  <a:lnTo>
                    <a:pt x="692899" y="1080668"/>
                  </a:lnTo>
                  <a:lnTo>
                    <a:pt x="713994" y="1111948"/>
                  </a:lnTo>
                  <a:lnTo>
                    <a:pt x="745197" y="1133005"/>
                  </a:lnTo>
                  <a:lnTo>
                    <a:pt x="783374" y="1140714"/>
                  </a:lnTo>
                  <a:lnTo>
                    <a:pt x="821550" y="1133005"/>
                  </a:lnTo>
                  <a:lnTo>
                    <a:pt x="852741" y="1111948"/>
                  </a:lnTo>
                  <a:lnTo>
                    <a:pt x="873836" y="1080668"/>
                  </a:lnTo>
                  <a:lnTo>
                    <a:pt x="881697" y="1042263"/>
                  </a:lnTo>
                  <a:lnTo>
                    <a:pt x="881697" y="183235"/>
                  </a:lnTo>
                  <a:close/>
                </a:path>
                <a:path w="970914" h="1282700">
                  <a:moveTo>
                    <a:pt x="970584" y="165100"/>
                  </a:moveTo>
                  <a:lnTo>
                    <a:pt x="970127" y="165100"/>
                  </a:lnTo>
                  <a:lnTo>
                    <a:pt x="969721" y="152400"/>
                  </a:lnTo>
                  <a:lnTo>
                    <a:pt x="969200" y="152400"/>
                  </a:lnTo>
                  <a:lnTo>
                    <a:pt x="968565" y="139700"/>
                  </a:lnTo>
                  <a:lnTo>
                    <a:pt x="966990" y="139700"/>
                  </a:lnTo>
                  <a:lnTo>
                    <a:pt x="964984" y="127000"/>
                  </a:lnTo>
                  <a:lnTo>
                    <a:pt x="962571" y="114300"/>
                  </a:lnTo>
                  <a:lnTo>
                    <a:pt x="959751" y="114300"/>
                  </a:lnTo>
                  <a:lnTo>
                    <a:pt x="956551" y="101638"/>
                  </a:lnTo>
                  <a:lnTo>
                    <a:pt x="953096" y="101638"/>
                  </a:lnTo>
                  <a:lnTo>
                    <a:pt x="949147" y="88900"/>
                  </a:lnTo>
                  <a:lnTo>
                    <a:pt x="944854" y="76200"/>
                  </a:lnTo>
                  <a:lnTo>
                    <a:pt x="940206" y="76200"/>
                  </a:lnTo>
                  <a:lnTo>
                    <a:pt x="935228" y="63500"/>
                  </a:lnTo>
                  <a:lnTo>
                    <a:pt x="929932" y="63500"/>
                  </a:lnTo>
                  <a:lnTo>
                    <a:pt x="924306" y="50800"/>
                  </a:lnTo>
                  <a:lnTo>
                    <a:pt x="918400" y="50800"/>
                  </a:lnTo>
                  <a:lnTo>
                    <a:pt x="912202" y="38100"/>
                  </a:lnTo>
                  <a:lnTo>
                    <a:pt x="905725" y="38100"/>
                  </a:lnTo>
                  <a:lnTo>
                    <a:pt x="898969" y="25400"/>
                  </a:lnTo>
                  <a:lnTo>
                    <a:pt x="884732" y="25400"/>
                  </a:lnTo>
                  <a:lnTo>
                    <a:pt x="877252" y="12700"/>
                  </a:lnTo>
                  <a:lnTo>
                    <a:pt x="861339" y="12700"/>
                  </a:lnTo>
                  <a:lnTo>
                    <a:pt x="853224" y="0"/>
                  </a:lnTo>
                  <a:lnTo>
                    <a:pt x="117094" y="0"/>
                  </a:lnTo>
                  <a:lnTo>
                    <a:pt x="108978" y="12700"/>
                  </a:lnTo>
                  <a:lnTo>
                    <a:pt x="93357" y="12700"/>
                  </a:lnTo>
                  <a:lnTo>
                    <a:pt x="85877" y="25400"/>
                  </a:lnTo>
                  <a:lnTo>
                    <a:pt x="71869" y="25400"/>
                  </a:lnTo>
                  <a:lnTo>
                    <a:pt x="65112" y="38100"/>
                  </a:lnTo>
                  <a:lnTo>
                    <a:pt x="58623" y="38100"/>
                  </a:lnTo>
                  <a:lnTo>
                    <a:pt x="52400" y="50800"/>
                  </a:lnTo>
                  <a:lnTo>
                    <a:pt x="46482" y="50800"/>
                  </a:lnTo>
                  <a:lnTo>
                    <a:pt x="40855" y="63500"/>
                  </a:lnTo>
                  <a:lnTo>
                    <a:pt x="35547" y="63500"/>
                  </a:lnTo>
                  <a:lnTo>
                    <a:pt x="30568" y="76200"/>
                  </a:lnTo>
                  <a:lnTo>
                    <a:pt x="25908" y="76200"/>
                  </a:lnTo>
                  <a:lnTo>
                    <a:pt x="21450" y="88900"/>
                  </a:lnTo>
                  <a:lnTo>
                    <a:pt x="17500" y="101638"/>
                  </a:lnTo>
                  <a:lnTo>
                    <a:pt x="13931" y="101638"/>
                  </a:lnTo>
                  <a:lnTo>
                    <a:pt x="10744" y="114300"/>
                  </a:lnTo>
                  <a:lnTo>
                    <a:pt x="7937" y="114300"/>
                  </a:lnTo>
                  <a:lnTo>
                    <a:pt x="5537" y="127000"/>
                  </a:lnTo>
                  <a:lnTo>
                    <a:pt x="3556" y="139700"/>
                  </a:lnTo>
                  <a:lnTo>
                    <a:pt x="1993" y="152400"/>
                  </a:lnTo>
                  <a:lnTo>
                    <a:pt x="850" y="152400"/>
                  </a:lnTo>
                  <a:lnTo>
                    <a:pt x="469" y="165100"/>
                  </a:lnTo>
                  <a:lnTo>
                    <a:pt x="0" y="165100"/>
                  </a:lnTo>
                  <a:lnTo>
                    <a:pt x="0" y="1117600"/>
                  </a:lnTo>
                  <a:lnTo>
                    <a:pt x="177" y="1117600"/>
                  </a:lnTo>
                  <a:lnTo>
                    <a:pt x="469" y="1130300"/>
                  </a:lnTo>
                  <a:lnTo>
                    <a:pt x="1384" y="1130300"/>
                  </a:lnTo>
                  <a:lnTo>
                    <a:pt x="2032" y="1143000"/>
                  </a:lnTo>
                  <a:lnTo>
                    <a:pt x="3606" y="1143000"/>
                  </a:lnTo>
                  <a:lnTo>
                    <a:pt x="5613" y="1155700"/>
                  </a:lnTo>
                  <a:lnTo>
                    <a:pt x="7937" y="1168400"/>
                  </a:lnTo>
                  <a:lnTo>
                    <a:pt x="10845" y="1168400"/>
                  </a:lnTo>
                  <a:lnTo>
                    <a:pt x="14058" y="1181100"/>
                  </a:lnTo>
                  <a:lnTo>
                    <a:pt x="17500" y="1193800"/>
                  </a:lnTo>
                  <a:lnTo>
                    <a:pt x="21450" y="1193800"/>
                  </a:lnTo>
                  <a:lnTo>
                    <a:pt x="25755" y="1206500"/>
                  </a:lnTo>
                  <a:lnTo>
                    <a:pt x="30391" y="1206500"/>
                  </a:lnTo>
                  <a:lnTo>
                    <a:pt x="35369" y="1219200"/>
                  </a:lnTo>
                  <a:lnTo>
                    <a:pt x="40665" y="1219200"/>
                  </a:lnTo>
                  <a:lnTo>
                    <a:pt x="46278" y="1231900"/>
                  </a:lnTo>
                  <a:lnTo>
                    <a:pt x="52197" y="1231900"/>
                  </a:lnTo>
                  <a:lnTo>
                    <a:pt x="58394" y="1244600"/>
                  </a:lnTo>
                  <a:lnTo>
                    <a:pt x="64871" y="1244600"/>
                  </a:lnTo>
                  <a:lnTo>
                    <a:pt x="71628" y="1257300"/>
                  </a:lnTo>
                  <a:lnTo>
                    <a:pt x="85877" y="1257300"/>
                  </a:lnTo>
                  <a:lnTo>
                    <a:pt x="93357" y="1270000"/>
                  </a:lnTo>
                  <a:lnTo>
                    <a:pt x="109258" y="1270000"/>
                  </a:lnTo>
                  <a:lnTo>
                    <a:pt x="117094" y="1282700"/>
                  </a:lnTo>
                  <a:lnTo>
                    <a:pt x="174485" y="1282700"/>
                  </a:lnTo>
                  <a:lnTo>
                    <a:pt x="170053" y="1270000"/>
                  </a:lnTo>
                  <a:lnTo>
                    <a:pt x="121691" y="1270000"/>
                  </a:lnTo>
                  <a:lnTo>
                    <a:pt x="113868" y="1257300"/>
                  </a:lnTo>
                  <a:lnTo>
                    <a:pt x="92659" y="1257300"/>
                  </a:lnTo>
                  <a:lnTo>
                    <a:pt x="85661" y="1244600"/>
                  </a:lnTo>
                  <a:lnTo>
                    <a:pt x="73101" y="1244600"/>
                  </a:lnTo>
                  <a:lnTo>
                    <a:pt x="66852" y="1231900"/>
                  </a:lnTo>
                  <a:lnTo>
                    <a:pt x="61290" y="1231900"/>
                  </a:lnTo>
                  <a:lnTo>
                    <a:pt x="55575" y="1219200"/>
                  </a:lnTo>
                  <a:lnTo>
                    <a:pt x="50558" y="1219200"/>
                  </a:lnTo>
                  <a:lnTo>
                    <a:pt x="45440" y="1206500"/>
                  </a:lnTo>
                  <a:lnTo>
                    <a:pt x="40970" y="1206500"/>
                  </a:lnTo>
                  <a:lnTo>
                    <a:pt x="36487" y="1193800"/>
                  </a:lnTo>
                  <a:lnTo>
                    <a:pt x="32639" y="1193800"/>
                  </a:lnTo>
                  <a:lnTo>
                    <a:pt x="28829" y="1181100"/>
                  </a:lnTo>
                  <a:lnTo>
                    <a:pt x="25514" y="1181100"/>
                  </a:lnTo>
                  <a:lnTo>
                    <a:pt x="22542" y="1168400"/>
                  </a:lnTo>
                  <a:lnTo>
                    <a:pt x="19939" y="1155700"/>
                  </a:lnTo>
                  <a:lnTo>
                    <a:pt x="17703" y="1155700"/>
                  </a:lnTo>
                  <a:lnTo>
                    <a:pt x="15862" y="1143000"/>
                  </a:lnTo>
                  <a:lnTo>
                    <a:pt x="14401" y="1130300"/>
                  </a:lnTo>
                  <a:lnTo>
                    <a:pt x="13360" y="1130300"/>
                  </a:lnTo>
                  <a:lnTo>
                    <a:pt x="12992" y="1117600"/>
                  </a:lnTo>
                  <a:lnTo>
                    <a:pt x="12573" y="1117600"/>
                  </a:lnTo>
                  <a:lnTo>
                    <a:pt x="12573" y="165100"/>
                  </a:lnTo>
                  <a:lnTo>
                    <a:pt x="13004" y="165100"/>
                  </a:lnTo>
                  <a:lnTo>
                    <a:pt x="13373" y="152400"/>
                  </a:lnTo>
                  <a:lnTo>
                    <a:pt x="14439" y="152400"/>
                  </a:lnTo>
                  <a:lnTo>
                    <a:pt x="15913" y="139700"/>
                  </a:lnTo>
                  <a:lnTo>
                    <a:pt x="17780" y="127000"/>
                  </a:lnTo>
                  <a:lnTo>
                    <a:pt x="20027" y="127000"/>
                  </a:lnTo>
                  <a:lnTo>
                    <a:pt x="22644" y="114300"/>
                  </a:lnTo>
                  <a:lnTo>
                    <a:pt x="25628" y="114300"/>
                  </a:lnTo>
                  <a:lnTo>
                    <a:pt x="29857" y="98158"/>
                  </a:lnTo>
                  <a:lnTo>
                    <a:pt x="32639" y="88900"/>
                  </a:lnTo>
                  <a:lnTo>
                    <a:pt x="36487" y="88900"/>
                  </a:lnTo>
                  <a:lnTo>
                    <a:pt x="40970" y="76200"/>
                  </a:lnTo>
                  <a:lnTo>
                    <a:pt x="45440" y="76200"/>
                  </a:lnTo>
                  <a:lnTo>
                    <a:pt x="50558" y="63500"/>
                  </a:lnTo>
                  <a:lnTo>
                    <a:pt x="55575" y="63500"/>
                  </a:lnTo>
                  <a:lnTo>
                    <a:pt x="61290" y="50800"/>
                  </a:lnTo>
                  <a:lnTo>
                    <a:pt x="72872" y="50800"/>
                  </a:lnTo>
                  <a:lnTo>
                    <a:pt x="79387" y="38100"/>
                  </a:lnTo>
                  <a:lnTo>
                    <a:pt x="85661" y="38100"/>
                  </a:lnTo>
                  <a:lnTo>
                    <a:pt x="92659" y="25400"/>
                  </a:lnTo>
                  <a:lnTo>
                    <a:pt x="113868" y="25400"/>
                  </a:lnTo>
                  <a:lnTo>
                    <a:pt x="121691" y="12700"/>
                  </a:lnTo>
                  <a:lnTo>
                    <a:pt x="848893" y="12700"/>
                  </a:lnTo>
                  <a:lnTo>
                    <a:pt x="856729" y="25400"/>
                  </a:lnTo>
                  <a:lnTo>
                    <a:pt x="877938" y="25400"/>
                  </a:lnTo>
                  <a:lnTo>
                    <a:pt x="884936" y="38100"/>
                  </a:lnTo>
                  <a:lnTo>
                    <a:pt x="891209" y="38100"/>
                  </a:lnTo>
                  <a:lnTo>
                    <a:pt x="897724" y="50800"/>
                  </a:lnTo>
                  <a:lnTo>
                    <a:pt x="909307" y="50800"/>
                  </a:lnTo>
                  <a:lnTo>
                    <a:pt x="915022" y="63500"/>
                  </a:lnTo>
                  <a:lnTo>
                    <a:pt x="920051" y="63500"/>
                  </a:lnTo>
                  <a:lnTo>
                    <a:pt x="925169" y="76200"/>
                  </a:lnTo>
                  <a:lnTo>
                    <a:pt x="929614" y="76200"/>
                  </a:lnTo>
                  <a:lnTo>
                    <a:pt x="934110" y="88900"/>
                  </a:lnTo>
                  <a:lnTo>
                    <a:pt x="937971" y="88900"/>
                  </a:lnTo>
                  <a:lnTo>
                    <a:pt x="940727" y="98158"/>
                  </a:lnTo>
                  <a:lnTo>
                    <a:pt x="941641" y="101638"/>
                  </a:lnTo>
                  <a:lnTo>
                    <a:pt x="945095" y="114300"/>
                  </a:lnTo>
                  <a:lnTo>
                    <a:pt x="948055" y="114300"/>
                  </a:lnTo>
                  <a:lnTo>
                    <a:pt x="950658" y="127000"/>
                  </a:lnTo>
                  <a:lnTo>
                    <a:pt x="952893" y="127000"/>
                  </a:lnTo>
                  <a:lnTo>
                    <a:pt x="954747" y="139700"/>
                  </a:lnTo>
                  <a:lnTo>
                    <a:pt x="956195" y="152400"/>
                  </a:lnTo>
                  <a:lnTo>
                    <a:pt x="957237" y="152400"/>
                  </a:lnTo>
                  <a:lnTo>
                    <a:pt x="957605" y="165100"/>
                  </a:lnTo>
                  <a:lnTo>
                    <a:pt x="958037" y="165100"/>
                  </a:lnTo>
                  <a:lnTo>
                    <a:pt x="958037" y="1117600"/>
                  </a:lnTo>
                  <a:lnTo>
                    <a:pt x="957592" y="1117600"/>
                  </a:lnTo>
                  <a:lnTo>
                    <a:pt x="957224" y="1130300"/>
                  </a:lnTo>
                  <a:lnTo>
                    <a:pt x="956157" y="1130300"/>
                  </a:lnTo>
                  <a:lnTo>
                    <a:pt x="954671" y="1143000"/>
                  </a:lnTo>
                  <a:lnTo>
                    <a:pt x="952817" y="1155700"/>
                  </a:lnTo>
                  <a:lnTo>
                    <a:pt x="950569" y="1155700"/>
                  </a:lnTo>
                  <a:lnTo>
                    <a:pt x="947953" y="1168400"/>
                  </a:lnTo>
                  <a:lnTo>
                    <a:pt x="944968" y="1181100"/>
                  </a:lnTo>
                  <a:lnTo>
                    <a:pt x="941768" y="1181100"/>
                  </a:lnTo>
                  <a:lnTo>
                    <a:pt x="937971" y="1193800"/>
                  </a:lnTo>
                  <a:lnTo>
                    <a:pt x="934110" y="1193800"/>
                  </a:lnTo>
                  <a:lnTo>
                    <a:pt x="929614" y="1206500"/>
                  </a:lnTo>
                  <a:lnTo>
                    <a:pt x="925169" y="1206500"/>
                  </a:lnTo>
                  <a:lnTo>
                    <a:pt x="920051" y="1219200"/>
                  </a:lnTo>
                  <a:lnTo>
                    <a:pt x="915022" y="1219200"/>
                  </a:lnTo>
                  <a:lnTo>
                    <a:pt x="909307" y="1231900"/>
                  </a:lnTo>
                  <a:lnTo>
                    <a:pt x="903744" y="1231900"/>
                  </a:lnTo>
                  <a:lnTo>
                    <a:pt x="897496" y="1244600"/>
                  </a:lnTo>
                  <a:lnTo>
                    <a:pt x="884936" y="1244600"/>
                  </a:lnTo>
                  <a:lnTo>
                    <a:pt x="877938" y="1257300"/>
                  </a:lnTo>
                  <a:lnTo>
                    <a:pt x="856729" y="1257300"/>
                  </a:lnTo>
                  <a:lnTo>
                    <a:pt x="848893" y="1270000"/>
                  </a:lnTo>
                  <a:lnTo>
                    <a:pt x="800544" y="1270000"/>
                  </a:lnTo>
                  <a:lnTo>
                    <a:pt x="796124" y="1282700"/>
                  </a:lnTo>
                  <a:lnTo>
                    <a:pt x="853516" y="1282700"/>
                  </a:lnTo>
                  <a:lnTo>
                    <a:pt x="861618" y="1270000"/>
                  </a:lnTo>
                  <a:lnTo>
                    <a:pt x="876973" y="1270000"/>
                  </a:lnTo>
                  <a:lnTo>
                    <a:pt x="884732" y="1257300"/>
                  </a:lnTo>
                  <a:lnTo>
                    <a:pt x="898969" y="1257300"/>
                  </a:lnTo>
                  <a:lnTo>
                    <a:pt x="905484" y="1244600"/>
                  </a:lnTo>
                  <a:lnTo>
                    <a:pt x="912202" y="1244600"/>
                  </a:lnTo>
                  <a:lnTo>
                    <a:pt x="918184" y="1231900"/>
                  </a:lnTo>
                  <a:lnTo>
                    <a:pt x="924115" y="1231900"/>
                  </a:lnTo>
                  <a:lnTo>
                    <a:pt x="929741" y="1219200"/>
                  </a:lnTo>
                  <a:lnTo>
                    <a:pt x="935050" y="1219200"/>
                  </a:lnTo>
                  <a:lnTo>
                    <a:pt x="940041" y="1206500"/>
                  </a:lnTo>
                  <a:lnTo>
                    <a:pt x="944854" y="1206500"/>
                  </a:lnTo>
                  <a:lnTo>
                    <a:pt x="949007" y="1193800"/>
                  </a:lnTo>
                  <a:lnTo>
                    <a:pt x="952957" y="1193800"/>
                  </a:lnTo>
                  <a:lnTo>
                    <a:pt x="956665" y="1181100"/>
                  </a:lnTo>
                  <a:lnTo>
                    <a:pt x="959751" y="1168400"/>
                  </a:lnTo>
                  <a:lnTo>
                    <a:pt x="962660" y="1168400"/>
                  </a:lnTo>
                  <a:lnTo>
                    <a:pt x="965060" y="1155700"/>
                  </a:lnTo>
                  <a:lnTo>
                    <a:pt x="967054" y="1143000"/>
                  </a:lnTo>
                  <a:lnTo>
                    <a:pt x="968603" y="1143000"/>
                  </a:lnTo>
                  <a:lnTo>
                    <a:pt x="969225" y="1130300"/>
                  </a:lnTo>
                  <a:lnTo>
                    <a:pt x="970140" y="1130300"/>
                  </a:lnTo>
                  <a:lnTo>
                    <a:pt x="970419" y="1117600"/>
                  </a:lnTo>
                  <a:lnTo>
                    <a:pt x="970584" y="1117600"/>
                  </a:lnTo>
                  <a:lnTo>
                    <a:pt x="970584" y="165100"/>
                  </a:lnTo>
                  <a:close/>
                </a:path>
              </a:pathLst>
            </a:custGeom>
            <a:solidFill>
              <a:srgbClr val="F5143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3026784" y="833242"/>
            <a:ext cx="833755" cy="101155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50800">
              <a:lnSpc>
                <a:spcPts val="1005"/>
              </a:lnSpc>
            </a:pPr>
            <a:r>
              <a:rPr dirty="0" sz="950" spc="-10">
                <a:solidFill>
                  <a:srgbClr val="FFFFFF"/>
                </a:solidFill>
                <a:latin typeface="Segoe UI Symbol"/>
                <a:cs typeface="Segoe UI Symbol"/>
              </a:rPr>
              <a:t>INTELLIGENCE</a:t>
            </a:r>
            <a:endParaRPr sz="95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 sz="950" spc="-35">
                <a:solidFill>
                  <a:srgbClr val="222222"/>
                </a:solidFill>
                <a:latin typeface="Segoe UI Symbol"/>
                <a:cs typeface="Segoe UI Symbol"/>
              </a:rPr>
              <a:t>AI-</a:t>
            </a:r>
            <a:r>
              <a:rPr dirty="0" sz="950" spc="-10">
                <a:solidFill>
                  <a:srgbClr val="222222"/>
                </a:solidFill>
                <a:latin typeface="Segoe UI Symbol"/>
                <a:cs typeface="Segoe UI Symbol"/>
              </a:rPr>
              <a:t>Enhanced</a:t>
            </a:r>
            <a:endParaRPr sz="950">
              <a:latin typeface="Segoe UI Symbol"/>
              <a:cs typeface="Segoe UI Symbol"/>
            </a:endParaRPr>
          </a:p>
          <a:p>
            <a:pPr marL="12700" marR="5080">
              <a:lnSpc>
                <a:spcPct val="105600"/>
              </a:lnSpc>
              <a:spcBef>
                <a:spcPts val="250"/>
              </a:spcBef>
            </a:pPr>
            <a:r>
              <a:rPr dirty="0" sz="750" spc="-30">
                <a:solidFill>
                  <a:srgbClr val="5C6F77"/>
                </a:solidFill>
                <a:latin typeface="Segoe UI Symbol"/>
                <a:cs typeface="Segoe UI Symbol"/>
              </a:rPr>
              <a:t>LLM-</a:t>
            </a:r>
            <a:r>
              <a:rPr dirty="0" sz="750">
                <a:solidFill>
                  <a:srgbClr val="5C6F77"/>
                </a:solidFill>
                <a:latin typeface="Segoe UI Symbol"/>
                <a:cs typeface="Segoe UI Symbol"/>
              </a:rPr>
              <a:t>assisted</a:t>
            </a:r>
            <a:r>
              <a:rPr dirty="0" sz="750" spc="20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750" spc="-10">
                <a:solidFill>
                  <a:srgbClr val="5C6F77"/>
                </a:solidFill>
                <a:latin typeface="Segoe UI Symbol"/>
                <a:cs typeface="Segoe UI Symbol"/>
              </a:rPr>
              <a:t>triage</a:t>
            </a:r>
            <a:r>
              <a:rPr dirty="0" sz="750" spc="500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750">
                <a:solidFill>
                  <a:srgbClr val="5C6F77"/>
                </a:solidFill>
                <a:latin typeface="Segoe UI Symbol"/>
                <a:cs typeface="Segoe UI Symbol"/>
              </a:rPr>
              <a:t>ranks</a:t>
            </a:r>
            <a:r>
              <a:rPr dirty="0" sz="750" spc="-10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750">
                <a:solidFill>
                  <a:srgbClr val="5C6F77"/>
                </a:solidFill>
                <a:latin typeface="Segoe UI Symbol"/>
                <a:cs typeface="Segoe UI Symbol"/>
              </a:rPr>
              <a:t>every</a:t>
            </a:r>
            <a:r>
              <a:rPr dirty="0" sz="750" spc="-5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750" spc="-10">
                <a:solidFill>
                  <a:srgbClr val="5C6F77"/>
                </a:solidFill>
                <a:latin typeface="Segoe UI Symbol"/>
                <a:cs typeface="Segoe UI Symbol"/>
              </a:rPr>
              <a:t>finding</a:t>
            </a:r>
            <a:r>
              <a:rPr dirty="0" sz="750" spc="-5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750" spc="-25">
                <a:solidFill>
                  <a:srgbClr val="5C6F77"/>
                </a:solidFill>
                <a:latin typeface="Segoe UI Symbol"/>
                <a:cs typeface="Segoe UI Symbol"/>
              </a:rPr>
              <a:t>by</a:t>
            </a:r>
            <a:r>
              <a:rPr dirty="0" sz="750" spc="500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750" spc="-10">
                <a:solidFill>
                  <a:srgbClr val="5C6F77"/>
                </a:solidFill>
                <a:latin typeface="Segoe UI Symbol"/>
                <a:cs typeface="Segoe UI Symbol"/>
              </a:rPr>
              <a:t>CVSS, </a:t>
            </a:r>
            <a:r>
              <a:rPr dirty="0" sz="750">
                <a:solidFill>
                  <a:srgbClr val="5C6F77"/>
                </a:solidFill>
                <a:latin typeface="Segoe UI Symbol"/>
                <a:cs typeface="Segoe UI Symbol"/>
              </a:rPr>
              <a:t>exploitability</a:t>
            </a:r>
            <a:r>
              <a:rPr dirty="0" sz="750" spc="-10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750" spc="-25">
                <a:solidFill>
                  <a:srgbClr val="5C6F77"/>
                </a:solidFill>
                <a:latin typeface="Segoe UI Symbol"/>
                <a:cs typeface="Segoe UI Symbol"/>
              </a:rPr>
              <a:t>and</a:t>
            </a:r>
            <a:r>
              <a:rPr dirty="0" sz="750" spc="500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750" spc="-10">
                <a:solidFill>
                  <a:srgbClr val="5C6F77"/>
                </a:solidFill>
                <a:latin typeface="Segoe UI Symbol"/>
                <a:cs typeface="Segoe UI Symbol"/>
              </a:rPr>
              <a:t>impact.</a:t>
            </a:r>
            <a:endParaRPr sz="750">
              <a:latin typeface="Segoe UI Symbol"/>
              <a:cs typeface="Segoe UI Symbo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1777570" y="2728556"/>
            <a:ext cx="389890" cy="1217930"/>
            <a:chOff x="1777570" y="2728556"/>
            <a:chExt cx="389890" cy="1217930"/>
          </a:xfrm>
        </p:grpSpPr>
        <p:sp>
          <p:nvSpPr>
            <p:cNvPr id="44" name="object 44"/>
            <p:cNvSpPr/>
            <p:nvPr/>
          </p:nvSpPr>
          <p:spPr>
            <a:xfrm>
              <a:off x="1783905" y="2733421"/>
              <a:ext cx="377825" cy="1206500"/>
            </a:xfrm>
            <a:custGeom>
              <a:avLst/>
              <a:gdLst/>
              <a:ahLst/>
              <a:cxnLst/>
              <a:rect l="l" t="t" r="r" b="b"/>
              <a:pathLst>
                <a:path w="377825" h="1206500">
                  <a:moveTo>
                    <a:pt x="264223" y="0"/>
                  </a:moveTo>
                  <a:lnTo>
                    <a:pt x="113411" y="0"/>
                  </a:lnTo>
                  <a:lnTo>
                    <a:pt x="69190" y="9071"/>
                  </a:lnTo>
                  <a:lnTo>
                    <a:pt x="33136" y="33408"/>
                  </a:lnTo>
                  <a:lnTo>
                    <a:pt x="8867" y="69393"/>
                  </a:lnTo>
                  <a:lnTo>
                    <a:pt x="0" y="113410"/>
                  </a:lnTo>
                  <a:lnTo>
                    <a:pt x="0" y="1093088"/>
                  </a:lnTo>
                  <a:lnTo>
                    <a:pt x="8867" y="1137439"/>
                  </a:lnTo>
                  <a:lnTo>
                    <a:pt x="33136" y="1173536"/>
                  </a:lnTo>
                  <a:lnTo>
                    <a:pt x="69190" y="1197762"/>
                  </a:lnTo>
                  <a:lnTo>
                    <a:pt x="113411" y="1206500"/>
                  </a:lnTo>
                  <a:lnTo>
                    <a:pt x="264223" y="1206500"/>
                  </a:lnTo>
                  <a:lnTo>
                    <a:pt x="308138" y="1197762"/>
                  </a:lnTo>
                  <a:lnTo>
                    <a:pt x="344089" y="1173536"/>
                  </a:lnTo>
                  <a:lnTo>
                    <a:pt x="368460" y="1137439"/>
                  </a:lnTo>
                  <a:lnTo>
                    <a:pt x="377634" y="1093088"/>
                  </a:lnTo>
                  <a:lnTo>
                    <a:pt x="377634" y="113410"/>
                  </a:lnTo>
                  <a:lnTo>
                    <a:pt x="368460" y="69393"/>
                  </a:lnTo>
                  <a:lnTo>
                    <a:pt x="344089" y="33408"/>
                  </a:lnTo>
                  <a:lnTo>
                    <a:pt x="308138" y="9071"/>
                  </a:lnTo>
                  <a:lnTo>
                    <a:pt x="264223" y="0"/>
                  </a:lnTo>
                  <a:close/>
                </a:path>
              </a:pathLst>
            </a:custGeom>
            <a:solidFill>
              <a:srgbClr val="EBF4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1777570" y="2728556"/>
              <a:ext cx="389890" cy="1217930"/>
            </a:xfrm>
            <a:custGeom>
              <a:avLst/>
              <a:gdLst/>
              <a:ahLst/>
              <a:cxnLst/>
              <a:rect l="l" t="t" r="r" b="b"/>
              <a:pathLst>
                <a:path w="389889" h="1217929">
                  <a:moveTo>
                    <a:pt x="288655" y="1216659"/>
                  </a:moveTo>
                  <a:lnTo>
                    <a:pt x="101417" y="1216659"/>
                  </a:lnTo>
                  <a:lnTo>
                    <a:pt x="107398" y="1217929"/>
                  </a:lnTo>
                  <a:lnTo>
                    <a:pt x="282674" y="1217929"/>
                  </a:lnTo>
                  <a:lnTo>
                    <a:pt x="288655" y="1216659"/>
                  </a:lnTo>
                  <a:close/>
                </a:path>
                <a:path w="389889" h="1217929">
                  <a:moveTo>
                    <a:pt x="282361" y="0"/>
                  </a:moveTo>
                  <a:lnTo>
                    <a:pt x="107077" y="0"/>
                  </a:lnTo>
                  <a:lnTo>
                    <a:pt x="101104" y="1270"/>
                  </a:lnTo>
                  <a:lnTo>
                    <a:pt x="95535" y="2539"/>
                  </a:lnTo>
                  <a:lnTo>
                    <a:pt x="95223" y="2539"/>
                  </a:lnTo>
                  <a:lnTo>
                    <a:pt x="78232" y="6350"/>
                  </a:lnTo>
                  <a:lnTo>
                    <a:pt x="72812" y="8889"/>
                  </a:lnTo>
                  <a:lnTo>
                    <a:pt x="67796" y="11429"/>
                  </a:lnTo>
                  <a:lnTo>
                    <a:pt x="62637" y="13970"/>
                  </a:lnTo>
                  <a:lnTo>
                    <a:pt x="60134" y="15239"/>
                  </a:lnTo>
                  <a:lnTo>
                    <a:pt x="57481" y="16627"/>
                  </a:lnTo>
                  <a:lnTo>
                    <a:pt x="54169" y="19231"/>
                  </a:lnTo>
                  <a:lnTo>
                    <a:pt x="52567" y="20437"/>
                  </a:lnTo>
                  <a:lnTo>
                    <a:pt x="27378" y="43179"/>
                  </a:lnTo>
                  <a:lnTo>
                    <a:pt x="23829" y="46989"/>
                  </a:lnTo>
                  <a:lnTo>
                    <a:pt x="5328" y="83820"/>
                  </a:lnTo>
                  <a:lnTo>
                    <a:pt x="3801" y="88900"/>
                  </a:lnTo>
                  <a:lnTo>
                    <a:pt x="1357" y="100329"/>
                  </a:lnTo>
                  <a:lnTo>
                    <a:pt x="603" y="106679"/>
                  </a:lnTo>
                  <a:lnTo>
                    <a:pt x="151" y="113029"/>
                  </a:lnTo>
                  <a:lnTo>
                    <a:pt x="0" y="119379"/>
                  </a:lnTo>
                  <a:lnTo>
                    <a:pt x="0" y="1099820"/>
                  </a:lnTo>
                  <a:lnTo>
                    <a:pt x="3801" y="1129029"/>
                  </a:lnTo>
                  <a:lnTo>
                    <a:pt x="5420" y="1135379"/>
                  </a:lnTo>
                  <a:lnTo>
                    <a:pt x="17373" y="1160779"/>
                  </a:lnTo>
                  <a:lnTo>
                    <a:pt x="20320" y="1165859"/>
                  </a:lnTo>
                  <a:lnTo>
                    <a:pt x="23647" y="1170939"/>
                  </a:lnTo>
                  <a:lnTo>
                    <a:pt x="27186" y="1174750"/>
                  </a:lnTo>
                  <a:lnTo>
                    <a:pt x="30937" y="1179829"/>
                  </a:lnTo>
                  <a:lnTo>
                    <a:pt x="34878" y="1183639"/>
                  </a:lnTo>
                  <a:lnTo>
                    <a:pt x="39241" y="1187450"/>
                  </a:lnTo>
                  <a:lnTo>
                    <a:pt x="43353" y="1191259"/>
                  </a:lnTo>
                  <a:lnTo>
                    <a:pt x="47858" y="1195070"/>
                  </a:lnTo>
                  <a:lnTo>
                    <a:pt x="52533" y="1197609"/>
                  </a:lnTo>
                  <a:lnTo>
                    <a:pt x="55764" y="1200150"/>
                  </a:lnTo>
                  <a:lnTo>
                    <a:pt x="84074" y="1212850"/>
                  </a:lnTo>
                  <a:lnTo>
                    <a:pt x="89754" y="1215389"/>
                  </a:lnTo>
                  <a:lnTo>
                    <a:pt x="95535" y="1216659"/>
                  </a:lnTo>
                  <a:lnTo>
                    <a:pt x="294537" y="1216659"/>
                  </a:lnTo>
                  <a:lnTo>
                    <a:pt x="300308" y="1215389"/>
                  </a:lnTo>
                  <a:lnTo>
                    <a:pt x="305978" y="1212850"/>
                  </a:lnTo>
                  <a:lnTo>
                    <a:pt x="311528" y="1211579"/>
                  </a:lnTo>
                  <a:lnTo>
                    <a:pt x="316947" y="1209039"/>
                  </a:lnTo>
                  <a:lnTo>
                    <a:pt x="321965" y="1206500"/>
                  </a:lnTo>
                  <a:lnTo>
                    <a:pt x="114095" y="1206500"/>
                  </a:lnTo>
                  <a:lnTo>
                    <a:pt x="108353" y="1205229"/>
                  </a:lnTo>
                  <a:lnTo>
                    <a:pt x="103317" y="1205229"/>
                  </a:lnTo>
                  <a:lnTo>
                    <a:pt x="97746" y="1203959"/>
                  </a:lnTo>
                  <a:lnTo>
                    <a:pt x="98049" y="1203959"/>
                  </a:lnTo>
                  <a:lnTo>
                    <a:pt x="92579" y="1202689"/>
                  </a:lnTo>
                  <a:lnTo>
                    <a:pt x="92881" y="1202689"/>
                  </a:lnTo>
                  <a:lnTo>
                    <a:pt x="88101" y="1201559"/>
                  </a:lnTo>
                  <a:lnTo>
                    <a:pt x="85174" y="1200150"/>
                  </a:lnTo>
                  <a:lnTo>
                    <a:pt x="82837" y="1200150"/>
                  </a:lnTo>
                  <a:lnTo>
                    <a:pt x="77698" y="1197609"/>
                  </a:lnTo>
                  <a:lnTo>
                    <a:pt x="77990" y="1197609"/>
                  </a:lnTo>
                  <a:lnTo>
                    <a:pt x="72974" y="1195070"/>
                  </a:lnTo>
                  <a:lnTo>
                    <a:pt x="73244" y="1195070"/>
                  </a:lnTo>
                  <a:lnTo>
                    <a:pt x="70806" y="1193800"/>
                  </a:lnTo>
                  <a:lnTo>
                    <a:pt x="68640" y="1193800"/>
                  </a:lnTo>
                  <a:lnTo>
                    <a:pt x="63337" y="1189542"/>
                  </a:lnTo>
                  <a:lnTo>
                    <a:pt x="59571" y="1187450"/>
                  </a:lnTo>
                  <a:lnTo>
                    <a:pt x="59823" y="1187450"/>
                  </a:lnTo>
                  <a:lnTo>
                    <a:pt x="55560" y="1185013"/>
                  </a:lnTo>
                  <a:lnTo>
                    <a:pt x="55485" y="1184790"/>
                  </a:lnTo>
                  <a:lnTo>
                    <a:pt x="50675" y="1180501"/>
                  </a:lnTo>
                  <a:lnTo>
                    <a:pt x="47636" y="1178658"/>
                  </a:lnTo>
                  <a:lnTo>
                    <a:pt x="47583" y="1178449"/>
                  </a:lnTo>
                  <a:lnTo>
                    <a:pt x="43766" y="1174750"/>
                  </a:lnTo>
                  <a:lnTo>
                    <a:pt x="43977" y="1174750"/>
                  </a:lnTo>
                  <a:lnTo>
                    <a:pt x="40227" y="1170939"/>
                  </a:lnTo>
                  <a:lnTo>
                    <a:pt x="40427" y="1170939"/>
                  </a:lnTo>
                  <a:lnTo>
                    <a:pt x="36879" y="1167129"/>
                  </a:lnTo>
                  <a:lnTo>
                    <a:pt x="37070" y="1167129"/>
                  </a:lnTo>
                  <a:lnTo>
                    <a:pt x="33787" y="1163405"/>
                  </a:lnTo>
                  <a:lnTo>
                    <a:pt x="33936" y="1163405"/>
                  </a:lnTo>
                  <a:lnTo>
                    <a:pt x="31523" y="1159509"/>
                  </a:lnTo>
                  <a:lnTo>
                    <a:pt x="30906" y="1159509"/>
                  </a:lnTo>
                  <a:lnTo>
                    <a:pt x="27961" y="1154429"/>
                  </a:lnTo>
                  <a:lnTo>
                    <a:pt x="28111" y="1154429"/>
                  </a:lnTo>
                  <a:lnTo>
                    <a:pt x="26068" y="1150620"/>
                  </a:lnTo>
                  <a:lnTo>
                    <a:pt x="25538" y="1150620"/>
                  </a:lnTo>
                  <a:lnTo>
                    <a:pt x="23035" y="1145539"/>
                  </a:lnTo>
                  <a:lnTo>
                    <a:pt x="23174" y="1145539"/>
                  </a:lnTo>
                  <a:lnTo>
                    <a:pt x="20902" y="1140459"/>
                  </a:lnTo>
                  <a:lnTo>
                    <a:pt x="19477" y="1136650"/>
                  </a:lnTo>
                  <a:lnTo>
                    <a:pt x="19103" y="1136650"/>
                  </a:lnTo>
                  <a:lnTo>
                    <a:pt x="17679" y="1131570"/>
                  </a:lnTo>
                  <a:lnTo>
                    <a:pt x="17414" y="1131570"/>
                  </a:lnTo>
                  <a:lnTo>
                    <a:pt x="16200" y="1126489"/>
                  </a:lnTo>
                  <a:lnTo>
                    <a:pt x="15976" y="1126489"/>
                  </a:lnTo>
                  <a:lnTo>
                    <a:pt x="14963" y="1121409"/>
                  </a:lnTo>
                  <a:lnTo>
                    <a:pt x="14770" y="1121409"/>
                  </a:lnTo>
                  <a:lnTo>
                    <a:pt x="13774" y="1115059"/>
                  </a:lnTo>
                  <a:lnTo>
                    <a:pt x="13101" y="1109979"/>
                  </a:lnTo>
                  <a:lnTo>
                    <a:pt x="12698" y="1104900"/>
                  </a:lnTo>
                  <a:lnTo>
                    <a:pt x="12594" y="1099820"/>
                  </a:lnTo>
                  <a:lnTo>
                    <a:pt x="12567" y="119379"/>
                  </a:lnTo>
                  <a:lnTo>
                    <a:pt x="12719" y="113029"/>
                  </a:lnTo>
                  <a:lnTo>
                    <a:pt x="24029" y="70372"/>
                  </a:lnTo>
                  <a:lnTo>
                    <a:pt x="25538" y="67309"/>
                  </a:lnTo>
                  <a:lnTo>
                    <a:pt x="26068" y="67309"/>
                  </a:lnTo>
                  <a:lnTo>
                    <a:pt x="28075" y="63567"/>
                  </a:lnTo>
                  <a:lnTo>
                    <a:pt x="28017" y="63427"/>
                  </a:lnTo>
                  <a:lnTo>
                    <a:pt x="28915" y="62229"/>
                  </a:lnTo>
                  <a:lnTo>
                    <a:pt x="30033" y="60819"/>
                  </a:lnTo>
                  <a:lnTo>
                    <a:pt x="33839" y="54686"/>
                  </a:lnTo>
                  <a:lnTo>
                    <a:pt x="33787" y="54524"/>
                  </a:lnTo>
                  <a:lnTo>
                    <a:pt x="37070" y="50800"/>
                  </a:lnTo>
                  <a:lnTo>
                    <a:pt x="36879" y="50800"/>
                  </a:lnTo>
                  <a:lnTo>
                    <a:pt x="40427" y="46989"/>
                  </a:lnTo>
                  <a:lnTo>
                    <a:pt x="40227" y="46989"/>
                  </a:lnTo>
                  <a:lnTo>
                    <a:pt x="43977" y="43179"/>
                  </a:lnTo>
                  <a:lnTo>
                    <a:pt x="43766" y="43179"/>
                  </a:lnTo>
                  <a:lnTo>
                    <a:pt x="47583" y="39480"/>
                  </a:lnTo>
                  <a:lnTo>
                    <a:pt x="47298" y="39480"/>
                  </a:lnTo>
                  <a:lnTo>
                    <a:pt x="49502" y="38100"/>
                  </a:lnTo>
                  <a:lnTo>
                    <a:pt x="50817" y="37301"/>
                  </a:lnTo>
                  <a:lnTo>
                    <a:pt x="55487" y="33139"/>
                  </a:lnTo>
                  <a:lnTo>
                    <a:pt x="55560" y="32916"/>
                  </a:lnTo>
                  <a:lnTo>
                    <a:pt x="59823" y="30479"/>
                  </a:lnTo>
                  <a:lnTo>
                    <a:pt x="59571" y="30479"/>
                  </a:lnTo>
                  <a:lnTo>
                    <a:pt x="64156" y="27939"/>
                  </a:lnTo>
                  <a:lnTo>
                    <a:pt x="63894" y="27939"/>
                  </a:lnTo>
                  <a:lnTo>
                    <a:pt x="68640" y="25400"/>
                  </a:lnTo>
                  <a:lnTo>
                    <a:pt x="68369" y="25400"/>
                  </a:lnTo>
                  <a:lnTo>
                    <a:pt x="73244" y="22859"/>
                  </a:lnTo>
                  <a:lnTo>
                    <a:pt x="72974" y="22859"/>
                  </a:lnTo>
                  <a:lnTo>
                    <a:pt x="77758" y="20437"/>
                  </a:lnTo>
                  <a:lnTo>
                    <a:pt x="77138" y="20437"/>
                  </a:lnTo>
                  <a:lnTo>
                    <a:pt x="82099" y="19231"/>
                  </a:lnTo>
                  <a:lnTo>
                    <a:pt x="82780" y="18936"/>
                  </a:lnTo>
                  <a:lnTo>
                    <a:pt x="87560" y="16627"/>
                  </a:lnTo>
                  <a:lnTo>
                    <a:pt x="87013" y="16627"/>
                  </a:lnTo>
                  <a:lnTo>
                    <a:pt x="92881" y="15239"/>
                  </a:lnTo>
                  <a:lnTo>
                    <a:pt x="92579" y="15239"/>
                  </a:lnTo>
                  <a:lnTo>
                    <a:pt x="98049" y="13970"/>
                  </a:lnTo>
                  <a:lnTo>
                    <a:pt x="97746" y="13970"/>
                  </a:lnTo>
                  <a:lnTo>
                    <a:pt x="103317" y="12700"/>
                  </a:lnTo>
                  <a:lnTo>
                    <a:pt x="324810" y="12700"/>
                  </a:lnTo>
                  <a:lnTo>
                    <a:pt x="322237" y="11429"/>
                  </a:lnTo>
                  <a:lnTo>
                    <a:pt x="316666" y="8889"/>
                  </a:lnTo>
                  <a:lnTo>
                    <a:pt x="311528" y="6350"/>
                  </a:lnTo>
                  <a:lnTo>
                    <a:pt x="311237" y="6350"/>
                  </a:lnTo>
                  <a:lnTo>
                    <a:pt x="288655" y="1270"/>
                  </a:lnTo>
                  <a:lnTo>
                    <a:pt x="288344" y="1270"/>
                  </a:lnTo>
                  <a:lnTo>
                    <a:pt x="282361" y="0"/>
                  </a:lnTo>
                  <a:close/>
                </a:path>
                <a:path w="389889" h="1217929">
                  <a:moveTo>
                    <a:pt x="113772" y="1205229"/>
                  </a:moveTo>
                  <a:lnTo>
                    <a:pt x="114095" y="1206500"/>
                  </a:lnTo>
                  <a:lnTo>
                    <a:pt x="119604" y="1206500"/>
                  </a:lnTo>
                  <a:lnTo>
                    <a:pt x="113772" y="1205229"/>
                  </a:lnTo>
                  <a:close/>
                </a:path>
                <a:path w="389889" h="1217929">
                  <a:moveTo>
                    <a:pt x="275977" y="1205229"/>
                  </a:moveTo>
                  <a:lnTo>
                    <a:pt x="270155" y="1206500"/>
                  </a:lnTo>
                  <a:lnTo>
                    <a:pt x="275666" y="1206500"/>
                  </a:lnTo>
                  <a:lnTo>
                    <a:pt x="275977" y="1205229"/>
                  </a:lnTo>
                  <a:close/>
                </a:path>
                <a:path w="389889" h="1217929">
                  <a:moveTo>
                    <a:pt x="307205" y="1198879"/>
                  </a:moveTo>
                  <a:lnTo>
                    <a:pt x="301658" y="1201559"/>
                  </a:lnTo>
                  <a:lnTo>
                    <a:pt x="296880" y="1202689"/>
                  </a:lnTo>
                  <a:lnTo>
                    <a:pt x="297181" y="1202689"/>
                  </a:lnTo>
                  <a:lnTo>
                    <a:pt x="291712" y="1203959"/>
                  </a:lnTo>
                  <a:lnTo>
                    <a:pt x="292013" y="1203959"/>
                  </a:lnTo>
                  <a:lnTo>
                    <a:pt x="286443" y="1205229"/>
                  </a:lnTo>
                  <a:lnTo>
                    <a:pt x="281406" y="1205229"/>
                  </a:lnTo>
                  <a:lnTo>
                    <a:pt x="275666" y="1206500"/>
                  </a:lnTo>
                  <a:lnTo>
                    <a:pt x="321965" y="1206500"/>
                  </a:lnTo>
                  <a:lnTo>
                    <a:pt x="327112" y="1203959"/>
                  </a:lnTo>
                  <a:lnTo>
                    <a:pt x="332092" y="1201559"/>
                  </a:lnTo>
                  <a:lnTo>
                    <a:pt x="334678" y="1200150"/>
                  </a:lnTo>
                  <a:lnTo>
                    <a:pt x="306914" y="1200150"/>
                  </a:lnTo>
                  <a:lnTo>
                    <a:pt x="307205" y="1198879"/>
                  </a:lnTo>
                  <a:close/>
                </a:path>
                <a:path w="389889" h="1217929">
                  <a:moveTo>
                    <a:pt x="82544" y="1198879"/>
                  </a:moveTo>
                  <a:lnTo>
                    <a:pt x="82837" y="1200150"/>
                  </a:lnTo>
                  <a:lnTo>
                    <a:pt x="85174" y="1200150"/>
                  </a:lnTo>
                  <a:lnTo>
                    <a:pt x="82544" y="1198879"/>
                  </a:lnTo>
                  <a:close/>
                </a:path>
                <a:path w="389889" h="1217929">
                  <a:moveTo>
                    <a:pt x="321392" y="1192529"/>
                  </a:moveTo>
                  <a:lnTo>
                    <a:pt x="316505" y="1195070"/>
                  </a:lnTo>
                  <a:lnTo>
                    <a:pt x="316787" y="1195070"/>
                  </a:lnTo>
                  <a:lnTo>
                    <a:pt x="311769" y="1197609"/>
                  </a:lnTo>
                  <a:lnTo>
                    <a:pt x="312051" y="1197609"/>
                  </a:lnTo>
                  <a:lnTo>
                    <a:pt x="306914" y="1200150"/>
                  </a:lnTo>
                  <a:lnTo>
                    <a:pt x="334678" y="1200150"/>
                  </a:lnTo>
                  <a:lnTo>
                    <a:pt x="336975" y="1198879"/>
                  </a:lnTo>
                  <a:lnTo>
                    <a:pt x="341661" y="1195070"/>
                  </a:lnTo>
                  <a:lnTo>
                    <a:pt x="343166" y="1193800"/>
                  </a:lnTo>
                  <a:lnTo>
                    <a:pt x="321120" y="1193800"/>
                  </a:lnTo>
                  <a:lnTo>
                    <a:pt x="321392" y="1192529"/>
                  </a:lnTo>
                  <a:close/>
                </a:path>
                <a:path w="389889" h="1217929">
                  <a:moveTo>
                    <a:pt x="68369" y="1192529"/>
                  </a:moveTo>
                  <a:lnTo>
                    <a:pt x="68640" y="1193800"/>
                  </a:lnTo>
                  <a:lnTo>
                    <a:pt x="70806" y="1193800"/>
                  </a:lnTo>
                  <a:lnTo>
                    <a:pt x="68369" y="1192529"/>
                  </a:lnTo>
                  <a:close/>
                </a:path>
                <a:path w="389889" h="1217929">
                  <a:moveTo>
                    <a:pt x="370771" y="1163405"/>
                  </a:moveTo>
                  <a:lnTo>
                    <a:pt x="355973" y="1163405"/>
                  </a:lnTo>
                  <a:lnTo>
                    <a:pt x="352690" y="1167129"/>
                  </a:lnTo>
                  <a:lnTo>
                    <a:pt x="352882" y="1167129"/>
                  </a:lnTo>
                  <a:lnTo>
                    <a:pt x="349322" y="1170939"/>
                  </a:lnTo>
                  <a:lnTo>
                    <a:pt x="349523" y="1170939"/>
                  </a:lnTo>
                  <a:lnTo>
                    <a:pt x="345782" y="1174750"/>
                  </a:lnTo>
                  <a:lnTo>
                    <a:pt x="345994" y="1174750"/>
                  </a:lnTo>
                  <a:lnTo>
                    <a:pt x="342177" y="1178449"/>
                  </a:lnTo>
                  <a:lnTo>
                    <a:pt x="342124" y="1178658"/>
                  </a:lnTo>
                  <a:lnTo>
                    <a:pt x="341581" y="1179026"/>
                  </a:lnTo>
                  <a:lnTo>
                    <a:pt x="338898" y="1180668"/>
                  </a:lnTo>
                  <a:lnTo>
                    <a:pt x="334275" y="1184790"/>
                  </a:lnTo>
                  <a:lnTo>
                    <a:pt x="334200" y="1185013"/>
                  </a:lnTo>
                  <a:lnTo>
                    <a:pt x="329938" y="1187450"/>
                  </a:lnTo>
                  <a:lnTo>
                    <a:pt x="330189" y="1187450"/>
                  </a:lnTo>
                  <a:lnTo>
                    <a:pt x="326412" y="1189542"/>
                  </a:lnTo>
                  <a:lnTo>
                    <a:pt x="321120" y="1193800"/>
                  </a:lnTo>
                  <a:lnTo>
                    <a:pt x="343166" y="1193800"/>
                  </a:lnTo>
                  <a:lnTo>
                    <a:pt x="346175" y="1191259"/>
                  </a:lnTo>
                  <a:lnTo>
                    <a:pt x="354882" y="1183639"/>
                  </a:lnTo>
                  <a:lnTo>
                    <a:pt x="358622" y="1179829"/>
                  </a:lnTo>
                  <a:lnTo>
                    <a:pt x="362383" y="1174750"/>
                  </a:lnTo>
                  <a:lnTo>
                    <a:pt x="365931" y="1170939"/>
                  </a:lnTo>
                  <a:lnTo>
                    <a:pt x="369270" y="1165859"/>
                  </a:lnTo>
                  <a:lnTo>
                    <a:pt x="370771" y="1163405"/>
                  </a:lnTo>
                  <a:close/>
                </a:path>
                <a:path w="389889" h="1217929">
                  <a:moveTo>
                    <a:pt x="326412" y="1189542"/>
                  </a:moveTo>
                  <a:lnTo>
                    <a:pt x="325383" y="1190112"/>
                  </a:lnTo>
                  <a:lnTo>
                    <a:pt x="325703" y="1190112"/>
                  </a:lnTo>
                  <a:lnTo>
                    <a:pt x="326412" y="1189542"/>
                  </a:lnTo>
                  <a:close/>
                </a:path>
                <a:path w="389889" h="1217929">
                  <a:moveTo>
                    <a:pt x="55470" y="1184790"/>
                  </a:moveTo>
                  <a:lnTo>
                    <a:pt x="55560" y="1185013"/>
                  </a:lnTo>
                  <a:lnTo>
                    <a:pt x="56050" y="1185294"/>
                  </a:lnTo>
                  <a:lnTo>
                    <a:pt x="55470" y="1184790"/>
                  </a:lnTo>
                  <a:close/>
                </a:path>
                <a:path w="389889" h="1217929">
                  <a:moveTo>
                    <a:pt x="334275" y="1184790"/>
                  </a:moveTo>
                  <a:lnTo>
                    <a:pt x="333709" y="1185294"/>
                  </a:lnTo>
                  <a:lnTo>
                    <a:pt x="334200" y="1185013"/>
                  </a:lnTo>
                  <a:lnTo>
                    <a:pt x="334275" y="1184790"/>
                  </a:lnTo>
                  <a:close/>
                </a:path>
                <a:path w="389889" h="1217929">
                  <a:moveTo>
                    <a:pt x="50881" y="1180668"/>
                  </a:moveTo>
                  <a:lnTo>
                    <a:pt x="51476" y="1181215"/>
                  </a:lnTo>
                  <a:lnTo>
                    <a:pt x="51411" y="1180996"/>
                  </a:lnTo>
                  <a:lnTo>
                    <a:pt x="50881" y="1180668"/>
                  </a:lnTo>
                  <a:close/>
                </a:path>
                <a:path w="389889" h="1217929">
                  <a:moveTo>
                    <a:pt x="338879" y="1180668"/>
                  </a:moveTo>
                  <a:lnTo>
                    <a:pt x="338349" y="1180996"/>
                  </a:lnTo>
                  <a:lnTo>
                    <a:pt x="338284" y="1181215"/>
                  </a:lnTo>
                  <a:lnTo>
                    <a:pt x="338879" y="1180668"/>
                  </a:lnTo>
                  <a:close/>
                </a:path>
                <a:path w="389889" h="1217929">
                  <a:moveTo>
                    <a:pt x="47583" y="1178449"/>
                  </a:moveTo>
                  <a:lnTo>
                    <a:pt x="47636" y="1178658"/>
                  </a:lnTo>
                  <a:lnTo>
                    <a:pt x="48229" y="1179026"/>
                  </a:lnTo>
                  <a:lnTo>
                    <a:pt x="47583" y="1178449"/>
                  </a:lnTo>
                  <a:close/>
                </a:path>
                <a:path w="389889" h="1217929">
                  <a:moveTo>
                    <a:pt x="342177" y="1178449"/>
                  </a:moveTo>
                  <a:lnTo>
                    <a:pt x="341581" y="1179026"/>
                  </a:lnTo>
                  <a:lnTo>
                    <a:pt x="342124" y="1178658"/>
                  </a:lnTo>
                  <a:lnTo>
                    <a:pt x="342177" y="1178449"/>
                  </a:lnTo>
                  <a:close/>
                </a:path>
                <a:path w="389889" h="1217929">
                  <a:moveTo>
                    <a:pt x="33936" y="1163405"/>
                  </a:moveTo>
                  <a:lnTo>
                    <a:pt x="33787" y="1163405"/>
                  </a:lnTo>
                  <a:lnTo>
                    <a:pt x="34323" y="1164014"/>
                  </a:lnTo>
                  <a:lnTo>
                    <a:pt x="33936" y="1163405"/>
                  </a:lnTo>
                  <a:close/>
                </a:path>
                <a:path w="389889" h="1217929">
                  <a:moveTo>
                    <a:pt x="359025" y="1158239"/>
                  </a:moveTo>
                  <a:lnTo>
                    <a:pt x="355436" y="1164014"/>
                  </a:lnTo>
                  <a:lnTo>
                    <a:pt x="355973" y="1163405"/>
                  </a:lnTo>
                  <a:lnTo>
                    <a:pt x="370771" y="1163405"/>
                  </a:lnTo>
                  <a:lnTo>
                    <a:pt x="372376" y="1160779"/>
                  </a:lnTo>
                  <a:lnTo>
                    <a:pt x="373098" y="1159509"/>
                  </a:lnTo>
                  <a:lnTo>
                    <a:pt x="358853" y="1159509"/>
                  </a:lnTo>
                  <a:lnTo>
                    <a:pt x="359025" y="1158239"/>
                  </a:lnTo>
                  <a:close/>
                </a:path>
                <a:path w="389889" h="1217929">
                  <a:moveTo>
                    <a:pt x="30736" y="1158239"/>
                  </a:moveTo>
                  <a:lnTo>
                    <a:pt x="30906" y="1159509"/>
                  </a:lnTo>
                  <a:lnTo>
                    <a:pt x="31523" y="1159509"/>
                  </a:lnTo>
                  <a:lnTo>
                    <a:pt x="30736" y="1158239"/>
                  </a:lnTo>
                  <a:close/>
                </a:path>
                <a:path w="389889" h="1217929">
                  <a:moveTo>
                    <a:pt x="364363" y="1149350"/>
                  </a:moveTo>
                  <a:lnTo>
                    <a:pt x="361638" y="1154429"/>
                  </a:lnTo>
                  <a:lnTo>
                    <a:pt x="361800" y="1154429"/>
                  </a:lnTo>
                  <a:lnTo>
                    <a:pt x="358853" y="1159509"/>
                  </a:lnTo>
                  <a:lnTo>
                    <a:pt x="373098" y="1159509"/>
                  </a:lnTo>
                  <a:lnTo>
                    <a:pt x="375262" y="1155700"/>
                  </a:lnTo>
                  <a:lnTo>
                    <a:pt x="377906" y="1150620"/>
                  </a:lnTo>
                  <a:lnTo>
                    <a:pt x="364223" y="1150620"/>
                  </a:lnTo>
                  <a:lnTo>
                    <a:pt x="364363" y="1149350"/>
                  </a:lnTo>
                  <a:close/>
                </a:path>
                <a:path w="389889" h="1217929">
                  <a:moveTo>
                    <a:pt x="25387" y="1149350"/>
                  </a:moveTo>
                  <a:lnTo>
                    <a:pt x="25538" y="1150620"/>
                  </a:lnTo>
                  <a:lnTo>
                    <a:pt x="26068" y="1150620"/>
                  </a:lnTo>
                  <a:lnTo>
                    <a:pt x="25387" y="1149350"/>
                  </a:lnTo>
                  <a:close/>
                </a:path>
                <a:path w="389889" h="1217929">
                  <a:moveTo>
                    <a:pt x="370757" y="1135379"/>
                  </a:moveTo>
                  <a:lnTo>
                    <a:pt x="368736" y="1140459"/>
                  </a:lnTo>
                  <a:lnTo>
                    <a:pt x="365761" y="1147485"/>
                  </a:lnTo>
                  <a:lnTo>
                    <a:pt x="364223" y="1150620"/>
                  </a:lnTo>
                  <a:lnTo>
                    <a:pt x="377906" y="1150620"/>
                  </a:lnTo>
                  <a:lnTo>
                    <a:pt x="380429" y="1145539"/>
                  </a:lnTo>
                  <a:lnTo>
                    <a:pt x="382562" y="1140459"/>
                  </a:lnTo>
                  <a:lnTo>
                    <a:pt x="383683" y="1136650"/>
                  </a:lnTo>
                  <a:lnTo>
                    <a:pt x="370657" y="1136650"/>
                  </a:lnTo>
                  <a:lnTo>
                    <a:pt x="370757" y="1135379"/>
                  </a:lnTo>
                  <a:close/>
                </a:path>
                <a:path w="389889" h="1217929">
                  <a:moveTo>
                    <a:pt x="19003" y="1135379"/>
                  </a:moveTo>
                  <a:lnTo>
                    <a:pt x="19103" y="1136650"/>
                  </a:lnTo>
                  <a:lnTo>
                    <a:pt x="19477" y="1136650"/>
                  </a:lnTo>
                  <a:lnTo>
                    <a:pt x="19003" y="1135379"/>
                  </a:lnTo>
                  <a:close/>
                </a:path>
                <a:path w="389889" h="1217929">
                  <a:moveTo>
                    <a:pt x="372437" y="1130300"/>
                  </a:moveTo>
                  <a:lnTo>
                    <a:pt x="370657" y="1136650"/>
                  </a:lnTo>
                  <a:lnTo>
                    <a:pt x="383683" y="1136650"/>
                  </a:lnTo>
                  <a:lnTo>
                    <a:pt x="384431" y="1134109"/>
                  </a:lnTo>
                  <a:lnTo>
                    <a:pt x="385231" y="1131570"/>
                  </a:lnTo>
                  <a:lnTo>
                    <a:pt x="372336" y="1131570"/>
                  </a:lnTo>
                  <a:lnTo>
                    <a:pt x="372437" y="1130300"/>
                  </a:lnTo>
                  <a:close/>
                </a:path>
                <a:path w="389889" h="1217929">
                  <a:moveTo>
                    <a:pt x="17324" y="1130300"/>
                  </a:moveTo>
                  <a:lnTo>
                    <a:pt x="17414" y="1131570"/>
                  </a:lnTo>
                  <a:lnTo>
                    <a:pt x="17679" y="1131570"/>
                  </a:lnTo>
                  <a:lnTo>
                    <a:pt x="17324" y="1130300"/>
                  </a:lnTo>
                  <a:close/>
                </a:path>
                <a:path w="389889" h="1217929">
                  <a:moveTo>
                    <a:pt x="373865" y="1125220"/>
                  </a:moveTo>
                  <a:lnTo>
                    <a:pt x="372336" y="1131570"/>
                  </a:lnTo>
                  <a:lnTo>
                    <a:pt x="385231" y="1131570"/>
                  </a:lnTo>
                  <a:lnTo>
                    <a:pt x="386030" y="1129029"/>
                  </a:lnTo>
                  <a:lnTo>
                    <a:pt x="386557" y="1126489"/>
                  </a:lnTo>
                  <a:lnTo>
                    <a:pt x="373783" y="1126489"/>
                  </a:lnTo>
                  <a:lnTo>
                    <a:pt x="373865" y="1125220"/>
                  </a:lnTo>
                  <a:close/>
                </a:path>
                <a:path w="389889" h="1217929">
                  <a:moveTo>
                    <a:pt x="15896" y="1125220"/>
                  </a:moveTo>
                  <a:lnTo>
                    <a:pt x="15976" y="1126489"/>
                  </a:lnTo>
                  <a:lnTo>
                    <a:pt x="16200" y="1126489"/>
                  </a:lnTo>
                  <a:lnTo>
                    <a:pt x="15896" y="1125220"/>
                  </a:lnTo>
                  <a:close/>
                </a:path>
                <a:path w="389889" h="1217929">
                  <a:moveTo>
                    <a:pt x="375557" y="1117605"/>
                  </a:moveTo>
                  <a:lnTo>
                    <a:pt x="373783" y="1126489"/>
                  </a:lnTo>
                  <a:lnTo>
                    <a:pt x="386557" y="1126489"/>
                  </a:lnTo>
                  <a:lnTo>
                    <a:pt x="387612" y="1121409"/>
                  </a:lnTo>
                  <a:lnTo>
                    <a:pt x="374990" y="1121409"/>
                  </a:lnTo>
                  <a:lnTo>
                    <a:pt x="375557" y="1117605"/>
                  </a:lnTo>
                  <a:close/>
                </a:path>
                <a:path w="389889" h="1217929">
                  <a:moveTo>
                    <a:pt x="14714" y="1120158"/>
                  </a:moveTo>
                  <a:lnTo>
                    <a:pt x="14770" y="1121409"/>
                  </a:lnTo>
                  <a:lnTo>
                    <a:pt x="14963" y="1121409"/>
                  </a:lnTo>
                  <a:lnTo>
                    <a:pt x="14714" y="1120158"/>
                  </a:lnTo>
                  <a:close/>
                </a:path>
                <a:path w="389889" h="1217929">
                  <a:moveTo>
                    <a:pt x="378037" y="67309"/>
                  </a:moveTo>
                  <a:lnTo>
                    <a:pt x="364223" y="67309"/>
                  </a:lnTo>
                  <a:lnTo>
                    <a:pt x="366740" y="72440"/>
                  </a:lnTo>
                  <a:lnTo>
                    <a:pt x="366607" y="72440"/>
                  </a:lnTo>
                  <a:lnTo>
                    <a:pt x="377061" y="113029"/>
                  </a:lnTo>
                  <a:lnTo>
                    <a:pt x="377041" y="1104900"/>
                  </a:lnTo>
                  <a:lnTo>
                    <a:pt x="376619" y="1109979"/>
                  </a:lnTo>
                  <a:lnTo>
                    <a:pt x="375936" y="1115059"/>
                  </a:lnTo>
                  <a:lnTo>
                    <a:pt x="374990" y="1121409"/>
                  </a:lnTo>
                  <a:lnTo>
                    <a:pt x="387612" y="1121409"/>
                  </a:lnTo>
                  <a:lnTo>
                    <a:pt x="388401" y="1117605"/>
                  </a:lnTo>
                  <a:lnTo>
                    <a:pt x="389157" y="1111250"/>
                  </a:lnTo>
                  <a:lnTo>
                    <a:pt x="389609" y="1104900"/>
                  </a:lnTo>
                  <a:lnTo>
                    <a:pt x="389750" y="1099820"/>
                  </a:lnTo>
                  <a:lnTo>
                    <a:pt x="389750" y="119379"/>
                  </a:lnTo>
                  <a:lnTo>
                    <a:pt x="389589" y="113029"/>
                  </a:lnTo>
                  <a:lnTo>
                    <a:pt x="389243" y="107950"/>
                  </a:lnTo>
                  <a:lnTo>
                    <a:pt x="389157" y="106679"/>
                  </a:lnTo>
                  <a:lnTo>
                    <a:pt x="388353" y="100329"/>
                  </a:lnTo>
                  <a:lnTo>
                    <a:pt x="385950" y="88900"/>
                  </a:lnTo>
                  <a:lnTo>
                    <a:pt x="384341" y="83820"/>
                  </a:lnTo>
                  <a:lnTo>
                    <a:pt x="382451" y="77470"/>
                  </a:lnTo>
                  <a:lnTo>
                    <a:pt x="380330" y="72440"/>
                  </a:lnTo>
                  <a:lnTo>
                    <a:pt x="378037" y="67309"/>
                  </a:lnTo>
                  <a:close/>
                </a:path>
                <a:path w="389889" h="1217929">
                  <a:moveTo>
                    <a:pt x="26068" y="67309"/>
                  </a:moveTo>
                  <a:lnTo>
                    <a:pt x="25538" y="67309"/>
                  </a:lnTo>
                  <a:lnTo>
                    <a:pt x="25387" y="68579"/>
                  </a:lnTo>
                  <a:lnTo>
                    <a:pt x="26068" y="67309"/>
                  </a:lnTo>
                  <a:close/>
                </a:path>
                <a:path w="389889" h="1217929">
                  <a:moveTo>
                    <a:pt x="341672" y="38991"/>
                  </a:moveTo>
                  <a:lnTo>
                    <a:pt x="345994" y="43179"/>
                  </a:lnTo>
                  <a:lnTo>
                    <a:pt x="345782" y="43179"/>
                  </a:lnTo>
                  <a:lnTo>
                    <a:pt x="349523" y="46989"/>
                  </a:lnTo>
                  <a:lnTo>
                    <a:pt x="349322" y="46989"/>
                  </a:lnTo>
                  <a:lnTo>
                    <a:pt x="352882" y="50800"/>
                  </a:lnTo>
                  <a:lnTo>
                    <a:pt x="352690" y="50800"/>
                  </a:lnTo>
                  <a:lnTo>
                    <a:pt x="355973" y="54524"/>
                  </a:lnTo>
                  <a:lnTo>
                    <a:pt x="355932" y="54686"/>
                  </a:lnTo>
                  <a:lnTo>
                    <a:pt x="360029" y="61305"/>
                  </a:lnTo>
                  <a:lnTo>
                    <a:pt x="361310" y="62867"/>
                  </a:lnTo>
                  <a:lnTo>
                    <a:pt x="361737" y="63427"/>
                  </a:lnTo>
                  <a:lnTo>
                    <a:pt x="361674" y="63567"/>
                  </a:lnTo>
                  <a:lnTo>
                    <a:pt x="364363" y="68579"/>
                  </a:lnTo>
                  <a:lnTo>
                    <a:pt x="364223" y="67309"/>
                  </a:lnTo>
                  <a:lnTo>
                    <a:pt x="378037" y="67309"/>
                  </a:lnTo>
                  <a:lnTo>
                    <a:pt x="375403" y="62229"/>
                  </a:lnTo>
                  <a:lnTo>
                    <a:pt x="372537" y="57150"/>
                  </a:lnTo>
                  <a:lnTo>
                    <a:pt x="371036" y="54686"/>
                  </a:lnTo>
                  <a:lnTo>
                    <a:pt x="370937" y="54524"/>
                  </a:lnTo>
                  <a:lnTo>
                    <a:pt x="355973" y="54524"/>
                  </a:lnTo>
                  <a:lnTo>
                    <a:pt x="355501" y="53989"/>
                  </a:lnTo>
                  <a:lnTo>
                    <a:pt x="370610" y="53989"/>
                  </a:lnTo>
                  <a:lnTo>
                    <a:pt x="369440" y="52070"/>
                  </a:lnTo>
                  <a:lnTo>
                    <a:pt x="366113" y="48259"/>
                  </a:lnTo>
                  <a:lnTo>
                    <a:pt x="362573" y="43179"/>
                  </a:lnTo>
                  <a:lnTo>
                    <a:pt x="358931" y="39480"/>
                  </a:lnTo>
                  <a:lnTo>
                    <a:pt x="342462" y="39480"/>
                  </a:lnTo>
                  <a:lnTo>
                    <a:pt x="341672" y="38991"/>
                  </a:lnTo>
                  <a:close/>
                </a:path>
                <a:path w="389889" h="1217929">
                  <a:moveTo>
                    <a:pt x="28450" y="62867"/>
                  </a:moveTo>
                  <a:lnTo>
                    <a:pt x="28017" y="63427"/>
                  </a:lnTo>
                  <a:lnTo>
                    <a:pt x="28080" y="63567"/>
                  </a:lnTo>
                  <a:lnTo>
                    <a:pt x="28450" y="62867"/>
                  </a:lnTo>
                  <a:close/>
                </a:path>
                <a:path w="389889" h="1217929">
                  <a:moveTo>
                    <a:pt x="361310" y="62867"/>
                  </a:moveTo>
                  <a:lnTo>
                    <a:pt x="361599" y="63427"/>
                  </a:lnTo>
                  <a:lnTo>
                    <a:pt x="361674" y="63567"/>
                  </a:lnTo>
                  <a:lnTo>
                    <a:pt x="361737" y="63427"/>
                  </a:lnTo>
                  <a:lnTo>
                    <a:pt x="361310" y="62867"/>
                  </a:lnTo>
                  <a:close/>
                </a:path>
                <a:path w="389889" h="1217929">
                  <a:moveTo>
                    <a:pt x="30783" y="59613"/>
                  </a:moveTo>
                  <a:lnTo>
                    <a:pt x="30708" y="59772"/>
                  </a:lnTo>
                  <a:lnTo>
                    <a:pt x="30185" y="60623"/>
                  </a:lnTo>
                  <a:lnTo>
                    <a:pt x="30842" y="59772"/>
                  </a:lnTo>
                  <a:lnTo>
                    <a:pt x="30783" y="59613"/>
                  </a:lnTo>
                  <a:close/>
                </a:path>
                <a:path w="389889" h="1217929">
                  <a:moveTo>
                    <a:pt x="358977" y="59613"/>
                  </a:moveTo>
                  <a:lnTo>
                    <a:pt x="358917" y="59772"/>
                  </a:lnTo>
                  <a:lnTo>
                    <a:pt x="359575" y="60623"/>
                  </a:lnTo>
                  <a:lnTo>
                    <a:pt x="359076" y="59772"/>
                  </a:lnTo>
                  <a:lnTo>
                    <a:pt x="358977" y="59613"/>
                  </a:lnTo>
                  <a:close/>
                </a:path>
                <a:path w="389889" h="1217929">
                  <a:moveTo>
                    <a:pt x="34268" y="53989"/>
                  </a:moveTo>
                  <a:lnTo>
                    <a:pt x="33787" y="54524"/>
                  </a:lnTo>
                  <a:lnTo>
                    <a:pt x="33836" y="54686"/>
                  </a:lnTo>
                  <a:lnTo>
                    <a:pt x="34268" y="53989"/>
                  </a:lnTo>
                  <a:close/>
                </a:path>
                <a:path w="389889" h="1217929">
                  <a:moveTo>
                    <a:pt x="48088" y="38991"/>
                  </a:moveTo>
                  <a:lnTo>
                    <a:pt x="47298" y="39480"/>
                  </a:lnTo>
                  <a:lnTo>
                    <a:pt x="47583" y="39480"/>
                  </a:lnTo>
                  <a:lnTo>
                    <a:pt x="48088" y="38991"/>
                  </a:lnTo>
                  <a:close/>
                </a:path>
                <a:path w="389889" h="1217929">
                  <a:moveTo>
                    <a:pt x="324810" y="12700"/>
                  </a:moveTo>
                  <a:lnTo>
                    <a:pt x="286443" y="12700"/>
                  </a:lnTo>
                  <a:lnTo>
                    <a:pt x="292013" y="13970"/>
                  </a:lnTo>
                  <a:lnTo>
                    <a:pt x="291712" y="13970"/>
                  </a:lnTo>
                  <a:lnTo>
                    <a:pt x="297181" y="15239"/>
                  </a:lnTo>
                  <a:lnTo>
                    <a:pt x="296880" y="15239"/>
                  </a:lnTo>
                  <a:lnTo>
                    <a:pt x="302746" y="16627"/>
                  </a:lnTo>
                  <a:lnTo>
                    <a:pt x="302199" y="16627"/>
                  </a:lnTo>
                  <a:lnTo>
                    <a:pt x="307581" y="19231"/>
                  </a:lnTo>
                  <a:lnTo>
                    <a:pt x="312545" y="20437"/>
                  </a:lnTo>
                  <a:lnTo>
                    <a:pt x="312002" y="20437"/>
                  </a:lnTo>
                  <a:lnTo>
                    <a:pt x="316787" y="22859"/>
                  </a:lnTo>
                  <a:lnTo>
                    <a:pt x="316505" y="22859"/>
                  </a:lnTo>
                  <a:lnTo>
                    <a:pt x="321392" y="25400"/>
                  </a:lnTo>
                  <a:lnTo>
                    <a:pt x="321120" y="25400"/>
                  </a:lnTo>
                  <a:lnTo>
                    <a:pt x="325856" y="27939"/>
                  </a:lnTo>
                  <a:lnTo>
                    <a:pt x="325605" y="27939"/>
                  </a:lnTo>
                  <a:lnTo>
                    <a:pt x="330189" y="30479"/>
                  </a:lnTo>
                  <a:lnTo>
                    <a:pt x="329938" y="30479"/>
                  </a:lnTo>
                  <a:lnTo>
                    <a:pt x="334200" y="32916"/>
                  </a:lnTo>
                  <a:lnTo>
                    <a:pt x="334290" y="33139"/>
                  </a:lnTo>
                  <a:lnTo>
                    <a:pt x="339090" y="37432"/>
                  </a:lnTo>
                  <a:lnTo>
                    <a:pt x="342462" y="39480"/>
                  </a:lnTo>
                  <a:lnTo>
                    <a:pt x="358908" y="39480"/>
                  </a:lnTo>
                  <a:lnTo>
                    <a:pt x="337443" y="20437"/>
                  </a:lnTo>
                  <a:lnTo>
                    <a:pt x="335842" y="19231"/>
                  </a:lnTo>
                  <a:lnTo>
                    <a:pt x="332531" y="16627"/>
                  </a:lnTo>
                  <a:lnTo>
                    <a:pt x="329883" y="15239"/>
                  </a:lnTo>
                  <a:lnTo>
                    <a:pt x="327384" y="13970"/>
                  </a:lnTo>
                  <a:lnTo>
                    <a:pt x="324810" y="12700"/>
                  </a:lnTo>
                  <a:close/>
                </a:path>
                <a:path w="389889" h="1217929">
                  <a:moveTo>
                    <a:pt x="51476" y="36715"/>
                  </a:moveTo>
                  <a:lnTo>
                    <a:pt x="50838" y="37301"/>
                  </a:lnTo>
                  <a:lnTo>
                    <a:pt x="51410" y="36934"/>
                  </a:lnTo>
                  <a:lnTo>
                    <a:pt x="51476" y="36715"/>
                  </a:lnTo>
                  <a:close/>
                </a:path>
                <a:path w="389889" h="1217929">
                  <a:moveTo>
                    <a:pt x="338285" y="36715"/>
                  </a:moveTo>
                  <a:lnTo>
                    <a:pt x="338349" y="36934"/>
                  </a:lnTo>
                  <a:lnTo>
                    <a:pt x="338942" y="37301"/>
                  </a:lnTo>
                  <a:lnTo>
                    <a:pt x="338285" y="36715"/>
                  </a:lnTo>
                  <a:close/>
                </a:path>
                <a:path w="389889" h="1217929">
                  <a:moveTo>
                    <a:pt x="56021" y="32662"/>
                  </a:moveTo>
                  <a:lnTo>
                    <a:pt x="55560" y="32916"/>
                  </a:lnTo>
                  <a:lnTo>
                    <a:pt x="55485" y="33139"/>
                  </a:lnTo>
                  <a:lnTo>
                    <a:pt x="56021" y="32662"/>
                  </a:lnTo>
                  <a:close/>
                </a:path>
                <a:path w="389889" h="1217929">
                  <a:moveTo>
                    <a:pt x="333755" y="32662"/>
                  </a:moveTo>
                  <a:lnTo>
                    <a:pt x="334290" y="33139"/>
                  </a:lnTo>
                  <a:lnTo>
                    <a:pt x="334200" y="32916"/>
                  </a:lnTo>
                  <a:lnTo>
                    <a:pt x="333755" y="32662"/>
                  </a:lnTo>
                  <a:close/>
                </a:path>
                <a:path w="389889" h="1217929">
                  <a:moveTo>
                    <a:pt x="82781" y="18936"/>
                  </a:moveTo>
                  <a:lnTo>
                    <a:pt x="82177" y="19231"/>
                  </a:lnTo>
                  <a:lnTo>
                    <a:pt x="82424" y="19231"/>
                  </a:lnTo>
                  <a:lnTo>
                    <a:pt x="82781" y="18936"/>
                  </a:lnTo>
                  <a:close/>
                </a:path>
                <a:path w="389889" h="1217929">
                  <a:moveTo>
                    <a:pt x="306970" y="18936"/>
                  </a:moveTo>
                  <a:lnTo>
                    <a:pt x="307325" y="19231"/>
                  </a:lnTo>
                  <a:lnTo>
                    <a:pt x="307581" y="19231"/>
                  </a:lnTo>
                  <a:lnTo>
                    <a:pt x="306970" y="18936"/>
                  </a:lnTo>
                  <a:close/>
                </a:path>
                <a:path w="389889" h="1217929">
                  <a:moveTo>
                    <a:pt x="108666" y="12700"/>
                  </a:moveTo>
                  <a:lnTo>
                    <a:pt x="103317" y="12700"/>
                  </a:lnTo>
                  <a:lnTo>
                    <a:pt x="103005" y="13970"/>
                  </a:lnTo>
                  <a:lnTo>
                    <a:pt x="108666" y="12700"/>
                  </a:lnTo>
                  <a:close/>
                </a:path>
                <a:path w="389889" h="1217929">
                  <a:moveTo>
                    <a:pt x="286443" y="12700"/>
                  </a:moveTo>
                  <a:lnTo>
                    <a:pt x="281095" y="12700"/>
                  </a:lnTo>
                  <a:lnTo>
                    <a:pt x="286755" y="13970"/>
                  </a:lnTo>
                  <a:lnTo>
                    <a:pt x="286443" y="12700"/>
                  </a:lnTo>
                  <a:close/>
                </a:path>
              </a:pathLst>
            </a:custGeom>
            <a:solidFill>
              <a:srgbClr val="9FB6D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/>
          <p:cNvSpPr txBox="1"/>
          <p:nvPr/>
        </p:nvSpPr>
        <p:spPr>
          <a:xfrm>
            <a:off x="1798869" y="2854210"/>
            <a:ext cx="330835" cy="96583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algn="ctr">
              <a:lnSpc>
                <a:spcPts val="775"/>
              </a:lnSpc>
            </a:pPr>
            <a:r>
              <a:rPr dirty="0" sz="700" spc="-40">
                <a:solidFill>
                  <a:srgbClr val="5C6F77"/>
                </a:solidFill>
                <a:latin typeface="Segoe UI Symbol"/>
                <a:cs typeface="Segoe UI Symbol"/>
              </a:rPr>
              <a:t>COMPLIANCE</a:t>
            </a:r>
            <a:r>
              <a:rPr dirty="0" sz="700" spc="45">
                <a:solidFill>
                  <a:srgbClr val="5C6F77"/>
                </a:solidFill>
                <a:latin typeface="Segoe UI Symbol"/>
                <a:cs typeface="Segoe UI Symbol"/>
              </a:rPr>
              <a:t> </a:t>
            </a:r>
            <a:r>
              <a:rPr dirty="0" sz="700" spc="-10">
                <a:solidFill>
                  <a:srgbClr val="5C6F77"/>
                </a:solidFill>
                <a:latin typeface="Segoe UI Symbol"/>
                <a:cs typeface="Segoe UI Symbol"/>
              </a:rPr>
              <a:t>COVERAGE</a:t>
            </a:r>
            <a:endParaRPr sz="700">
              <a:latin typeface="Segoe UI Symbol"/>
              <a:cs typeface="Segoe UI Symbol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dirty="0" sz="1350" spc="-10">
                <a:solidFill>
                  <a:srgbClr val="03064C"/>
                </a:solidFill>
                <a:latin typeface="Segoe UI Symbol"/>
                <a:cs typeface="Segoe UI Symbol"/>
              </a:rPr>
              <a:t>99.8%</a:t>
            </a:r>
            <a:endParaRPr sz="1350">
              <a:latin typeface="Segoe UI Symbol"/>
              <a:cs typeface="Segoe UI Symbo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823765" y="7696207"/>
            <a:ext cx="1364615" cy="7620"/>
          </a:xfrm>
          <a:custGeom>
            <a:avLst/>
            <a:gdLst/>
            <a:ahLst/>
            <a:cxnLst/>
            <a:rect l="l" t="t" r="r" b="b"/>
            <a:pathLst>
              <a:path w="1364614" h="7620">
                <a:moveTo>
                  <a:pt x="1364410" y="0"/>
                </a:moveTo>
                <a:lnTo>
                  <a:pt x="0" y="0"/>
                </a:lnTo>
                <a:lnTo>
                  <a:pt x="0" y="7541"/>
                </a:lnTo>
                <a:lnTo>
                  <a:pt x="1364410" y="7541"/>
                </a:lnTo>
                <a:lnTo>
                  <a:pt x="136441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8" name="object 48"/>
          <p:cNvGrpSpPr/>
          <p:nvPr/>
        </p:nvGrpSpPr>
        <p:grpSpPr>
          <a:xfrm>
            <a:off x="3813942" y="7887899"/>
            <a:ext cx="1374775" cy="1891030"/>
            <a:chOff x="3813942" y="7887899"/>
            <a:chExt cx="1374775" cy="1891030"/>
          </a:xfrm>
        </p:grpSpPr>
        <p:sp>
          <p:nvSpPr>
            <p:cNvPr id="49" name="object 49"/>
            <p:cNvSpPr/>
            <p:nvPr/>
          </p:nvSpPr>
          <p:spPr>
            <a:xfrm>
              <a:off x="3823754" y="8149589"/>
              <a:ext cx="1364615" cy="1367790"/>
            </a:xfrm>
            <a:custGeom>
              <a:avLst/>
              <a:gdLst/>
              <a:ahLst/>
              <a:cxnLst/>
              <a:rect l="l" t="t" r="r" b="b"/>
              <a:pathLst>
                <a:path w="1364614" h="1367790">
                  <a:moveTo>
                    <a:pt x="1364411" y="1360119"/>
                  </a:moveTo>
                  <a:lnTo>
                    <a:pt x="0" y="1360119"/>
                  </a:lnTo>
                  <a:lnTo>
                    <a:pt x="0" y="1367650"/>
                  </a:lnTo>
                  <a:lnTo>
                    <a:pt x="1364411" y="1367650"/>
                  </a:lnTo>
                  <a:lnTo>
                    <a:pt x="1364411" y="1360119"/>
                  </a:lnTo>
                  <a:close/>
                </a:path>
                <a:path w="1364614" h="1367790">
                  <a:moveTo>
                    <a:pt x="1364411" y="906741"/>
                  </a:moveTo>
                  <a:lnTo>
                    <a:pt x="0" y="906741"/>
                  </a:lnTo>
                  <a:lnTo>
                    <a:pt x="0" y="914285"/>
                  </a:lnTo>
                  <a:lnTo>
                    <a:pt x="1364411" y="914285"/>
                  </a:lnTo>
                  <a:lnTo>
                    <a:pt x="1364411" y="906741"/>
                  </a:lnTo>
                  <a:close/>
                </a:path>
                <a:path w="1364614" h="1367790">
                  <a:moveTo>
                    <a:pt x="1364411" y="453364"/>
                  </a:moveTo>
                  <a:lnTo>
                    <a:pt x="0" y="453364"/>
                  </a:lnTo>
                  <a:lnTo>
                    <a:pt x="0" y="460908"/>
                  </a:lnTo>
                  <a:lnTo>
                    <a:pt x="1364411" y="460908"/>
                  </a:lnTo>
                  <a:lnTo>
                    <a:pt x="1364411" y="453364"/>
                  </a:lnTo>
                  <a:close/>
                </a:path>
                <a:path w="1364614" h="1367790">
                  <a:moveTo>
                    <a:pt x="1364411" y="0"/>
                  </a:moveTo>
                  <a:lnTo>
                    <a:pt x="0" y="0"/>
                  </a:lnTo>
                  <a:lnTo>
                    <a:pt x="0" y="7531"/>
                  </a:lnTo>
                  <a:lnTo>
                    <a:pt x="1364411" y="7531"/>
                  </a:lnTo>
                  <a:lnTo>
                    <a:pt x="1364411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13942" y="7887899"/>
              <a:ext cx="158674" cy="1891007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86520" y="7887899"/>
              <a:ext cx="158976" cy="1120275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59400" y="7887899"/>
              <a:ext cx="158976" cy="984262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32280" y="7887899"/>
              <a:ext cx="158976" cy="53089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905161" y="7887899"/>
              <a:ext cx="158976" cy="304208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11386" y="7887899"/>
              <a:ext cx="158976" cy="984262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184267" y="7887899"/>
              <a:ext cx="158976" cy="53089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57147" y="7887899"/>
              <a:ext cx="158976" cy="440221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730027" y="7887899"/>
              <a:ext cx="158976" cy="258864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002917" y="7887899"/>
              <a:ext cx="158976" cy="122861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813942" y="7887899"/>
              <a:ext cx="158674" cy="1891007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086520" y="7887899"/>
              <a:ext cx="158976" cy="1120275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359400" y="7887899"/>
              <a:ext cx="158976" cy="984262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632280" y="7887899"/>
              <a:ext cx="158976" cy="530890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905161" y="7887899"/>
              <a:ext cx="158976" cy="304208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911386" y="7887899"/>
              <a:ext cx="158976" cy="984262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184267" y="7887899"/>
              <a:ext cx="158976" cy="530890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457147" y="7887899"/>
              <a:ext cx="158976" cy="440221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730027" y="7887899"/>
              <a:ext cx="158976" cy="258864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002917" y="7887899"/>
              <a:ext cx="158976" cy="122861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3823765" y="7921632"/>
              <a:ext cx="1364615" cy="10160"/>
            </a:xfrm>
            <a:custGeom>
              <a:avLst/>
              <a:gdLst/>
              <a:ahLst/>
              <a:cxnLst/>
              <a:rect l="l" t="t" r="r" b="b"/>
              <a:pathLst>
                <a:path w="1364614" h="10159">
                  <a:moveTo>
                    <a:pt x="1364410" y="0"/>
                  </a:moveTo>
                  <a:lnTo>
                    <a:pt x="0" y="0"/>
                  </a:lnTo>
                  <a:lnTo>
                    <a:pt x="0" y="10053"/>
                  </a:lnTo>
                  <a:lnTo>
                    <a:pt x="1364410" y="10053"/>
                  </a:lnTo>
                  <a:lnTo>
                    <a:pt x="136441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1" name="object 71"/>
          <p:cNvSpPr/>
          <p:nvPr/>
        </p:nvSpPr>
        <p:spPr>
          <a:xfrm>
            <a:off x="3823765" y="9963070"/>
            <a:ext cx="1364615" cy="7620"/>
          </a:xfrm>
          <a:custGeom>
            <a:avLst/>
            <a:gdLst/>
            <a:ahLst/>
            <a:cxnLst/>
            <a:rect l="l" t="t" r="r" b="b"/>
            <a:pathLst>
              <a:path w="1364614" h="7620">
                <a:moveTo>
                  <a:pt x="1364410" y="0"/>
                </a:moveTo>
                <a:lnTo>
                  <a:pt x="0" y="0"/>
                </a:lnTo>
                <a:lnTo>
                  <a:pt x="0" y="7540"/>
                </a:lnTo>
                <a:lnTo>
                  <a:pt x="1364410" y="7540"/>
                </a:lnTo>
                <a:lnTo>
                  <a:pt x="136441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 txBox="1"/>
          <p:nvPr/>
        </p:nvSpPr>
        <p:spPr>
          <a:xfrm>
            <a:off x="3827503" y="9447944"/>
            <a:ext cx="146050" cy="23431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005"/>
              </a:lnSpc>
            </a:pPr>
            <a:r>
              <a:rPr dirty="0" sz="950" spc="-45">
                <a:solidFill>
                  <a:srgbClr val="404040"/>
                </a:solidFill>
                <a:latin typeface="Segoe UI Symbol"/>
                <a:cs typeface="Segoe UI Symbol"/>
              </a:rPr>
              <a:t>40%</a:t>
            </a:r>
            <a:endParaRPr sz="950">
              <a:latin typeface="Segoe UI Symbol"/>
              <a:cs typeface="Segoe UI Symbo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4373264" y="8541198"/>
            <a:ext cx="146050" cy="23431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000"/>
              </a:lnSpc>
            </a:pPr>
            <a:r>
              <a:rPr dirty="0" sz="950" spc="-45">
                <a:solidFill>
                  <a:srgbClr val="404040"/>
                </a:solidFill>
                <a:latin typeface="Segoe UI Symbol"/>
                <a:cs typeface="Segoe UI Symbol"/>
              </a:rPr>
              <a:t>20%</a:t>
            </a:r>
            <a:endParaRPr sz="950">
              <a:latin typeface="Segoe UI Symbol"/>
              <a:cs typeface="Segoe UI Symbo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3925250" y="8541198"/>
            <a:ext cx="321310" cy="37084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48590">
              <a:lnSpc>
                <a:spcPts val="1000"/>
              </a:lnSpc>
            </a:pPr>
            <a:r>
              <a:rPr dirty="0" sz="950" spc="-40">
                <a:solidFill>
                  <a:srgbClr val="404040"/>
                </a:solidFill>
                <a:latin typeface="Segoe UI Symbol"/>
                <a:cs typeface="Segoe UI Symbol"/>
              </a:rPr>
              <a:t>23%</a:t>
            </a:r>
            <a:endParaRPr sz="95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950" spc="-25">
                <a:solidFill>
                  <a:srgbClr val="404040"/>
                </a:solidFill>
                <a:latin typeface="Segoe UI Symbol"/>
                <a:cs typeface="Segoe UI Symbol"/>
              </a:rPr>
              <a:t>20%</a:t>
            </a:r>
            <a:endParaRPr sz="950">
              <a:latin typeface="Segoe UI Symbol"/>
              <a:cs typeface="Segoe UI Symbo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4198130" y="8087826"/>
            <a:ext cx="146050" cy="23431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000"/>
              </a:lnSpc>
            </a:pPr>
            <a:r>
              <a:rPr dirty="0" sz="950" spc="-45">
                <a:solidFill>
                  <a:srgbClr val="404040"/>
                </a:solidFill>
                <a:latin typeface="Segoe UI Symbol"/>
                <a:cs typeface="Segoe UI Symbol"/>
              </a:rPr>
              <a:t>10%</a:t>
            </a:r>
            <a:endParaRPr sz="950">
              <a:latin typeface="Segoe UI Symbol"/>
              <a:cs typeface="Segoe UI Symbo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4471010" y="7984339"/>
            <a:ext cx="692150" cy="33782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815"/>
              </a:lnSpc>
            </a:pPr>
            <a:r>
              <a:rPr dirty="0" sz="950" spc="-25">
                <a:solidFill>
                  <a:srgbClr val="404040"/>
                </a:solidFill>
                <a:latin typeface="Segoe UI Symbol"/>
                <a:cs typeface="Segoe UI Symbol"/>
              </a:rPr>
              <a:t>1%</a:t>
            </a:r>
            <a:endParaRPr sz="950">
              <a:latin typeface="Segoe UI Symbol"/>
              <a:cs typeface="Segoe UI Symbol"/>
            </a:endParaRPr>
          </a:p>
          <a:p>
            <a:pPr marL="12700">
              <a:lnSpc>
                <a:spcPts val="955"/>
              </a:lnSpc>
            </a:pPr>
            <a:r>
              <a:rPr dirty="0" sz="950" spc="-25">
                <a:solidFill>
                  <a:srgbClr val="404040"/>
                </a:solidFill>
                <a:latin typeface="Segoe UI Symbol"/>
                <a:cs typeface="Segoe UI Symbol"/>
              </a:rPr>
              <a:t>5%</a:t>
            </a:r>
            <a:endParaRPr sz="950">
              <a:latin typeface="Segoe UI Symbol"/>
              <a:cs typeface="Segoe UI Symbol"/>
            </a:endParaRPr>
          </a:p>
          <a:p>
            <a:pPr marL="12700">
              <a:lnSpc>
                <a:spcPts val="955"/>
              </a:lnSpc>
              <a:spcBef>
                <a:spcPts val="240"/>
              </a:spcBef>
            </a:pPr>
            <a:r>
              <a:rPr dirty="0" sz="950" spc="-25">
                <a:solidFill>
                  <a:srgbClr val="404040"/>
                </a:solidFill>
                <a:latin typeface="Segoe UI Symbol"/>
                <a:cs typeface="Segoe UI Symbol"/>
              </a:rPr>
              <a:t>4%</a:t>
            </a:r>
            <a:endParaRPr sz="950">
              <a:latin typeface="Segoe UI Symbol"/>
              <a:cs typeface="Segoe UI Symbol"/>
            </a:endParaRPr>
          </a:p>
          <a:p>
            <a:pPr marL="115570">
              <a:lnSpc>
                <a:spcPts val="955"/>
              </a:lnSpc>
            </a:pPr>
            <a:r>
              <a:rPr dirty="0" sz="950" spc="-40">
                <a:solidFill>
                  <a:srgbClr val="404040"/>
                </a:solidFill>
                <a:latin typeface="Segoe UI Symbol"/>
                <a:cs typeface="Segoe UI Symbol"/>
              </a:rPr>
              <a:t>10%</a:t>
            </a:r>
            <a:endParaRPr sz="950">
              <a:latin typeface="Segoe UI Symbol"/>
              <a:cs typeface="Segoe UI Symbol"/>
            </a:endParaRPr>
          </a:p>
          <a:p>
            <a:pPr marL="86360">
              <a:lnSpc>
                <a:spcPct val="100000"/>
              </a:lnSpc>
              <a:spcBef>
                <a:spcPts val="235"/>
              </a:spcBef>
            </a:pPr>
            <a:r>
              <a:rPr dirty="0" sz="950" spc="-25">
                <a:solidFill>
                  <a:srgbClr val="404040"/>
                </a:solidFill>
                <a:latin typeface="Segoe UI Symbol"/>
                <a:cs typeface="Segoe UI Symbol"/>
              </a:rPr>
              <a:t>8%</a:t>
            </a:r>
            <a:endParaRPr sz="950">
              <a:latin typeface="Segoe UI Symbol"/>
              <a:cs typeface="Segoe UI Symbo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3588868" y="7638515"/>
            <a:ext cx="146050" cy="12382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000"/>
              </a:lnSpc>
            </a:pPr>
            <a:r>
              <a:rPr dirty="0" sz="950" spc="-100">
                <a:solidFill>
                  <a:srgbClr val="595959"/>
                </a:solidFill>
                <a:latin typeface="Segoe UI Symbol"/>
                <a:cs typeface="Segoe UI Symbol"/>
              </a:rPr>
              <a:t>-</a:t>
            </a:r>
            <a:r>
              <a:rPr dirty="0" sz="950" spc="-50">
                <a:solidFill>
                  <a:srgbClr val="595959"/>
                </a:solidFill>
                <a:latin typeface="Segoe UI Symbol"/>
                <a:cs typeface="Segoe UI Symbol"/>
              </a:rPr>
              <a:t>5</a:t>
            </a:r>
            <a:endParaRPr sz="950">
              <a:latin typeface="Segoe UI Symbol"/>
              <a:cs typeface="Segoe UI Symbo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588868" y="8109553"/>
            <a:ext cx="146050" cy="8699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000"/>
              </a:lnSpc>
            </a:pPr>
            <a:r>
              <a:rPr dirty="0" sz="950" spc="-50">
                <a:solidFill>
                  <a:srgbClr val="595959"/>
                </a:solidFill>
                <a:latin typeface="Segoe UI Symbol"/>
                <a:cs typeface="Segoe UI Symbol"/>
              </a:rPr>
              <a:t>5</a:t>
            </a:r>
            <a:endParaRPr sz="950">
              <a:latin typeface="Segoe UI Symbol"/>
              <a:cs typeface="Segoe UI Symbo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3588868" y="8532331"/>
            <a:ext cx="146050" cy="14795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000"/>
              </a:lnSpc>
            </a:pPr>
            <a:r>
              <a:rPr dirty="0" sz="950" spc="-25">
                <a:solidFill>
                  <a:srgbClr val="595959"/>
                </a:solidFill>
                <a:latin typeface="Segoe UI Symbol"/>
                <a:cs typeface="Segoe UI Symbol"/>
              </a:rPr>
              <a:t>15</a:t>
            </a:r>
            <a:endParaRPr sz="950">
              <a:latin typeface="Segoe UI Symbol"/>
              <a:cs typeface="Segoe UI Symbo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3588868" y="8985773"/>
            <a:ext cx="146050" cy="14795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000"/>
              </a:lnSpc>
            </a:pPr>
            <a:r>
              <a:rPr dirty="0" sz="950" spc="-25">
                <a:solidFill>
                  <a:srgbClr val="595959"/>
                </a:solidFill>
                <a:latin typeface="Segoe UI Symbol"/>
                <a:cs typeface="Segoe UI Symbol"/>
              </a:rPr>
              <a:t>25</a:t>
            </a:r>
            <a:endParaRPr sz="950">
              <a:latin typeface="Segoe UI Symbol"/>
              <a:cs typeface="Segoe UI Symbo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3588868" y="9439216"/>
            <a:ext cx="146050" cy="14795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000"/>
              </a:lnSpc>
            </a:pPr>
            <a:r>
              <a:rPr dirty="0" sz="950" spc="-25">
                <a:solidFill>
                  <a:srgbClr val="595959"/>
                </a:solidFill>
                <a:latin typeface="Segoe UI Symbol"/>
                <a:cs typeface="Segoe UI Symbol"/>
              </a:rPr>
              <a:t>35</a:t>
            </a:r>
            <a:endParaRPr sz="950">
              <a:latin typeface="Segoe UI Symbol"/>
              <a:cs typeface="Segoe UI Symbol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3588868" y="9892659"/>
            <a:ext cx="146050" cy="14795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000"/>
              </a:lnSpc>
            </a:pPr>
            <a:r>
              <a:rPr dirty="0" sz="950" spc="-25">
                <a:solidFill>
                  <a:srgbClr val="595959"/>
                </a:solidFill>
                <a:latin typeface="Segoe UI Symbol"/>
                <a:cs typeface="Segoe UI Symbol"/>
              </a:rPr>
              <a:t>45</a:t>
            </a:r>
            <a:endParaRPr sz="950">
              <a:latin typeface="Segoe UI Symbol"/>
              <a:cs typeface="Segoe UI Symbol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3864286" y="6527188"/>
            <a:ext cx="167005" cy="132080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100" spc="-55">
                <a:solidFill>
                  <a:srgbClr val="595959"/>
                </a:solidFill>
                <a:latin typeface="Segoe UI Symbol"/>
                <a:cs typeface="Segoe UI Symbol"/>
              </a:rPr>
              <a:t>Data</a:t>
            </a:r>
            <a:r>
              <a:rPr dirty="0" sz="1100" spc="-35">
                <a:solidFill>
                  <a:srgbClr val="595959"/>
                </a:solidFill>
                <a:latin typeface="Segoe UI Symbol"/>
                <a:cs typeface="Segoe UI Symbol"/>
              </a:rPr>
              <a:t> </a:t>
            </a:r>
            <a:r>
              <a:rPr dirty="0" sz="1100" spc="-65">
                <a:solidFill>
                  <a:srgbClr val="595959"/>
                </a:solidFill>
                <a:latin typeface="Segoe UI Symbol"/>
                <a:cs typeface="Segoe UI Symbol"/>
              </a:rPr>
              <a:t>Storage</a:t>
            </a:r>
            <a:r>
              <a:rPr dirty="0" sz="1100" spc="-35">
                <a:solidFill>
                  <a:srgbClr val="595959"/>
                </a:solidFill>
                <a:latin typeface="Segoe UI Symbol"/>
                <a:cs typeface="Segoe UI Symbol"/>
              </a:rPr>
              <a:t> </a:t>
            </a:r>
            <a:r>
              <a:rPr dirty="0" sz="1100" spc="-130">
                <a:solidFill>
                  <a:srgbClr val="595959"/>
                </a:solidFill>
                <a:latin typeface="Segoe UI Symbol"/>
                <a:cs typeface="Segoe UI Symbol"/>
              </a:rPr>
              <a:t>&amp;</a:t>
            </a:r>
            <a:r>
              <a:rPr dirty="0" sz="1100" spc="-30">
                <a:solidFill>
                  <a:srgbClr val="595959"/>
                </a:solidFill>
                <a:latin typeface="Segoe UI Symbol"/>
                <a:cs typeface="Segoe UI Symbol"/>
              </a:rPr>
              <a:t> </a:t>
            </a:r>
            <a:r>
              <a:rPr dirty="0" sz="1100" spc="-20">
                <a:solidFill>
                  <a:srgbClr val="595959"/>
                </a:solidFill>
                <a:latin typeface="Segoe UI Symbol"/>
                <a:cs typeface="Segoe UI Symbol"/>
              </a:rPr>
              <a:t>Privacy</a:t>
            </a:r>
            <a:endParaRPr sz="1100">
              <a:latin typeface="Segoe UI Symbol"/>
              <a:cs typeface="Segoe UI Symbo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4137257" y="6290412"/>
            <a:ext cx="167005" cy="155765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100" spc="-45">
                <a:solidFill>
                  <a:srgbClr val="595959"/>
                </a:solidFill>
                <a:latin typeface="Segoe UI Symbol"/>
                <a:cs typeface="Segoe UI Symbol"/>
              </a:rPr>
              <a:t>Authentication</a:t>
            </a:r>
            <a:r>
              <a:rPr dirty="0" sz="1100" spc="-10">
                <a:solidFill>
                  <a:srgbClr val="595959"/>
                </a:solidFill>
                <a:latin typeface="Segoe UI Symbol"/>
                <a:cs typeface="Segoe UI Symbol"/>
              </a:rPr>
              <a:t> </a:t>
            </a:r>
            <a:r>
              <a:rPr dirty="0" sz="1100" spc="-130">
                <a:solidFill>
                  <a:srgbClr val="595959"/>
                </a:solidFill>
                <a:latin typeface="Segoe UI Symbol"/>
                <a:cs typeface="Segoe UI Symbol"/>
              </a:rPr>
              <a:t>&amp;</a:t>
            </a:r>
            <a:r>
              <a:rPr dirty="0" sz="1100" spc="-5">
                <a:solidFill>
                  <a:srgbClr val="595959"/>
                </a:solidFill>
                <a:latin typeface="Segoe UI Symbol"/>
                <a:cs typeface="Segoe UI Symbol"/>
              </a:rPr>
              <a:t> </a:t>
            </a:r>
            <a:r>
              <a:rPr dirty="0" sz="1100" spc="-30">
                <a:solidFill>
                  <a:srgbClr val="595959"/>
                </a:solidFill>
                <a:latin typeface="Segoe UI Symbol"/>
                <a:cs typeface="Segoe UI Symbol"/>
              </a:rPr>
              <a:t>Session…</a:t>
            </a:r>
            <a:endParaRPr sz="1100">
              <a:latin typeface="Segoe UI Symbol"/>
              <a:cs typeface="Segoe UI Symbo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4410228" y="7139989"/>
            <a:ext cx="167005" cy="70802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100" spc="-45">
                <a:solidFill>
                  <a:srgbClr val="595959"/>
                </a:solidFill>
                <a:latin typeface="Segoe UI Symbol"/>
                <a:cs typeface="Segoe UI Symbol"/>
              </a:rPr>
              <a:t>API</a:t>
            </a:r>
            <a:r>
              <a:rPr dirty="0" sz="1100" spc="-55">
                <a:solidFill>
                  <a:srgbClr val="595959"/>
                </a:solidFill>
                <a:latin typeface="Segoe UI Symbol"/>
                <a:cs typeface="Segoe UI Symbol"/>
              </a:rPr>
              <a:t> </a:t>
            </a:r>
            <a:r>
              <a:rPr dirty="0" sz="1100" spc="-30">
                <a:solidFill>
                  <a:srgbClr val="595959"/>
                </a:solidFill>
                <a:latin typeface="Segoe UI Symbol"/>
                <a:cs typeface="Segoe UI Symbol"/>
              </a:rPr>
              <a:t>Security</a:t>
            </a:r>
            <a:endParaRPr sz="1100">
              <a:latin typeface="Segoe UI Symbol"/>
              <a:cs typeface="Segoe UI Symbol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4683198" y="6049112"/>
            <a:ext cx="167005" cy="179895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100" spc="-45">
                <a:solidFill>
                  <a:srgbClr val="595959"/>
                </a:solidFill>
                <a:latin typeface="Segoe UI Symbol"/>
                <a:cs typeface="Segoe UI Symbol"/>
              </a:rPr>
              <a:t>Authorization</a:t>
            </a:r>
            <a:r>
              <a:rPr dirty="0" sz="1100" spc="-25">
                <a:solidFill>
                  <a:srgbClr val="595959"/>
                </a:solidFill>
                <a:latin typeface="Segoe UI Symbol"/>
                <a:cs typeface="Segoe UI Symbol"/>
              </a:rPr>
              <a:t> </a:t>
            </a:r>
            <a:r>
              <a:rPr dirty="0" sz="1100" spc="-130">
                <a:solidFill>
                  <a:srgbClr val="595959"/>
                </a:solidFill>
                <a:latin typeface="Segoe UI Symbol"/>
                <a:cs typeface="Segoe UI Symbol"/>
              </a:rPr>
              <a:t>&amp;</a:t>
            </a:r>
            <a:r>
              <a:rPr dirty="0" sz="1100" spc="-25">
                <a:solidFill>
                  <a:srgbClr val="595959"/>
                </a:solidFill>
                <a:latin typeface="Segoe UI Symbol"/>
                <a:cs typeface="Segoe UI Symbol"/>
              </a:rPr>
              <a:t> </a:t>
            </a:r>
            <a:r>
              <a:rPr dirty="0" sz="1100" spc="-50">
                <a:solidFill>
                  <a:srgbClr val="595959"/>
                </a:solidFill>
                <a:latin typeface="Segoe UI Symbol"/>
                <a:cs typeface="Segoe UI Symbol"/>
              </a:rPr>
              <a:t>Access</a:t>
            </a:r>
            <a:r>
              <a:rPr dirty="0" sz="1100" spc="-20">
                <a:solidFill>
                  <a:srgbClr val="595959"/>
                </a:solidFill>
                <a:latin typeface="Segoe UI Symbol"/>
                <a:cs typeface="Segoe UI Symbol"/>
              </a:rPr>
              <a:t> </a:t>
            </a:r>
            <a:r>
              <a:rPr dirty="0" sz="1100" spc="-30">
                <a:solidFill>
                  <a:srgbClr val="595959"/>
                </a:solidFill>
                <a:latin typeface="Segoe UI Symbol"/>
                <a:cs typeface="Segoe UI Symbol"/>
              </a:rPr>
              <a:t>Control</a:t>
            </a:r>
            <a:endParaRPr sz="1100">
              <a:latin typeface="Segoe UI Symbol"/>
              <a:cs typeface="Segoe UI Symbol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4956169" y="5987279"/>
            <a:ext cx="167005" cy="186055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100" spc="-45">
                <a:solidFill>
                  <a:srgbClr val="595959"/>
                </a:solidFill>
                <a:latin typeface="Segoe UI Symbol"/>
                <a:cs typeface="Segoe UI Symbol"/>
              </a:rPr>
              <a:t>nput</a:t>
            </a:r>
            <a:r>
              <a:rPr dirty="0" sz="1100" spc="-40">
                <a:solidFill>
                  <a:srgbClr val="595959"/>
                </a:solidFill>
                <a:latin typeface="Segoe UI Symbol"/>
                <a:cs typeface="Segoe UI Symbol"/>
              </a:rPr>
              <a:t> </a:t>
            </a:r>
            <a:r>
              <a:rPr dirty="0" sz="1100" spc="-50">
                <a:solidFill>
                  <a:srgbClr val="595959"/>
                </a:solidFill>
                <a:latin typeface="Segoe UI Symbol"/>
                <a:cs typeface="Segoe UI Symbol"/>
              </a:rPr>
              <a:t>Validation</a:t>
            </a:r>
            <a:r>
              <a:rPr dirty="0" sz="1100" spc="-40">
                <a:solidFill>
                  <a:srgbClr val="595959"/>
                </a:solidFill>
                <a:latin typeface="Segoe UI Symbol"/>
                <a:cs typeface="Segoe UI Symbol"/>
              </a:rPr>
              <a:t> </a:t>
            </a:r>
            <a:r>
              <a:rPr dirty="0" sz="1100" spc="-130">
                <a:solidFill>
                  <a:srgbClr val="595959"/>
                </a:solidFill>
                <a:latin typeface="Segoe UI Symbol"/>
                <a:cs typeface="Segoe UI Symbol"/>
              </a:rPr>
              <a:t>&amp;</a:t>
            </a:r>
            <a:r>
              <a:rPr dirty="0" sz="1100" spc="-35">
                <a:solidFill>
                  <a:srgbClr val="595959"/>
                </a:solidFill>
                <a:latin typeface="Segoe UI Symbol"/>
                <a:cs typeface="Segoe UI Symbol"/>
              </a:rPr>
              <a:t> </a:t>
            </a:r>
            <a:r>
              <a:rPr dirty="0" sz="1100" spc="-55">
                <a:solidFill>
                  <a:srgbClr val="595959"/>
                </a:solidFill>
                <a:latin typeface="Segoe UI Symbol"/>
                <a:cs typeface="Segoe UI Symbol"/>
              </a:rPr>
              <a:t>Data</a:t>
            </a:r>
            <a:r>
              <a:rPr dirty="0" sz="1100" spc="-40">
                <a:solidFill>
                  <a:srgbClr val="595959"/>
                </a:solidFill>
                <a:latin typeface="Segoe UI Symbol"/>
                <a:cs typeface="Segoe UI Symbol"/>
              </a:rPr>
              <a:t> Handling</a:t>
            </a:r>
            <a:endParaRPr sz="1100">
              <a:latin typeface="Segoe UI Symbol"/>
              <a:cs typeface="Segoe UI Symbo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5317868" y="6482407"/>
            <a:ext cx="240665" cy="309626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710"/>
              </a:lnSpc>
            </a:pPr>
            <a:r>
              <a:rPr dirty="0" sz="1700" spc="-80">
                <a:solidFill>
                  <a:srgbClr val="595959"/>
                </a:solidFill>
                <a:latin typeface="Segoe UI Symbol"/>
                <a:cs typeface="Segoe UI Symbol"/>
              </a:rPr>
              <a:t>SECURITY</a:t>
            </a:r>
            <a:r>
              <a:rPr dirty="0" sz="1700" spc="-55">
                <a:solidFill>
                  <a:srgbClr val="595959"/>
                </a:solidFill>
                <a:latin typeface="Segoe UI Symbol"/>
                <a:cs typeface="Segoe UI Symbol"/>
              </a:rPr>
              <a:t> </a:t>
            </a:r>
            <a:r>
              <a:rPr dirty="0" sz="1700" spc="-70">
                <a:solidFill>
                  <a:srgbClr val="595959"/>
                </a:solidFill>
                <a:latin typeface="Segoe UI Symbol"/>
                <a:cs typeface="Segoe UI Symbol"/>
              </a:rPr>
              <a:t>VULNERABILIT</a:t>
            </a:r>
            <a:r>
              <a:rPr dirty="0" sz="1700" spc="-55">
                <a:solidFill>
                  <a:srgbClr val="595959"/>
                </a:solidFill>
                <a:latin typeface="Segoe UI Symbol"/>
                <a:cs typeface="Segoe UI Symbol"/>
              </a:rPr>
              <a:t> </a:t>
            </a:r>
            <a:r>
              <a:rPr dirty="0" sz="1700" spc="-90">
                <a:solidFill>
                  <a:srgbClr val="595959"/>
                </a:solidFill>
                <a:latin typeface="Segoe UI Symbol"/>
                <a:cs typeface="Segoe UI Symbol"/>
              </a:rPr>
              <a:t>ANALYSIS</a:t>
            </a:r>
            <a:endParaRPr sz="1700">
              <a:latin typeface="Segoe UI Symbol"/>
              <a:cs typeface="Segoe UI Symbol"/>
            </a:endParaRPr>
          </a:p>
        </p:txBody>
      </p:sp>
      <p:pic>
        <p:nvPicPr>
          <p:cNvPr id="89" name="object 89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3310399" y="6583563"/>
            <a:ext cx="155437" cy="155437"/>
          </a:xfrm>
          <a:prstGeom prst="rect">
            <a:avLst/>
          </a:prstGeom>
        </p:spPr>
      </p:pic>
      <p:pic>
        <p:nvPicPr>
          <p:cNvPr id="90" name="object 90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3310399" y="8371697"/>
            <a:ext cx="155437" cy="155437"/>
          </a:xfrm>
          <a:prstGeom prst="rect">
            <a:avLst/>
          </a:prstGeom>
        </p:spPr>
      </p:pic>
      <p:sp>
        <p:nvSpPr>
          <p:cNvPr id="91" name="object 91"/>
          <p:cNvSpPr txBox="1"/>
          <p:nvPr/>
        </p:nvSpPr>
        <p:spPr>
          <a:xfrm>
            <a:off x="3320984" y="6726753"/>
            <a:ext cx="146050" cy="165735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000"/>
              </a:lnSpc>
            </a:pPr>
            <a:r>
              <a:rPr dirty="0" sz="950" spc="-60">
                <a:solidFill>
                  <a:srgbClr val="595959"/>
                </a:solidFill>
                <a:latin typeface="Segoe UI Symbol"/>
                <a:cs typeface="Segoe UI Symbol"/>
              </a:rPr>
              <a:t>GENERAL</a:t>
            </a:r>
            <a:r>
              <a:rPr dirty="0" sz="950" spc="-15">
                <a:solidFill>
                  <a:srgbClr val="595959"/>
                </a:solidFill>
                <a:latin typeface="Segoe UI Symbol"/>
                <a:cs typeface="Segoe UI Symbol"/>
              </a:rPr>
              <a:t> </a:t>
            </a:r>
            <a:r>
              <a:rPr dirty="0" sz="950" spc="-60">
                <a:solidFill>
                  <a:srgbClr val="595959"/>
                </a:solidFill>
                <a:latin typeface="Segoe UI Symbol"/>
                <a:cs typeface="Segoe UI Symbol"/>
              </a:rPr>
              <a:t>SYSTEM</a:t>
            </a:r>
            <a:r>
              <a:rPr dirty="0" sz="950" spc="-10">
                <a:solidFill>
                  <a:srgbClr val="595959"/>
                </a:solidFill>
                <a:latin typeface="Segoe UI Symbol"/>
                <a:cs typeface="Segoe UI Symbol"/>
              </a:rPr>
              <a:t> </a:t>
            </a:r>
            <a:r>
              <a:rPr dirty="0" sz="950" spc="-40">
                <a:solidFill>
                  <a:srgbClr val="595959"/>
                </a:solidFill>
                <a:latin typeface="Segoe UI Symbol"/>
                <a:cs typeface="Segoe UI Symbol"/>
              </a:rPr>
              <a:t>REQUIREMENT</a:t>
            </a:r>
            <a:endParaRPr sz="950">
              <a:latin typeface="Segoe UI Symbol"/>
              <a:cs typeface="Segoe UI Symbol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3320984" y="8514887"/>
            <a:ext cx="146050" cy="98615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000"/>
              </a:lnSpc>
            </a:pPr>
            <a:r>
              <a:rPr dirty="0" sz="950" spc="-50">
                <a:solidFill>
                  <a:srgbClr val="595959"/>
                </a:solidFill>
                <a:latin typeface="Segoe UI Symbol"/>
                <a:cs typeface="Segoe UI Symbol"/>
              </a:rPr>
              <a:t>Client-Side</a:t>
            </a:r>
            <a:r>
              <a:rPr dirty="0" sz="950">
                <a:solidFill>
                  <a:srgbClr val="595959"/>
                </a:solidFill>
                <a:latin typeface="Segoe UI Symbol"/>
                <a:cs typeface="Segoe UI Symbol"/>
              </a:rPr>
              <a:t> </a:t>
            </a:r>
            <a:r>
              <a:rPr dirty="0" sz="950" spc="-30">
                <a:solidFill>
                  <a:srgbClr val="595959"/>
                </a:solidFill>
                <a:latin typeface="Segoe UI Symbol"/>
                <a:cs typeface="Segoe UI Symbol"/>
              </a:rPr>
              <a:t>Controls</a:t>
            </a:r>
            <a:endParaRPr sz="950">
              <a:latin typeface="Segoe UI Symbol"/>
              <a:cs typeface="Segoe UI Symbol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1535366" y="6383083"/>
            <a:ext cx="1675130" cy="3341370"/>
            <a:chOff x="1535366" y="6383083"/>
            <a:chExt cx="1675130" cy="3341370"/>
          </a:xfrm>
        </p:grpSpPr>
        <p:sp>
          <p:nvSpPr>
            <p:cNvPr id="94" name="object 94"/>
            <p:cNvSpPr/>
            <p:nvPr/>
          </p:nvSpPr>
          <p:spPr>
            <a:xfrm>
              <a:off x="1535366" y="6383083"/>
              <a:ext cx="1675130" cy="3341370"/>
            </a:xfrm>
            <a:custGeom>
              <a:avLst/>
              <a:gdLst/>
              <a:ahLst/>
              <a:cxnLst/>
              <a:rect l="l" t="t" r="r" b="b"/>
              <a:pathLst>
                <a:path w="1675130" h="3341370">
                  <a:moveTo>
                    <a:pt x="1590167" y="0"/>
                  </a:moveTo>
                  <a:lnTo>
                    <a:pt x="83248" y="0"/>
                  </a:lnTo>
                  <a:lnTo>
                    <a:pt x="50682" y="6761"/>
                  </a:lnTo>
                  <a:lnTo>
                    <a:pt x="24126" y="24842"/>
                  </a:lnTo>
                  <a:lnTo>
                    <a:pt x="6318" y="51616"/>
                  </a:lnTo>
                  <a:lnTo>
                    <a:pt x="0" y="84454"/>
                  </a:lnTo>
                  <a:lnTo>
                    <a:pt x="0" y="3257550"/>
                  </a:lnTo>
                  <a:lnTo>
                    <a:pt x="6318" y="3289815"/>
                  </a:lnTo>
                  <a:lnTo>
                    <a:pt x="24126" y="3316272"/>
                  </a:lnTo>
                  <a:lnTo>
                    <a:pt x="50682" y="3334180"/>
                  </a:lnTo>
                  <a:lnTo>
                    <a:pt x="83248" y="3340798"/>
                  </a:lnTo>
                  <a:lnTo>
                    <a:pt x="1590167" y="3340798"/>
                  </a:lnTo>
                  <a:lnTo>
                    <a:pt x="1622966" y="3334180"/>
                  </a:lnTo>
                  <a:lnTo>
                    <a:pt x="1649726" y="3316272"/>
                  </a:lnTo>
                  <a:lnTo>
                    <a:pt x="1667820" y="3289815"/>
                  </a:lnTo>
                  <a:lnTo>
                    <a:pt x="1674622" y="3257550"/>
                  </a:lnTo>
                  <a:lnTo>
                    <a:pt x="1674622" y="84454"/>
                  </a:lnTo>
                  <a:lnTo>
                    <a:pt x="1667820" y="51616"/>
                  </a:lnTo>
                  <a:lnTo>
                    <a:pt x="1649726" y="24842"/>
                  </a:lnTo>
                  <a:lnTo>
                    <a:pt x="1622966" y="6761"/>
                  </a:lnTo>
                  <a:lnTo>
                    <a:pt x="1590167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2779267" y="6647307"/>
              <a:ext cx="280035" cy="2677160"/>
            </a:xfrm>
            <a:custGeom>
              <a:avLst/>
              <a:gdLst/>
              <a:ahLst/>
              <a:cxnLst/>
              <a:rect l="l" t="t" r="r" b="b"/>
              <a:pathLst>
                <a:path w="280035" h="2677159">
                  <a:moveTo>
                    <a:pt x="139954" y="0"/>
                  </a:moveTo>
                  <a:lnTo>
                    <a:pt x="95821" y="7117"/>
                  </a:lnTo>
                  <a:lnTo>
                    <a:pt x="57480" y="26950"/>
                  </a:lnTo>
                  <a:lnTo>
                    <a:pt x="27210" y="57219"/>
                  </a:lnTo>
                  <a:lnTo>
                    <a:pt x="7291" y="95647"/>
                  </a:lnTo>
                  <a:lnTo>
                    <a:pt x="0" y="139953"/>
                  </a:lnTo>
                  <a:lnTo>
                    <a:pt x="0" y="2537269"/>
                  </a:lnTo>
                  <a:lnTo>
                    <a:pt x="7290" y="2581394"/>
                  </a:lnTo>
                  <a:lnTo>
                    <a:pt x="27208" y="2619711"/>
                  </a:lnTo>
                  <a:lnTo>
                    <a:pt x="57471" y="2649924"/>
                  </a:lnTo>
                  <a:lnTo>
                    <a:pt x="95800" y="2669737"/>
                  </a:lnTo>
                  <a:lnTo>
                    <a:pt x="139913" y="2676851"/>
                  </a:lnTo>
                  <a:lnTo>
                    <a:pt x="184028" y="2669737"/>
                  </a:lnTo>
                  <a:lnTo>
                    <a:pt x="222363" y="2649924"/>
                  </a:lnTo>
                  <a:lnTo>
                    <a:pt x="252640" y="2619711"/>
                  </a:lnTo>
                  <a:lnTo>
                    <a:pt x="272581" y="2581394"/>
                  </a:lnTo>
                  <a:lnTo>
                    <a:pt x="279907" y="2537269"/>
                  </a:lnTo>
                  <a:lnTo>
                    <a:pt x="279907" y="139953"/>
                  </a:lnTo>
                  <a:lnTo>
                    <a:pt x="272582" y="95647"/>
                  </a:lnTo>
                  <a:lnTo>
                    <a:pt x="252643" y="57219"/>
                  </a:lnTo>
                  <a:lnTo>
                    <a:pt x="222372" y="26950"/>
                  </a:lnTo>
                  <a:lnTo>
                    <a:pt x="184048" y="7117"/>
                  </a:lnTo>
                  <a:lnTo>
                    <a:pt x="1399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2769575" y="6641813"/>
              <a:ext cx="299720" cy="2692400"/>
            </a:xfrm>
            <a:custGeom>
              <a:avLst/>
              <a:gdLst/>
              <a:ahLst/>
              <a:cxnLst/>
              <a:rect l="l" t="t" r="r" b="b"/>
              <a:pathLst>
                <a:path w="299719" h="2692400">
                  <a:moveTo>
                    <a:pt x="214254" y="2679700"/>
                  </a:moveTo>
                  <a:lnTo>
                    <a:pt x="84968" y="2679700"/>
                  </a:lnTo>
                  <a:lnTo>
                    <a:pt x="91603" y="2692400"/>
                  </a:lnTo>
                  <a:lnTo>
                    <a:pt x="207618" y="2692400"/>
                  </a:lnTo>
                  <a:lnTo>
                    <a:pt x="214254" y="2679700"/>
                  </a:lnTo>
                  <a:close/>
                </a:path>
                <a:path w="299719" h="2692400">
                  <a:moveTo>
                    <a:pt x="110857" y="2667000"/>
                  </a:moveTo>
                  <a:lnTo>
                    <a:pt x="65754" y="2667000"/>
                  </a:lnTo>
                  <a:lnTo>
                    <a:pt x="71817" y="2679700"/>
                  </a:lnTo>
                  <a:lnTo>
                    <a:pt x="117483" y="2679700"/>
                  </a:lnTo>
                  <a:lnTo>
                    <a:pt x="110857" y="2667000"/>
                  </a:lnTo>
                  <a:close/>
                </a:path>
                <a:path w="299719" h="2692400">
                  <a:moveTo>
                    <a:pt x="233066" y="2667000"/>
                  </a:moveTo>
                  <a:lnTo>
                    <a:pt x="188365" y="2667000"/>
                  </a:lnTo>
                  <a:lnTo>
                    <a:pt x="181739" y="2679700"/>
                  </a:lnTo>
                  <a:lnTo>
                    <a:pt x="227406" y="2679700"/>
                  </a:lnTo>
                  <a:lnTo>
                    <a:pt x="233066" y="2667000"/>
                  </a:lnTo>
                  <a:close/>
                </a:path>
                <a:path w="299719" h="2692400">
                  <a:moveTo>
                    <a:pt x="82254" y="2654300"/>
                  </a:moveTo>
                  <a:lnTo>
                    <a:pt x="48834" y="2654300"/>
                  </a:lnTo>
                  <a:lnTo>
                    <a:pt x="54625" y="2667000"/>
                  </a:lnTo>
                  <a:lnTo>
                    <a:pt x="88094" y="2667000"/>
                  </a:lnTo>
                  <a:lnTo>
                    <a:pt x="82254" y="2654300"/>
                  </a:lnTo>
                  <a:close/>
                </a:path>
                <a:path w="299719" h="2692400">
                  <a:moveTo>
                    <a:pt x="250027" y="2654300"/>
                  </a:moveTo>
                  <a:lnTo>
                    <a:pt x="216959" y="2654300"/>
                  </a:lnTo>
                  <a:lnTo>
                    <a:pt x="211117" y="2667000"/>
                  </a:lnTo>
                  <a:lnTo>
                    <a:pt x="244598" y="2667000"/>
                  </a:lnTo>
                  <a:lnTo>
                    <a:pt x="250027" y="2654300"/>
                  </a:lnTo>
                  <a:close/>
                </a:path>
                <a:path w="299719" h="2692400">
                  <a:moveTo>
                    <a:pt x="62356" y="2641600"/>
                  </a:moveTo>
                  <a:lnTo>
                    <a:pt x="34013" y="2641600"/>
                  </a:lnTo>
                  <a:lnTo>
                    <a:pt x="38709" y="2654300"/>
                  </a:lnTo>
                  <a:lnTo>
                    <a:pt x="67424" y="2654300"/>
                  </a:lnTo>
                  <a:lnTo>
                    <a:pt x="62356" y="2641600"/>
                  </a:lnTo>
                  <a:close/>
                </a:path>
                <a:path w="299719" h="2692400">
                  <a:moveTo>
                    <a:pt x="265209" y="2641600"/>
                  </a:moveTo>
                  <a:lnTo>
                    <a:pt x="236866" y="2641600"/>
                  </a:lnTo>
                  <a:lnTo>
                    <a:pt x="231799" y="2654300"/>
                  </a:lnTo>
                  <a:lnTo>
                    <a:pt x="260192" y="2654300"/>
                  </a:lnTo>
                  <a:lnTo>
                    <a:pt x="265209" y="2641600"/>
                  </a:lnTo>
                  <a:close/>
                </a:path>
                <a:path w="299719" h="2692400">
                  <a:moveTo>
                    <a:pt x="49517" y="2628900"/>
                  </a:moveTo>
                  <a:lnTo>
                    <a:pt x="25417" y="2628900"/>
                  </a:lnTo>
                  <a:lnTo>
                    <a:pt x="29579" y="2641600"/>
                  </a:lnTo>
                  <a:lnTo>
                    <a:pt x="53901" y="2641600"/>
                  </a:lnTo>
                  <a:lnTo>
                    <a:pt x="49517" y="2628900"/>
                  </a:lnTo>
                  <a:close/>
                </a:path>
                <a:path w="299719" h="2692400">
                  <a:moveTo>
                    <a:pt x="273523" y="2628900"/>
                  </a:moveTo>
                  <a:lnTo>
                    <a:pt x="249695" y="2628900"/>
                  </a:lnTo>
                  <a:lnTo>
                    <a:pt x="245311" y="2641600"/>
                  </a:lnTo>
                  <a:lnTo>
                    <a:pt x="269351" y="2641600"/>
                  </a:lnTo>
                  <a:lnTo>
                    <a:pt x="273523" y="2628900"/>
                  </a:lnTo>
                  <a:close/>
                </a:path>
                <a:path w="299719" h="2692400">
                  <a:moveTo>
                    <a:pt x="42077" y="2616200"/>
                  </a:moveTo>
                  <a:lnTo>
                    <a:pt x="17947" y="2616200"/>
                  </a:lnTo>
                  <a:lnTo>
                    <a:pt x="21536" y="2628900"/>
                  </a:lnTo>
                  <a:lnTo>
                    <a:pt x="45967" y="2628900"/>
                  </a:lnTo>
                  <a:lnTo>
                    <a:pt x="42077" y="2616200"/>
                  </a:lnTo>
                  <a:close/>
                </a:path>
                <a:path w="299719" h="2692400">
                  <a:moveTo>
                    <a:pt x="281044" y="2616200"/>
                  </a:moveTo>
                  <a:lnTo>
                    <a:pt x="257135" y="2616200"/>
                  </a:lnTo>
                  <a:lnTo>
                    <a:pt x="253244" y="2628900"/>
                  </a:lnTo>
                  <a:lnTo>
                    <a:pt x="277425" y="2628900"/>
                  </a:lnTo>
                  <a:lnTo>
                    <a:pt x="281044" y="2616200"/>
                  </a:lnTo>
                  <a:close/>
                </a:path>
                <a:path w="299719" h="2692400">
                  <a:moveTo>
                    <a:pt x="32767" y="2603500"/>
                  </a:moveTo>
                  <a:lnTo>
                    <a:pt x="11663" y="2603500"/>
                  </a:lnTo>
                  <a:lnTo>
                    <a:pt x="14860" y="2616200"/>
                  </a:lnTo>
                  <a:lnTo>
                    <a:pt x="35843" y="2616200"/>
                  </a:lnTo>
                  <a:lnTo>
                    <a:pt x="32767" y="2603500"/>
                  </a:lnTo>
                  <a:close/>
                </a:path>
                <a:path w="299719" h="2692400">
                  <a:moveTo>
                    <a:pt x="287359" y="2603500"/>
                  </a:moveTo>
                  <a:lnTo>
                    <a:pt x="266456" y="2603500"/>
                  </a:lnTo>
                  <a:lnTo>
                    <a:pt x="263378" y="2616200"/>
                  </a:lnTo>
                  <a:lnTo>
                    <a:pt x="284351" y="2616200"/>
                  </a:lnTo>
                  <a:lnTo>
                    <a:pt x="287359" y="2603500"/>
                  </a:lnTo>
                  <a:close/>
                </a:path>
                <a:path w="299719" h="2692400">
                  <a:moveTo>
                    <a:pt x="27870" y="2590800"/>
                  </a:moveTo>
                  <a:lnTo>
                    <a:pt x="6656" y="2590800"/>
                  </a:lnTo>
                  <a:lnTo>
                    <a:pt x="8999" y="2603500"/>
                  </a:lnTo>
                  <a:lnTo>
                    <a:pt x="30374" y="2603500"/>
                  </a:lnTo>
                  <a:lnTo>
                    <a:pt x="27870" y="2590800"/>
                  </a:lnTo>
                  <a:close/>
                </a:path>
                <a:path w="299719" h="2692400">
                  <a:moveTo>
                    <a:pt x="292416" y="2590800"/>
                  </a:moveTo>
                  <a:lnTo>
                    <a:pt x="271341" y="2590800"/>
                  </a:lnTo>
                  <a:lnTo>
                    <a:pt x="268848" y="2603500"/>
                  </a:lnTo>
                  <a:lnTo>
                    <a:pt x="290224" y="2603500"/>
                  </a:lnTo>
                  <a:lnTo>
                    <a:pt x="292416" y="2590800"/>
                  </a:lnTo>
                  <a:close/>
                </a:path>
                <a:path w="299719" h="2692400">
                  <a:moveTo>
                    <a:pt x="24119" y="2578100"/>
                  </a:moveTo>
                  <a:lnTo>
                    <a:pt x="3087" y="2578100"/>
                  </a:lnTo>
                  <a:lnTo>
                    <a:pt x="4645" y="2590800"/>
                  </a:lnTo>
                  <a:lnTo>
                    <a:pt x="26000" y="2590800"/>
                  </a:lnTo>
                  <a:lnTo>
                    <a:pt x="24119" y="2578100"/>
                  </a:lnTo>
                  <a:close/>
                </a:path>
                <a:path w="299719" h="2692400">
                  <a:moveTo>
                    <a:pt x="297533" y="2565400"/>
                  </a:moveTo>
                  <a:lnTo>
                    <a:pt x="277586" y="2565400"/>
                  </a:lnTo>
                  <a:lnTo>
                    <a:pt x="276439" y="2578100"/>
                  </a:lnTo>
                  <a:lnTo>
                    <a:pt x="274981" y="2578100"/>
                  </a:lnTo>
                  <a:lnTo>
                    <a:pt x="273222" y="2590800"/>
                  </a:lnTo>
                  <a:lnTo>
                    <a:pt x="294446" y="2590800"/>
                  </a:lnTo>
                  <a:lnTo>
                    <a:pt x="296226" y="2578100"/>
                  </a:lnTo>
                  <a:lnTo>
                    <a:pt x="297533" y="2565400"/>
                  </a:lnTo>
                  <a:close/>
                </a:path>
                <a:path w="299719" h="2692400">
                  <a:moveTo>
                    <a:pt x="20259" y="2552700"/>
                  </a:moveTo>
                  <a:lnTo>
                    <a:pt x="181" y="2552700"/>
                  </a:lnTo>
                  <a:lnTo>
                    <a:pt x="795" y="2565400"/>
                  </a:lnTo>
                  <a:lnTo>
                    <a:pt x="1760" y="2578100"/>
                  </a:lnTo>
                  <a:lnTo>
                    <a:pt x="22682" y="2578100"/>
                  </a:lnTo>
                  <a:lnTo>
                    <a:pt x="21556" y="2565400"/>
                  </a:lnTo>
                  <a:lnTo>
                    <a:pt x="20741" y="2565400"/>
                  </a:lnTo>
                  <a:lnTo>
                    <a:pt x="20259" y="2552700"/>
                  </a:lnTo>
                  <a:close/>
                </a:path>
                <a:path w="299719" h="2692400">
                  <a:moveTo>
                    <a:pt x="299041" y="2552700"/>
                  </a:moveTo>
                  <a:lnTo>
                    <a:pt x="278932" y="2552700"/>
                  </a:lnTo>
                  <a:lnTo>
                    <a:pt x="278420" y="2565400"/>
                  </a:lnTo>
                  <a:lnTo>
                    <a:pt x="298418" y="2565400"/>
                  </a:lnTo>
                  <a:lnTo>
                    <a:pt x="299041" y="2552700"/>
                  </a:lnTo>
                  <a:close/>
                </a:path>
                <a:path w="299719" h="2692400">
                  <a:moveTo>
                    <a:pt x="20279" y="139700"/>
                  </a:moveTo>
                  <a:lnTo>
                    <a:pt x="181" y="139700"/>
                  </a:lnTo>
                  <a:lnTo>
                    <a:pt x="0" y="152400"/>
                  </a:lnTo>
                  <a:lnTo>
                    <a:pt x="0" y="2552700"/>
                  </a:lnTo>
                  <a:lnTo>
                    <a:pt x="20099" y="2552700"/>
                  </a:lnTo>
                  <a:lnTo>
                    <a:pt x="20109" y="152400"/>
                  </a:lnTo>
                  <a:lnTo>
                    <a:pt x="20279" y="139700"/>
                  </a:lnTo>
                  <a:close/>
                </a:path>
                <a:path w="299719" h="2692400">
                  <a:moveTo>
                    <a:pt x="299041" y="139700"/>
                  </a:moveTo>
                  <a:lnTo>
                    <a:pt x="278963" y="139700"/>
                  </a:lnTo>
                  <a:lnTo>
                    <a:pt x="279114" y="152400"/>
                  </a:lnTo>
                  <a:lnTo>
                    <a:pt x="279114" y="2552700"/>
                  </a:lnTo>
                  <a:lnTo>
                    <a:pt x="299222" y="2552700"/>
                  </a:lnTo>
                  <a:lnTo>
                    <a:pt x="299222" y="152400"/>
                  </a:lnTo>
                  <a:lnTo>
                    <a:pt x="299041" y="139700"/>
                  </a:lnTo>
                  <a:close/>
                </a:path>
                <a:path w="299719" h="2692400">
                  <a:moveTo>
                    <a:pt x="21636" y="127000"/>
                  </a:moveTo>
                  <a:lnTo>
                    <a:pt x="1760" y="127000"/>
                  </a:lnTo>
                  <a:lnTo>
                    <a:pt x="744" y="139700"/>
                  </a:lnTo>
                  <a:lnTo>
                    <a:pt x="20792" y="139700"/>
                  </a:lnTo>
                  <a:lnTo>
                    <a:pt x="21636" y="127000"/>
                  </a:lnTo>
                  <a:close/>
                </a:path>
                <a:path w="299719" h="2692400">
                  <a:moveTo>
                    <a:pt x="297533" y="127000"/>
                  </a:moveTo>
                  <a:lnTo>
                    <a:pt x="277666" y="127000"/>
                  </a:lnTo>
                  <a:lnTo>
                    <a:pt x="278470" y="139700"/>
                  </a:lnTo>
                  <a:lnTo>
                    <a:pt x="298418" y="139700"/>
                  </a:lnTo>
                  <a:lnTo>
                    <a:pt x="297533" y="127000"/>
                  </a:lnTo>
                  <a:close/>
                </a:path>
                <a:path w="299719" h="2692400">
                  <a:moveTo>
                    <a:pt x="28041" y="101600"/>
                  </a:moveTo>
                  <a:lnTo>
                    <a:pt x="6656" y="101600"/>
                  </a:lnTo>
                  <a:lnTo>
                    <a:pt x="4645" y="114300"/>
                  </a:lnTo>
                  <a:lnTo>
                    <a:pt x="2987" y="127000"/>
                  </a:lnTo>
                  <a:lnTo>
                    <a:pt x="22783" y="127000"/>
                  </a:lnTo>
                  <a:lnTo>
                    <a:pt x="24240" y="114300"/>
                  </a:lnTo>
                  <a:lnTo>
                    <a:pt x="25849" y="114300"/>
                  </a:lnTo>
                  <a:lnTo>
                    <a:pt x="28041" y="101600"/>
                  </a:lnTo>
                  <a:close/>
                </a:path>
                <a:path w="299719" h="2692400">
                  <a:moveTo>
                    <a:pt x="292566" y="101600"/>
                  </a:moveTo>
                  <a:lnTo>
                    <a:pt x="271171" y="101600"/>
                  </a:lnTo>
                  <a:lnTo>
                    <a:pt x="273373" y="114300"/>
                  </a:lnTo>
                  <a:lnTo>
                    <a:pt x="275102" y="114300"/>
                  </a:lnTo>
                  <a:lnTo>
                    <a:pt x="276539" y="127000"/>
                  </a:lnTo>
                  <a:lnTo>
                    <a:pt x="296125" y="127000"/>
                  </a:lnTo>
                  <a:lnTo>
                    <a:pt x="294446" y="114300"/>
                  </a:lnTo>
                  <a:lnTo>
                    <a:pt x="292566" y="101600"/>
                  </a:lnTo>
                  <a:close/>
                </a:path>
                <a:path w="299719" h="2692400">
                  <a:moveTo>
                    <a:pt x="32978" y="88900"/>
                  </a:moveTo>
                  <a:lnTo>
                    <a:pt x="11854" y="88900"/>
                  </a:lnTo>
                  <a:lnTo>
                    <a:pt x="8999" y="101600"/>
                  </a:lnTo>
                  <a:lnTo>
                    <a:pt x="30182" y="101600"/>
                  </a:lnTo>
                  <a:lnTo>
                    <a:pt x="32978" y="88900"/>
                  </a:lnTo>
                  <a:close/>
                </a:path>
                <a:path w="299719" h="2692400">
                  <a:moveTo>
                    <a:pt x="35843" y="88900"/>
                  </a:moveTo>
                  <a:lnTo>
                    <a:pt x="32978" y="88900"/>
                  </a:lnTo>
                  <a:lnTo>
                    <a:pt x="32767" y="101600"/>
                  </a:lnTo>
                  <a:lnTo>
                    <a:pt x="35843" y="88900"/>
                  </a:lnTo>
                  <a:close/>
                </a:path>
                <a:path w="299719" h="2692400">
                  <a:moveTo>
                    <a:pt x="266245" y="88900"/>
                  </a:moveTo>
                  <a:lnTo>
                    <a:pt x="263378" y="88900"/>
                  </a:lnTo>
                  <a:lnTo>
                    <a:pt x="266456" y="101600"/>
                  </a:lnTo>
                  <a:lnTo>
                    <a:pt x="266245" y="88900"/>
                  </a:lnTo>
                  <a:close/>
                </a:path>
                <a:path w="299719" h="2692400">
                  <a:moveTo>
                    <a:pt x="287549" y="88900"/>
                  </a:moveTo>
                  <a:lnTo>
                    <a:pt x="266245" y="88900"/>
                  </a:lnTo>
                  <a:lnTo>
                    <a:pt x="269039" y="101600"/>
                  </a:lnTo>
                  <a:lnTo>
                    <a:pt x="290224" y="101600"/>
                  </a:lnTo>
                  <a:lnTo>
                    <a:pt x="287549" y="88900"/>
                  </a:lnTo>
                  <a:close/>
                </a:path>
                <a:path w="299719" h="2692400">
                  <a:moveTo>
                    <a:pt x="42348" y="76200"/>
                  </a:moveTo>
                  <a:lnTo>
                    <a:pt x="18178" y="76200"/>
                  </a:lnTo>
                  <a:lnTo>
                    <a:pt x="14860" y="88900"/>
                  </a:lnTo>
                  <a:lnTo>
                    <a:pt x="38718" y="88900"/>
                  </a:lnTo>
                  <a:lnTo>
                    <a:pt x="42348" y="76200"/>
                  </a:lnTo>
                  <a:close/>
                </a:path>
                <a:path w="299719" h="2692400">
                  <a:moveTo>
                    <a:pt x="281275" y="76200"/>
                  </a:moveTo>
                  <a:lnTo>
                    <a:pt x="256863" y="76200"/>
                  </a:lnTo>
                  <a:lnTo>
                    <a:pt x="260503" y="88900"/>
                  </a:lnTo>
                  <a:lnTo>
                    <a:pt x="284563" y="88900"/>
                  </a:lnTo>
                  <a:lnTo>
                    <a:pt x="281275" y="76200"/>
                  </a:lnTo>
                  <a:close/>
                </a:path>
                <a:path w="299719" h="2692400">
                  <a:moveTo>
                    <a:pt x="49828" y="63500"/>
                  </a:moveTo>
                  <a:lnTo>
                    <a:pt x="25688" y="63500"/>
                  </a:lnTo>
                  <a:lnTo>
                    <a:pt x="21788" y="76200"/>
                  </a:lnTo>
                  <a:lnTo>
                    <a:pt x="45686" y="76200"/>
                  </a:lnTo>
                  <a:lnTo>
                    <a:pt x="49828" y="63500"/>
                  </a:lnTo>
                  <a:close/>
                </a:path>
                <a:path w="299719" h="2692400">
                  <a:moveTo>
                    <a:pt x="273795" y="63500"/>
                  </a:moveTo>
                  <a:lnTo>
                    <a:pt x="249393" y="63500"/>
                  </a:lnTo>
                  <a:lnTo>
                    <a:pt x="253536" y="76200"/>
                  </a:lnTo>
                  <a:lnTo>
                    <a:pt x="277676" y="76200"/>
                  </a:lnTo>
                  <a:lnTo>
                    <a:pt x="273795" y="63500"/>
                  </a:lnTo>
                  <a:close/>
                </a:path>
                <a:path w="299719" h="2692400">
                  <a:moveTo>
                    <a:pt x="62708" y="50800"/>
                  </a:moveTo>
                  <a:lnTo>
                    <a:pt x="34013" y="50800"/>
                  </a:lnTo>
                  <a:lnTo>
                    <a:pt x="29579" y="63500"/>
                  </a:lnTo>
                  <a:lnTo>
                    <a:pt x="57862" y="63500"/>
                  </a:lnTo>
                  <a:lnTo>
                    <a:pt x="62708" y="50800"/>
                  </a:lnTo>
                  <a:close/>
                </a:path>
                <a:path w="299719" h="2692400">
                  <a:moveTo>
                    <a:pt x="265209" y="50800"/>
                  </a:moveTo>
                  <a:lnTo>
                    <a:pt x="236504" y="50800"/>
                  </a:lnTo>
                  <a:lnTo>
                    <a:pt x="241350" y="63500"/>
                  </a:lnTo>
                  <a:lnTo>
                    <a:pt x="269351" y="63500"/>
                  </a:lnTo>
                  <a:lnTo>
                    <a:pt x="265209" y="50800"/>
                  </a:lnTo>
                  <a:close/>
                </a:path>
                <a:path w="299719" h="2692400">
                  <a:moveTo>
                    <a:pt x="77407" y="38100"/>
                  </a:moveTo>
                  <a:lnTo>
                    <a:pt x="48834" y="38100"/>
                  </a:lnTo>
                  <a:lnTo>
                    <a:pt x="43646" y="50800"/>
                  </a:lnTo>
                  <a:lnTo>
                    <a:pt x="71937" y="50800"/>
                  </a:lnTo>
                  <a:lnTo>
                    <a:pt x="77407" y="38100"/>
                  </a:lnTo>
                  <a:close/>
                </a:path>
                <a:path w="299719" h="2692400">
                  <a:moveTo>
                    <a:pt x="250379" y="38100"/>
                  </a:moveTo>
                  <a:lnTo>
                    <a:pt x="221815" y="38100"/>
                  </a:lnTo>
                  <a:lnTo>
                    <a:pt x="227285" y="50800"/>
                  </a:lnTo>
                  <a:lnTo>
                    <a:pt x="255567" y="50800"/>
                  </a:lnTo>
                  <a:lnTo>
                    <a:pt x="250379" y="38100"/>
                  </a:lnTo>
                  <a:close/>
                </a:path>
                <a:path w="299719" h="2692400">
                  <a:moveTo>
                    <a:pt x="105317" y="25400"/>
                  </a:moveTo>
                  <a:lnTo>
                    <a:pt x="60285" y="25400"/>
                  </a:lnTo>
                  <a:lnTo>
                    <a:pt x="54625" y="38100"/>
                  </a:lnTo>
                  <a:lnTo>
                    <a:pt x="98973" y="38100"/>
                  </a:lnTo>
                  <a:lnTo>
                    <a:pt x="105317" y="25400"/>
                  </a:lnTo>
                  <a:close/>
                </a:path>
                <a:path w="299719" h="2692400">
                  <a:moveTo>
                    <a:pt x="238937" y="25400"/>
                  </a:moveTo>
                  <a:lnTo>
                    <a:pt x="193904" y="25400"/>
                  </a:lnTo>
                  <a:lnTo>
                    <a:pt x="200239" y="38100"/>
                  </a:lnTo>
                  <a:lnTo>
                    <a:pt x="244598" y="38100"/>
                  </a:lnTo>
                  <a:lnTo>
                    <a:pt x="238937" y="25400"/>
                  </a:lnTo>
                  <a:close/>
                </a:path>
                <a:path w="299719" h="2692400">
                  <a:moveTo>
                    <a:pt x="214254" y="12700"/>
                  </a:moveTo>
                  <a:lnTo>
                    <a:pt x="84968" y="12700"/>
                  </a:lnTo>
                  <a:lnTo>
                    <a:pt x="78503" y="25400"/>
                  </a:lnTo>
                  <a:lnTo>
                    <a:pt x="220719" y="25400"/>
                  </a:lnTo>
                  <a:lnTo>
                    <a:pt x="214254" y="12700"/>
                  </a:lnTo>
                  <a:close/>
                </a:path>
                <a:path w="299719" h="2692400">
                  <a:moveTo>
                    <a:pt x="179508" y="0"/>
                  </a:moveTo>
                  <a:lnTo>
                    <a:pt x="119222" y="0"/>
                  </a:lnTo>
                  <a:lnTo>
                    <a:pt x="112466" y="12700"/>
                  </a:lnTo>
                  <a:lnTo>
                    <a:pt x="186745" y="12700"/>
                  </a:lnTo>
                  <a:lnTo>
                    <a:pt x="179508" y="0"/>
                  </a:lnTo>
                  <a:close/>
                </a:path>
              </a:pathLst>
            </a:custGeom>
            <a:solidFill>
              <a:srgbClr val="0369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7" name="object 97"/>
          <p:cNvSpPr txBox="1"/>
          <p:nvPr/>
        </p:nvSpPr>
        <p:spPr>
          <a:xfrm>
            <a:off x="2818165" y="6882593"/>
            <a:ext cx="176530" cy="220599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z="1150" spc="-25">
                <a:solidFill>
                  <a:srgbClr val="222222"/>
                </a:solidFill>
                <a:latin typeface="Segoe UI Symbol"/>
                <a:cs typeface="Segoe UI Symbol"/>
              </a:rPr>
              <a:t>From</a:t>
            </a:r>
            <a:r>
              <a:rPr dirty="0" sz="1150" spc="-35">
                <a:solidFill>
                  <a:srgbClr val="222222"/>
                </a:solidFill>
                <a:latin typeface="Segoe UI Symbol"/>
                <a:cs typeface="Segoe UI Symbol"/>
              </a:rPr>
              <a:t> </a:t>
            </a:r>
            <a:r>
              <a:rPr dirty="0" sz="1150" spc="-20">
                <a:solidFill>
                  <a:srgbClr val="E8112D"/>
                </a:solidFill>
                <a:latin typeface="Segoe UI Symbol"/>
                <a:cs typeface="Segoe UI Symbol"/>
              </a:rPr>
              <a:t>Vulnerable</a:t>
            </a:r>
            <a:r>
              <a:rPr dirty="0" sz="1150" spc="-30">
                <a:solidFill>
                  <a:srgbClr val="E8112D"/>
                </a:solidFill>
                <a:latin typeface="Segoe UI Symbol"/>
                <a:cs typeface="Segoe UI Symbol"/>
              </a:rPr>
              <a:t> </a:t>
            </a:r>
            <a:r>
              <a:rPr dirty="0" sz="1150" spc="-10">
                <a:solidFill>
                  <a:srgbClr val="222222"/>
                </a:solidFill>
                <a:latin typeface="Segoe UI Symbol"/>
                <a:cs typeface="Segoe UI Symbol"/>
              </a:rPr>
              <a:t>to</a:t>
            </a:r>
            <a:r>
              <a:rPr dirty="0" sz="1150" spc="-35">
                <a:solidFill>
                  <a:srgbClr val="222222"/>
                </a:solidFill>
                <a:latin typeface="Segoe UI Symbol"/>
                <a:cs typeface="Segoe UI Symbol"/>
              </a:rPr>
              <a:t> </a:t>
            </a:r>
            <a:r>
              <a:rPr dirty="0" sz="1150" spc="-10">
                <a:solidFill>
                  <a:srgbClr val="16A34A"/>
                </a:solidFill>
                <a:latin typeface="Segoe UI Symbol"/>
                <a:cs typeface="Segoe UI Symbol"/>
              </a:rPr>
              <a:t>Verified</a:t>
            </a:r>
            <a:r>
              <a:rPr dirty="0" sz="1150" spc="-30">
                <a:solidFill>
                  <a:srgbClr val="16A34A"/>
                </a:solidFill>
                <a:latin typeface="Segoe UI Symbol"/>
                <a:cs typeface="Segoe UI Symbol"/>
              </a:rPr>
              <a:t> </a:t>
            </a:r>
            <a:r>
              <a:rPr dirty="0" sz="1150" spc="-10">
                <a:solidFill>
                  <a:srgbClr val="16A34A"/>
                </a:solidFill>
                <a:latin typeface="Segoe UI Symbol"/>
                <a:cs typeface="Segoe UI Symbol"/>
              </a:rPr>
              <a:t>Secure</a:t>
            </a:r>
            <a:endParaRPr sz="1150">
              <a:latin typeface="Segoe UI Symbol"/>
              <a:cs typeface="Segoe UI Symbol"/>
            </a:endParaRPr>
          </a:p>
        </p:txBody>
      </p:sp>
      <p:grpSp>
        <p:nvGrpSpPr>
          <p:cNvPr id="98" name="object 98"/>
          <p:cNvGrpSpPr/>
          <p:nvPr/>
        </p:nvGrpSpPr>
        <p:grpSpPr>
          <a:xfrm>
            <a:off x="1615387" y="6487388"/>
            <a:ext cx="1410970" cy="3105785"/>
            <a:chOff x="1615387" y="6487388"/>
            <a:chExt cx="1410970" cy="3105785"/>
          </a:xfrm>
        </p:grpSpPr>
        <p:pic>
          <p:nvPicPr>
            <p:cNvPr id="99" name="object 9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817875" y="9339008"/>
              <a:ext cx="202692" cy="248538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2812346" y="9334212"/>
              <a:ext cx="213995" cy="259079"/>
            </a:xfrm>
            <a:custGeom>
              <a:avLst/>
              <a:gdLst/>
              <a:ahLst/>
              <a:cxnLst/>
              <a:rect l="l" t="t" r="r" b="b"/>
              <a:pathLst>
                <a:path w="213994" h="259079">
                  <a:moveTo>
                    <a:pt x="50893" y="146991"/>
                  </a:moveTo>
                  <a:lnTo>
                    <a:pt x="4996" y="146991"/>
                  </a:lnTo>
                  <a:lnTo>
                    <a:pt x="3539" y="147212"/>
                  </a:lnTo>
                  <a:lnTo>
                    <a:pt x="2202" y="147846"/>
                  </a:lnTo>
                  <a:lnTo>
                    <a:pt x="1116" y="148831"/>
                  </a:lnTo>
                  <a:lnTo>
                    <a:pt x="351" y="150098"/>
                  </a:lnTo>
                  <a:lnTo>
                    <a:pt x="0" y="151525"/>
                  </a:lnTo>
                  <a:lnTo>
                    <a:pt x="69" y="153004"/>
                  </a:lnTo>
                  <a:lnTo>
                    <a:pt x="103286" y="257416"/>
                  </a:lnTo>
                  <a:lnTo>
                    <a:pt x="106051" y="258824"/>
                  </a:lnTo>
                  <a:lnTo>
                    <a:pt x="107619" y="258824"/>
                  </a:lnTo>
                  <a:lnTo>
                    <a:pt x="109117" y="258341"/>
                  </a:lnTo>
                  <a:lnTo>
                    <a:pt x="110394" y="257416"/>
                  </a:lnTo>
                  <a:lnTo>
                    <a:pt x="117503" y="250308"/>
                  </a:lnTo>
                  <a:lnTo>
                    <a:pt x="103286" y="250308"/>
                  </a:lnTo>
                  <a:lnTo>
                    <a:pt x="106840" y="246754"/>
                  </a:lnTo>
                  <a:lnTo>
                    <a:pt x="17132" y="157045"/>
                  </a:lnTo>
                  <a:lnTo>
                    <a:pt x="4996" y="157045"/>
                  </a:lnTo>
                  <a:lnTo>
                    <a:pt x="8555" y="148469"/>
                  </a:lnTo>
                  <a:lnTo>
                    <a:pt x="50893" y="148469"/>
                  </a:lnTo>
                  <a:lnTo>
                    <a:pt x="50893" y="146991"/>
                  </a:lnTo>
                  <a:close/>
                </a:path>
                <a:path w="213994" h="259079">
                  <a:moveTo>
                    <a:pt x="106840" y="246754"/>
                  </a:moveTo>
                  <a:lnTo>
                    <a:pt x="103286" y="250308"/>
                  </a:lnTo>
                  <a:lnTo>
                    <a:pt x="110394" y="250308"/>
                  </a:lnTo>
                  <a:lnTo>
                    <a:pt x="106840" y="246754"/>
                  </a:lnTo>
                  <a:close/>
                </a:path>
                <a:path w="213994" h="259079">
                  <a:moveTo>
                    <a:pt x="205125" y="148469"/>
                  </a:moveTo>
                  <a:lnTo>
                    <a:pt x="106840" y="246754"/>
                  </a:lnTo>
                  <a:lnTo>
                    <a:pt x="110394" y="250308"/>
                  </a:lnTo>
                  <a:lnTo>
                    <a:pt x="117503" y="250308"/>
                  </a:lnTo>
                  <a:lnTo>
                    <a:pt x="210765" y="157045"/>
                  </a:lnTo>
                  <a:lnTo>
                    <a:pt x="208673" y="157045"/>
                  </a:lnTo>
                  <a:lnTo>
                    <a:pt x="205125" y="148469"/>
                  </a:lnTo>
                  <a:close/>
                </a:path>
                <a:path w="213994" h="259079">
                  <a:moveTo>
                    <a:pt x="8555" y="148469"/>
                  </a:moveTo>
                  <a:lnTo>
                    <a:pt x="5096" y="156804"/>
                  </a:lnTo>
                  <a:lnTo>
                    <a:pt x="4996" y="157045"/>
                  </a:lnTo>
                  <a:lnTo>
                    <a:pt x="17132" y="157045"/>
                  </a:lnTo>
                  <a:lnTo>
                    <a:pt x="8555" y="148469"/>
                  </a:lnTo>
                  <a:close/>
                </a:path>
                <a:path w="213994" h="259079">
                  <a:moveTo>
                    <a:pt x="50893" y="148469"/>
                  </a:moveTo>
                  <a:lnTo>
                    <a:pt x="8555" y="148469"/>
                  </a:lnTo>
                  <a:lnTo>
                    <a:pt x="17132" y="157045"/>
                  </a:lnTo>
                  <a:lnTo>
                    <a:pt x="55920" y="157045"/>
                  </a:lnTo>
                  <a:lnTo>
                    <a:pt x="57470" y="156804"/>
                  </a:lnTo>
                  <a:lnTo>
                    <a:pt x="58877" y="156090"/>
                  </a:lnTo>
                  <a:lnTo>
                    <a:pt x="59983" y="154974"/>
                  </a:lnTo>
                  <a:lnTo>
                    <a:pt x="60697" y="153577"/>
                  </a:lnTo>
                  <a:lnTo>
                    <a:pt x="60948" y="152018"/>
                  </a:lnTo>
                  <a:lnTo>
                    <a:pt x="50893" y="152018"/>
                  </a:lnTo>
                  <a:lnTo>
                    <a:pt x="50893" y="148469"/>
                  </a:lnTo>
                  <a:close/>
                </a:path>
                <a:path w="213994" h="259079">
                  <a:moveTo>
                    <a:pt x="152732" y="5026"/>
                  </a:moveTo>
                  <a:lnTo>
                    <a:pt x="152732" y="152018"/>
                  </a:lnTo>
                  <a:lnTo>
                    <a:pt x="152885" y="153004"/>
                  </a:lnTo>
                  <a:lnTo>
                    <a:pt x="157759" y="157045"/>
                  </a:lnTo>
                  <a:lnTo>
                    <a:pt x="196549" y="157045"/>
                  </a:lnTo>
                  <a:lnTo>
                    <a:pt x="201576" y="152018"/>
                  </a:lnTo>
                  <a:lnTo>
                    <a:pt x="162787" y="152018"/>
                  </a:lnTo>
                  <a:lnTo>
                    <a:pt x="157759" y="146991"/>
                  </a:lnTo>
                  <a:lnTo>
                    <a:pt x="162787" y="146991"/>
                  </a:lnTo>
                  <a:lnTo>
                    <a:pt x="162787" y="10053"/>
                  </a:lnTo>
                  <a:lnTo>
                    <a:pt x="157759" y="10053"/>
                  </a:lnTo>
                  <a:lnTo>
                    <a:pt x="152732" y="5026"/>
                  </a:lnTo>
                  <a:close/>
                </a:path>
                <a:path w="213994" h="259079">
                  <a:moveTo>
                    <a:pt x="212162" y="148469"/>
                  </a:moveTo>
                  <a:lnTo>
                    <a:pt x="205125" y="148469"/>
                  </a:lnTo>
                  <a:lnTo>
                    <a:pt x="208573" y="156804"/>
                  </a:lnTo>
                  <a:lnTo>
                    <a:pt x="208673" y="157045"/>
                  </a:lnTo>
                  <a:lnTo>
                    <a:pt x="210765" y="157045"/>
                  </a:lnTo>
                  <a:lnTo>
                    <a:pt x="212233" y="155577"/>
                  </a:lnTo>
                  <a:lnTo>
                    <a:pt x="213107" y="154391"/>
                  </a:lnTo>
                  <a:lnTo>
                    <a:pt x="213610" y="153004"/>
                  </a:lnTo>
                  <a:lnTo>
                    <a:pt x="213681" y="151525"/>
                  </a:lnTo>
                  <a:lnTo>
                    <a:pt x="213319" y="150098"/>
                  </a:lnTo>
                  <a:lnTo>
                    <a:pt x="212564" y="148831"/>
                  </a:lnTo>
                  <a:lnTo>
                    <a:pt x="212162" y="148469"/>
                  </a:lnTo>
                  <a:close/>
                </a:path>
                <a:path w="213994" h="259079">
                  <a:moveTo>
                    <a:pt x="157759" y="0"/>
                  </a:moveTo>
                  <a:lnTo>
                    <a:pt x="55920" y="0"/>
                  </a:lnTo>
                  <a:lnTo>
                    <a:pt x="54362" y="251"/>
                  </a:lnTo>
                  <a:lnTo>
                    <a:pt x="52965" y="965"/>
                  </a:lnTo>
                  <a:lnTo>
                    <a:pt x="51849" y="2071"/>
                  </a:lnTo>
                  <a:lnTo>
                    <a:pt x="51135" y="3478"/>
                  </a:lnTo>
                  <a:lnTo>
                    <a:pt x="50893" y="5026"/>
                  </a:lnTo>
                  <a:lnTo>
                    <a:pt x="50893" y="152018"/>
                  </a:lnTo>
                  <a:lnTo>
                    <a:pt x="55920" y="146991"/>
                  </a:lnTo>
                  <a:lnTo>
                    <a:pt x="60948" y="146991"/>
                  </a:lnTo>
                  <a:lnTo>
                    <a:pt x="60948" y="10053"/>
                  </a:lnTo>
                  <a:lnTo>
                    <a:pt x="55920" y="10053"/>
                  </a:lnTo>
                  <a:lnTo>
                    <a:pt x="60948" y="5026"/>
                  </a:lnTo>
                  <a:lnTo>
                    <a:pt x="162787" y="5026"/>
                  </a:lnTo>
                  <a:lnTo>
                    <a:pt x="162535" y="3478"/>
                  </a:lnTo>
                  <a:lnTo>
                    <a:pt x="161822" y="2071"/>
                  </a:lnTo>
                  <a:lnTo>
                    <a:pt x="160715" y="965"/>
                  </a:lnTo>
                  <a:lnTo>
                    <a:pt x="159307" y="251"/>
                  </a:lnTo>
                  <a:lnTo>
                    <a:pt x="157759" y="0"/>
                  </a:lnTo>
                  <a:close/>
                </a:path>
                <a:path w="213994" h="259079">
                  <a:moveTo>
                    <a:pt x="60948" y="146991"/>
                  </a:moveTo>
                  <a:lnTo>
                    <a:pt x="55920" y="146991"/>
                  </a:lnTo>
                  <a:lnTo>
                    <a:pt x="50893" y="152018"/>
                  </a:lnTo>
                  <a:lnTo>
                    <a:pt x="60948" y="152018"/>
                  </a:lnTo>
                  <a:lnTo>
                    <a:pt x="60948" y="146991"/>
                  </a:lnTo>
                  <a:close/>
                </a:path>
                <a:path w="213994" h="259079">
                  <a:moveTo>
                    <a:pt x="162787" y="146991"/>
                  </a:moveTo>
                  <a:lnTo>
                    <a:pt x="157759" y="146991"/>
                  </a:lnTo>
                  <a:lnTo>
                    <a:pt x="162787" y="152018"/>
                  </a:lnTo>
                  <a:lnTo>
                    <a:pt x="162787" y="146991"/>
                  </a:lnTo>
                  <a:close/>
                </a:path>
                <a:path w="213994" h="259079">
                  <a:moveTo>
                    <a:pt x="208673" y="146991"/>
                  </a:moveTo>
                  <a:lnTo>
                    <a:pt x="162787" y="146991"/>
                  </a:lnTo>
                  <a:lnTo>
                    <a:pt x="162787" y="152018"/>
                  </a:lnTo>
                  <a:lnTo>
                    <a:pt x="201576" y="152018"/>
                  </a:lnTo>
                  <a:lnTo>
                    <a:pt x="205125" y="148469"/>
                  </a:lnTo>
                  <a:lnTo>
                    <a:pt x="212162" y="148469"/>
                  </a:lnTo>
                  <a:lnTo>
                    <a:pt x="211468" y="147846"/>
                  </a:lnTo>
                  <a:lnTo>
                    <a:pt x="210141" y="147212"/>
                  </a:lnTo>
                  <a:lnTo>
                    <a:pt x="208673" y="146991"/>
                  </a:lnTo>
                  <a:close/>
                </a:path>
                <a:path w="213994" h="259079">
                  <a:moveTo>
                    <a:pt x="60948" y="5026"/>
                  </a:moveTo>
                  <a:lnTo>
                    <a:pt x="55920" y="10053"/>
                  </a:lnTo>
                  <a:lnTo>
                    <a:pt x="60948" y="10053"/>
                  </a:lnTo>
                  <a:lnTo>
                    <a:pt x="60948" y="5026"/>
                  </a:lnTo>
                  <a:close/>
                </a:path>
                <a:path w="213994" h="259079">
                  <a:moveTo>
                    <a:pt x="152732" y="5026"/>
                  </a:moveTo>
                  <a:lnTo>
                    <a:pt x="60948" y="5026"/>
                  </a:lnTo>
                  <a:lnTo>
                    <a:pt x="60948" y="10053"/>
                  </a:lnTo>
                  <a:lnTo>
                    <a:pt x="152732" y="10053"/>
                  </a:lnTo>
                  <a:lnTo>
                    <a:pt x="152732" y="5026"/>
                  </a:lnTo>
                  <a:close/>
                </a:path>
                <a:path w="213994" h="259079">
                  <a:moveTo>
                    <a:pt x="162787" y="5026"/>
                  </a:moveTo>
                  <a:lnTo>
                    <a:pt x="152732" y="5026"/>
                  </a:lnTo>
                  <a:lnTo>
                    <a:pt x="157759" y="10053"/>
                  </a:lnTo>
                  <a:lnTo>
                    <a:pt x="162787" y="10053"/>
                  </a:lnTo>
                  <a:lnTo>
                    <a:pt x="162787" y="5026"/>
                  </a:lnTo>
                  <a:close/>
                </a:path>
              </a:pathLst>
            </a:custGeom>
            <a:solidFill>
              <a:srgbClr val="0369E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1625853" y="6496494"/>
              <a:ext cx="1101725" cy="1093470"/>
            </a:xfrm>
            <a:custGeom>
              <a:avLst/>
              <a:gdLst/>
              <a:ahLst/>
              <a:cxnLst/>
              <a:rect l="l" t="t" r="r" b="b"/>
              <a:pathLst>
                <a:path w="1101725" h="1093470">
                  <a:moveTo>
                    <a:pt x="970026" y="0"/>
                  </a:moveTo>
                  <a:lnTo>
                    <a:pt x="130301" y="0"/>
                  </a:lnTo>
                  <a:lnTo>
                    <a:pt x="79518" y="10316"/>
                  </a:lnTo>
                  <a:lnTo>
                    <a:pt x="38004" y="38468"/>
                  </a:lnTo>
                  <a:lnTo>
                    <a:pt x="10063" y="80263"/>
                  </a:lnTo>
                  <a:lnTo>
                    <a:pt x="0" y="131508"/>
                  </a:lnTo>
                  <a:lnTo>
                    <a:pt x="0" y="961580"/>
                  </a:lnTo>
                  <a:lnTo>
                    <a:pt x="10063" y="1012982"/>
                  </a:lnTo>
                  <a:lnTo>
                    <a:pt x="38004" y="1054828"/>
                  </a:lnTo>
                  <a:lnTo>
                    <a:pt x="79518" y="1082927"/>
                  </a:lnTo>
                  <a:lnTo>
                    <a:pt x="130301" y="1093088"/>
                  </a:lnTo>
                  <a:lnTo>
                    <a:pt x="970026" y="1093088"/>
                  </a:lnTo>
                  <a:lnTo>
                    <a:pt x="1020952" y="1082927"/>
                  </a:lnTo>
                  <a:lnTo>
                    <a:pt x="1062640" y="1054828"/>
                  </a:lnTo>
                  <a:lnTo>
                    <a:pt x="1090897" y="1012982"/>
                  </a:lnTo>
                  <a:lnTo>
                    <a:pt x="1101534" y="961580"/>
                  </a:lnTo>
                  <a:lnTo>
                    <a:pt x="1101534" y="131508"/>
                  </a:lnTo>
                  <a:lnTo>
                    <a:pt x="1090897" y="80263"/>
                  </a:lnTo>
                  <a:lnTo>
                    <a:pt x="1062640" y="38468"/>
                  </a:lnTo>
                  <a:lnTo>
                    <a:pt x="1020952" y="10316"/>
                  </a:lnTo>
                  <a:lnTo>
                    <a:pt x="970026" y="0"/>
                  </a:lnTo>
                  <a:close/>
                </a:path>
              </a:pathLst>
            </a:custGeom>
            <a:solidFill>
              <a:srgbClr val="FAD5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1615387" y="6487388"/>
              <a:ext cx="1122045" cy="1112520"/>
            </a:xfrm>
            <a:custGeom>
              <a:avLst/>
              <a:gdLst/>
              <a:ahLst/>
              <a:cxnLst/>
              <a:rect l="l" t="t" r="r" b="b"/>
              <a:pathLst>
                <a:path w="1122045" h="1112520">
                  <a:moveTo>
                    <a:pt x="994407" y="0"/>
                  </a:moveTo>
                  <a:lnTo>
                    <a:pt x="126572" y="0"/>
                  </a:lnTo>
                  <a:lnTo>
                    <a:pt x="105719" y="3810"/>
                  </a:lnTo>
                  <a:lnTo>
                    <a:pt x="99495" y="6350"/>
                  </a:lnTo>
                  <a:lnTo>
                    <a:pt x="92920" y="7620"/>
                  </a:lnTo>
                  <a:lnTo>
                    <a:pt x="86495" y="10160"/>
                  </a:lnTo>
                  <a:lnTo>
                    <a:pt x="79789" y="13970"/>
                  </a:lnTo>
                  <a:lnTo>
                    <a:pt x="74128" y="16510"/>
                  </a:lnTo>
                  <a:lnTo>
                    <a:pt x="68206" y="20320"/>
                  </a:lnTo>
                  <a:lnTo>
                    <a:pt x="62163" y="24330"/>
                  </a:lnTo>
                  <a:lnTo>
                    <a:pt x="56544" y="27940"/>
                  </a:lnTo>
                  <a:lnTo>
                    <a:pt x="51215" y="31750"/>
                  </a:lnTo>
                  <a:lnTo>
                    <a:pt x="46450" y="36830"/>
                  </a:lnTo>
                  <a:lnTo>
                    <a:pt x="41201" y="40640"/>
                  </a:lnTo>
                  <a:lnTo>
                    <a:pt x="36857" y="45720"/>
                  </a:lnTo>
                  <a:lnTo>
                    <a:pt x="32103" y="50800"/>
                  </a:lnTo>
                  <a:lnTo>
                    <a:pt x="28211" y="55880"/>
                  </a:lnTo>
                  <a:lnTo>
                    <a:pt x="24270" y="62230"/>
                  </a:lnTo>
                  <a:lnTo>
                    <a:pt x="20580" y="67310"/>
                  </a:lnTo>
                  <a:lnTo>
                    <a:pt x="17171" y="73660"/>
                  </a:lnTo>
                  <a:lnTo>
                    <a:pt x="13823" y="80010"/>
                  </a:lnTo>
                  <a:lnTo>
                    <a:pt x="11200" y="86360"/>
                  </a:lnTo>
                  <a:lnTo>
                    <a:pt x="8484" y="92710"/>
                  </a:lnTo>
                  <a:lnTo>
                    <a:pt x="170" y="133350"/>
                  </a:lnTo>
                  <a:lnTo>
                    <a:pt x="0" y="140970"/>
                  </a:lnTo>
                  <a:lnTo>
                    <a:pt x="0" y="971550"/>
                  </a:lnTo>
                  <a:lnTo>
                    <a:pt x="141" y="977900"/>
                  </a:lnTo>
                  <a:lnTo>
                    <a:pt x="170" y="979170"/>
                  </a:lnTo>
                  <a:lnTo>
                    <a:pt x="559" y="984250"/>
                  </a:lnTo>
                  <a:lnTo>
                    <a:pt x="657" y="985520"/>
                  </a:lnTo>
                  <a:lnTo>
                    <a:pt x="8484" y="1019810"/>
                  </a:lnTo>
                  <a:lnTo>
                    <a:pt x="11008" y="1026160"/>
                  </a:lnTo>
                  <a:lnTo>
                    <a:pt x="13823" y="1032510"/>
                  </a:lnTo>
                  <a:lnTo>
                    <a:pt x="16940" y="1038860"/>
                  </a:lnTo>
                  <a:lnTo>
                    <a:pt x="20328" y="1045210"/>
                  </a:lnTo>
                  <a:lnTo>
                    <a:pt x="23999" y="1050290"/>
                  </a:lnTo>
                  <a:lnTo>
                    <a:pt x="27919" y="1056640"/>
                  </a:lnTo>
                  <a:lnTo>
                    <a:pt x="32103" y="1061720"/>
                  </a:lnTo>
                  <a:lnTo>
                    <a:pt x="36536" y="1066800"/>
                  </a:lnTo>
                  <a:lnTo>
                    <a:pt x="41201" y="1071880"/>
                  </a:lnTo>
                  <a:lnTo>
                    <a:pt x="46098" y="1075690"/>
                  </a:lnTo>
                  <a:lnTo>
                    <a:pt x="51587" y="1080770"/>
                  </a:lnTo>
                  <a:lnTo>
                    <a:pt x="57124" y="1086038"/>
                  </a:lnTo>
                  <a:lnTo>
                    <a:pt x="57308" y="1086038"/>
                  </a:lnTo>
                  <a:lnTo>
                    <a:pt x="62073" y="1088390"/>
                  </a:lnTo>
                  <a:lnTo>
                    <a:pt x="67795" y="1092200"/>
                  </a:lnTo>
                  <a:lnTo>
                    <a:pt x="73706" y="1096010"/>
                  </a:lnTo>
                  <a:lnTo>
                    <a:pt x="79789" y="1098550"/>
                  </a:lnTo>
                  <a:lnTo>
                    <a:pt x="86043" y="1102360"/>
                  </a:lnTo>
                  <a:lnTo>
                    <a:pt x="92920" y="1104900"/>
                  </a:lnTo>
                  <a:lnTo>
                    <a:pt x="99013" y="1106170"/>
                  </a:lnTo>
                  <a:lnTo>
                    <a:pt x="105719" y="1108710"/>
                  </a:lnTo>
                  <a:lnTo>
                    <a:pt x="106202" y="1108710"/>
                  </a:lnTo>
                  <a:lnTo>
                    <a:pt x="113049" y="1109980"/>
                  </a:lnTo>
                  <a:lnTo>
                    <a:pt x="119503" y="1111250"/>
                  </a:lnTo>
                  <a:lnTo>
                    <a:pt x="120006" y="1111250"/>
                  </a:lnTo>
                  <a:lnTo>
                    <a:pt x="126572" y="1112520"/>
                  </a:lnTo>
                  <a:lnTo>
                    <a:pt x="994910" y="1112520"/>
                  </a:lnTo>
                  <a:lnTo>
                    <a:pt x="1034985" y="1102360"/>
                  </a:lnTo>
                  <a:lnTo>
                    <a:pt x="1041692" y="1098550"/>
                  </a:lnTo>
                  <a:lnTo>
                    <a:pt x="1047352" y="1096010"/>
                  </a:lnTo>
                  <a:lnTo>
                    <a:pt x="1051300" y="1093470"/>
                  </a:lnTo>
                  <a:lnTo>
                    <a:pt x="135268" y="1093470"/>
                  </a:lnTo>
                  <a:lnTo>
                    <a:pt x="128602" y="1092200"/>
                  </a:lnTo>
                  <a:lnTo>
                    <a:pt x="123042" y="1092200"/>
                  </a:lnTo>
                  <a:lnTo>
                    <a:pt x="116577" y="1090930"/>
                  </a:lnTo>
                  <a:lnTo>
                    <a:pt x="117069" y="1090930"/>
                  </a:lnTo>
                  <a:lnTo>
                    <a:pt x="111673" y="1089849"/>
                  </a:lnTo>
                  <a:lnTo>
                    <a:pt x="104984" y="1087120"/>
                  </a:lnTo>
                  <a:lnTo>
                    <a:pt x="105458" y="1087120"/>
                  </a:lnTo>
                  <a:lnTo>
                    <a:pt x="100269" y="1086038"/>
                  </a:lnTo>
                  <a:lnTo>
                    <a:pt x="93875" y="1083310"/>
                  </a:lnTo>
                  <a:lnTo>
                    <a:pt x="94327" y="1083310"/>
                  </a:lnTo>
                  <a:lnTo>
                    <a:pt x="88516" y="1080770"/>
                  </a:lnTo>
                  <a:lnTo>
                    <a:pt x="88958" y="1080770"/>
                  </a:lnTo>
                  <a:lnTo>
                    <a:pt x="83298" y="1078230"/>
                  </a:lnTo>
                  <a:lnTo>
                    <a:pt x="83731" y="1078230"/>
                  </a:lnTo>
                  <a:lnTo>
                    <a:pt x="78230" y="1075690"/>
                  </a:lnTo>
                  <a:lnTo>
                    <a:pt x="78643" y="1075690"/>
                  </a:lnTo>
                  <a:lnTo>
                    <a:pt x="73324" y="1071880"/>
                  </a:lnTo>
                  <a:lnTo>
                    <a:pt x="73727" y="1071880"/>
                  </a:lnTo>
                  <a:lnTo>
                    <a:pt x="68578" y="1069340"/>
                  </a:lnTo>
                  <a:lnTo>
                    <a:pt x="68971" y="1069340"/>
                  </a:lnTo>
                  <a:lnTo>
                    <a:pt x="64014" y="1065530"/>
                  </a:lnTo>
                  <a:lnTo>
                    <a:pt x="64376" y="1065530"/>
                  </a:lnTo>
                  <a:lnTo>
                    <a:pt x="59621" y="1061720"/>
                  </a:lnTo>
                  <a:lnTo>
                    <a:pt x="59973" y="1061720"/>
                  </a:lnTo>
                  <a:lnTo>
                    <a:pt x="55417" y="1057910"/>
                  </a:lnTo>
                  <a:lnTo>
                    <a:pt x="55760" y="1057910"/>
                  </a:lnTo>
                  <a:lnTo>
                    <a:pt x="52503" y="1054100"/>
                  </a:lnTo>
                  <a:lnTo>
                    <a:pt x="51738" y="1054100"/>
                  </a:lnTo>
                  <a:lnTo>
                    <a:pt x="47616" y="1049020"/>
                  </a:lnTo>
                  <a:lnTo>
                    <a:pt x="47918" y="1049020"/>
                  </a:lnTo>
                  <a:lnTo>
                    <a:pt x="44999" y="1045210"/>
                  </a:lnTo>
                  <a:lnTo>
                    <a:pt x="44309" y="1045210"/>
                  </a:lnTo>
                  <a:lnTo>
                    <a:pt x="41380" y="1040130"/>
                  </a:lnTo>
                  <a:lnTo>
                    <a:pt x="40920" y="1040130"/>
                  </a:lnTo>
                  <a:lnTo>
                    <a:pt x="37511" y="1035050"/>
                  </a:lnTo>
                  <a:lnTo>
                    <a:pt x="37763" y="1035050"/>
                  </a:lnTo>
                  <a:lnTo>
                    <a:pt x="34606" y="1029970"/>
                  </a:lnTo>
                  <a:lnTo>
                    <a:pt x="34837" y="1029970"/>
                  </a:lnTo>
                  <a:lnTo>
                    <a:pt x="32520" y="1024890"/>
                  </a:lnTo>
                  <a:lnTo>
                    <a:pt x="32152" y="1024890"/>
                  </a:lnTo>
                  <a:lnTo>
                    <a:pt x="30053" y="1019810"/>
                  </a:lnTo>
                  <a:lnTo>
                    <a:pt x="29719" y="1019810"/>
                  </a:lnTo>
                  <a:lnTo>
                    <a:pt x="27367" y="1013460"/>
                  </a:lnTo>
                  <a:lnTo>
                    <a:pt x="27538" y="1013460"/>
                  </a:lnTo>
                  <a:lnTo>
                    <a:pt x="25889" y="1008380"/>
                  </a:lnTo>
                  <a:lnTo>
                    <a:pt x="25617" y="1008380"/>
                  </a:lnTo>
                  <a:lnTo>
                    <a:pt x="23858" y="1002030"/>
                  </a:lnTo>
                  <a:lnTo>
                    <a:pt x="22780" y="996950"/>
                  </a:lnTo>
                  <a:lnTo>
                    <a:pt x="22611" y="996950"/>
                  </a:lnTo>
                  <a:lnTo>
                    <a:pt x="20097" y="971550"/>
                  </a:lnTo>
                  <a:lnTo>
                    <a:pt x="20107" y="140970"/>
                  </a:lnTo>
                  <a:lnTo>
                    <a:pt x="21465" y="123190"/>
                  </a:lnTo>
                  <a:lnTo>
                    <a:pt x="21535" y="121920"/>
                  </a:lnTo>
                  <a:lnTo>
                    <a:pt x="21694" y="121920"/>
                  </a:lnTo>
                  <a:lnTo>
                    <a:pt x="22611" y="116840"/>
                  </a:lnTo>
                  <a:lnTo>
                    <a:pt x="23978" y="110490"/>
                  </a:lnTo>
                  <a:lnTo>
                    <a:pt x="25617" y="104140"/>
                  </a:lnTo>
                  <a:lnTo>
                    <a:pt x="25889" y="104140"/>
                  </a:lnTo>
                  <a:lnTo>
                    <a:pt x="27538" y="99060"/>
                  </a:lnTo>
                  <a:lnTo>
                    <a:pt x="27367" y="99060"/>
                  </a:lnTo>
                  <a:lnTo>
                    <a:pt x="29719" y="93980"/>
                  </a:lnTo>
                  <a:lnTo>
                    <a:pt x="29528" y="93980"/>
                  </a:lnTo>
                  <a:lnTo>
                    <a:pt x="32152" y="87630"/>
                  </a:lnTo>
                  <a:lnTo>
                    <a:pt x="32520" y="87630"/>
                  </a:lnTo>
                  <a:lnTo>
                    <a:pt x="34837" y="82550"/>
                  </a:lnTo>
                  <a:lnTo>
                    <a:pt x="35237" y="82550"/>
                  </a:lnTo>
                  <a:lnTo>
                    <a:pt x="37763" y="77470"/>
                  </a:lnTo>
                  <a:lnTo>
                    <a:pt x="38193" y="77470"/>
                  </a:lnTo>
                  <a:lnTo>
                    <a:pt x="40920" y="72390"/>
                  </a:lnTo>
                  <a:lnTo>
                    <a:pt x="41563" y="72390"/>
                  </a:lnTo>
                  <a:lnTo>
                    <a:pt x="44309" y="68580"/>
                  </a:lnTo>
                  <a:lnTo>
                    <a:pt x="44027" y="68580"/>
                  </a:lnTo>
                  <a:lnTo>
                    <a:pt x="47918" y="63500"/>
                  </a:lnTo>
                  <a:lnTo>
                    <a:pt x="47616" y="63500"/>
                  </a:lnTo>
                  <a:lnTo>
                    <a:pt x="51738" y="59690"/>
                  </a:lnTo>
                  <a:lnTo>
                    <a:pt x="51417" y="59690"/>
                  </a:lnTo>
                  <a:lnTo>
                    <a:pt x="55760" y="54610"/>
                  </a:lnTo>
                  <a:lnTo>
                    <a:pt x="56556" y="54610"/>
                  </a:lnTo>
                  <a:lnTo>
                    <a:pt x="59973" y="50800"/>
                  </a:lnTo>
                  <a:lnTo>
                    <a:pt x="59621" y="50800"/>
                  </a:lnTo>
                  <a:lnTo>
                    <a:pt x="64376" y="46990"/>
                  </a:lnTo>
                  <a:lnTo>
                    <a:pt x="64014" y="46990"/>
                  </a:lnTo>
                  <a:lnTo>
                    <a:pt x="68971" y="43180"/>
                  </a:lnTo>
                  <a:lnTo>
                    <a:pt x="70294" y="43180"/>
                  </a:lnTo>
                  <a:lnTo>
                    <a:pt x="73727" y="40640"/>
                  </a:lnTo>
                  <a:lnTo>
                    <a:pt x="73324" y="40640"/>
                  </a:lnTo>
                  <a:lnTo>
                    <a:pt x="78643" y="36830"/>
                  </a:lnTo>
                  <a:lnTo>
                    <a:pt x="78230" y="36830"/>
                  </a:lnTo>
                  <a:lnTo>
                    <a:pt x="83731" y="34290"/>
                  </a:lnTo>
                  <a:lnTo>
                    <a:pt x="83298" y="34290"/>
                  </a:lnTo>
                  <a:lnTo>
                    <a:pt x="88958" y="31750"/>
                  </a:lnTo>
                  <a:lnTo>
                    <a:pt x="88516" y="31750"/>
                  </a:lnTo>
                  <a:lnTo>
                    <a:pt x="94327" y="29210"/>
                  </a:lnTo>
                  <a:lnTo>
                    <a:pt x="93875" y="29210"/>
                  </a:lnTo>
                  <a:lnTo>
                    <a:pt x="99827" y="26670"/>
                  </a:lnTo>
                  <a:lnTo>
                    <a:pt x="99364" y="26670"/>
                  </a:lnTo>
                  <a:lnTo>
                    <a:pt x="105458" y="25400"/>
                  </a:lnTo>
                  <a:lnTo>
                    <a:pt x="104985" y="25400"/>
                  </a:lnTo>
                  <a:lnTo>
                    <a:pt x="110224" y="24330"/>
                  </a:lnTo>
                  <a:lnTo>
                    <a:pt x="117069" y="21590"/>
                  </a:lnTo>
                  <a:lnTo>
                    <a:pt x="122539" y="21590"/>
                  </a:lnTo>
                  <a:lnTo>
                    <a:pt x="129105" y="20320"/>
                  </a:lnTo>
                  <a:lnTo>
                    <a:pt x="1053685" y="20320"/>
                  </a:lnTo>
                  <a:lnTo>
                    <a:pt x="1047352" y="16510"/>
                  </a:lnTo>
                  <a:lnTo>
                    <a:pt x="1041692" y="13970"/>
                  </a:lnTo>
                  <a:lnTo>
                    <a:pt x="1034985" y="10160"/>
                  </a:lnTo>
                  <a:lnTo>
                    <a:pt x="1029034" y="8890"/>
                  </a:lnTo>
                  <a:lnTo>
                    <a:pt x="1021995" y="6350"/>
                  </a:lnTo>
                  <a:lnTo>
                    <a:pt x="1015762" y="3810"/>
                  </a:lnTo>
                  <a:lnTo>
                    <a:pt x="1015279" y="3810"/>
                  </a:lnTo>
                  <a:lnTo>
                    <a:pt x="1008442" y="2540"/>
                  </a:lnTo>
                  <a:lnTo>
                    <a:pt x="1001977" y="1270"/>
                  </a:lnTo>
                  <a:lnTo>
                    <a:pt x="1001475" y="1270"/>
                  </a:lnTo>
                  <a:lnTo>
                    <a:pt x="994407" y="0"/>
                  </a:lnTo>
                  <a:close/>
                </a:path>
                <a:path w="1122045" h="1112520">
                  <a:moveTo>
                    <a:pt x="1070075" y="1052830"/>
                  </a:moveTo>
                  <a:lnTo>
                    <a:pt x="1065731" y="1057910"/>
                  </a:lnTo>
                  <a:lnTo>
                    <a:pt x="1066063" y="1057910"/>
                  </a:lnTo>
                  <a:lnTo>
                    <a:pt x="1061507" y="1061720"/>
                  </a:lnTo>
                  <a:lnTo>
                    <a:pt x="1061860" y="1061720"/>
                  </a:lnTo>
                  <a:lnTo>
                    <a:pt x="1057104" y="1065530"/>
                  </a:lnTo>
                  <a:lnTo>
                    <a:pt x="1057476" y="1065530"/>
                  </a:lnTo>
                  <a:lnTo>
                    <a:pt x="1052520" y="1069340"/>
                  </a:lnTo>
                  <a:lnTo>
                    <a:pt x="1052902" y="1069340"/>
                  </a:lnTo>
                  <a:lnTo>
                    <a:pt x="1047755" y="1071880"/>
                  </a:lnTo>
                  <a:lnTo>
                    <a:pt x="1048156" y="1071880"/>
                  </a:lnTo>
                  <a:lnTo>
                    <a:pt x="1042837" y="1075690"/>
                  </a:lnTo>
                  <a:lnTo>
                    <a:pt x="1043250" y="1075690"/>
                  </a:lnTo>
                  <a:lnTo>
                    <a:pt x="1037760" y="1078230"/>
                  </a:lnTo>
                  <a:lnTo>
                    <a:pt x="1038183" y="1078230"/>
                  </a:lnTo>
                  <a:lnTo>
                    <a:pt x="1032532" y="1080770"/>
                  </a:lnTo>
                  <a:lnTo>
                    <a:pt x="1032964" y="1080770"/>
                  </a:lnTo>
                  <a:lnTo>
                    <a:pt x="1027153" y="1083310"/>
                  </a:lnTo>
                  <a:lnTo>
                    <a:pt x="1027615" y="1083310"/>
                  </a:lnTo>
                  <a:lnTo>
                    <a:pt x="1021211" y="1086038"/>
                  </a:lnTo>
                  <a:lnTo>
                    <a:pt x="1016022" y="1087120"/>
                  </a:lnTo>
                  <a:lnTo>
                    <a:pt x="1016479" y="1087120"/>
                  </a:lnTo>
                  <a:lnTo>
                    <a:pt x="1009807" y="1089849"/>
                  </a:lnTo>
                  <a:lnTo>
                    <a:pt x="1004411" y="1090930"/>
                  </a:lnTo>
                  <a:lnTo>
                    <a:pt x="1004904" y="1090930"/>
                  </a:lnTo>
                  <a:lnTo>
                    <a:pt x="998438" y="1092200"/>
                  </a:lnTo>
                  <a:lnTo>
                    <a:pt x="992878" y="1092200"/>
                  </a:lnTo>
                  <a:lnTo>
                    <a:pt x="986222" y="1093470"/>
                  </a:lnTo>
                  <a:lnTo>
                    <a:pt x="1051300" y="1093470"/>
                  </a:lnTo>
                  <a:lnTo>
                    <a:pt x="1053274" y="1092200"/>
                  </a:lnTo>
                  <a:lnTo>
                    <a:pt x="1058586" y="1089849"/>
                  </a:lnTo>
                  <a:lnTo>
                    <a:pt x="1058739" y="1089849"/>
                  </a:lnTo>
                  <a:lnTo>
                    <a:pt x="1064280" y="1086038"/>
                  </a:lnTo>
                  <a:lnTo>
                    <a:pt x="1067224" y="1083310"/>
                  </a:lnTo>
                  <a:lnTo>
                    <a:pt x="1069893" y="1080770"/>
                  </a:lnTo>
                  <a:lnTo>
                    <a:pt x="1075030" y="1076960"/>
                  </a:lnTo>
                  <a:lnTo>
                    <a:pt x="1079938" y="1071880"/>
                  </a:lnTo>
                  <a:lnTo>
                    <a:pt x="1084623" y="1066800"/>
                  </a:lnTo>
                  <a:lnTo>
                    <a:pt x="1089379" y="1061720"/>
                  </a:lnTo>
                  <a:lnTo>
                    <a:pt x="1093269" y="1056640"/>
                  </a:lnTo>
                  <a:lnTo>
                    <a:pt x="1095245" y="1054100"/>
                  </a:lnTo>
                  <a:lnTo>
                    <a:pt x="1069752" y="1054100"/>
                  </a:lnTo>
                  <a:lnTo>
                    <a:pt x="1070075" y="1052830"/>
                  </a:lnTo>
                  <a:close/>
                </a:path>
                <a:path w="1122045" h="1112520">
                  <a:moveTo>
                    <a:pt x="51417" y="1052830"/>
                  </a:moveTo>
                  <a:lnTo>
                    <a:pt x="51738" y="1054100"/>
                  </a:lnTo>
                  <a:lnTo>
                    <a:pt x="52503" y="1054100"/>
                  </a:lnTo>
                  <a:lnTo>
                    <a:pt x="51417" y="1052830"/>
                  </a:lnTo>
                  <a:close/>
                </a:path>
                <a:path w="1122045" h="1112520">
                  <a:moveTo>
                    <a:pt x="1077464" y="1043940"/>
                  </a:moveTo>
                  <a:lnTo>
                    <a:pt x="1073564" y="1049020"/>
                  </a:lnTo>
                  <a:lnTo>
                    <a:pt x="1073875" y="1049020"/>
                  </a:lnTo>
                  <a:lnTo>
                    <a:pt x="1069752" y="1054100"/>
                  </a:lnTo>
                  <a:lnTo>
                    <a:pt x="1095245" y="1054100"/>
                  </a:lnTo>
                  <a:lnTo>
                    <a:pt x="1097221" y="1051560"/>
                  </a:lnTo>
                  <a:lnTo>
                    <a:pt x="1100900" y="1045210"/>
                  </a:lnTo>
                  <a:lnTo>
                    <a:pt x="1077173" y="1045210"/>
                  </a:lnTo>
                  <a:lnTo>
                    <a:pt x="1077464" y="1043940"/>
                  </a:lnTo>
                  <a:close/>
                </a:path>
                <a:path w="1122045" h="1112520">
                  <a:moveTo>
                    <a:pt x="44027" y="1043940"/>
                  </a:moveTo>
                  <a:lnTo>
                    <a:pt x="44309" y="1045210"/>
                  </a:lnTo>
                  <a:lnTo>
                    <a:pt x="44999" y="1045210"/>
                  </a:lnTo>
                  <a:lnTo>
                    <a:pt x="44027" y="1043940"/>
                  </a:lnTo>
                  <a:close/>
                </a:path>
                <a:path w="1122045" h="1112520">
                  <a:moveTo>
                    <a:pt x="1080832" y="1038860"/>
                  </a:moveTo>
                  <a:lnTo>
                    <a:pt x="1077173" y="1045210"/>
                  </a:lnTo>
                  <a:lnTo>
                    <a:pt x="1100900" y="1045210"/>
                  </a:lnTo>
                  <a:lnTo>
                    <a:pt x="1103627" y="1040130"/>
                  </a:lnTo>
                  <a:lnTo>
                    <a:pt x="1080561" y="1040130"/>
                  </a:lnTo>
                  <a:lnTo>
                    <a:pt x="1080832" y="1038860"/>
                  </a:lnTo>
                  <a:close/>
                </a:path>
                <a:path w="1122045" h="1112520">
                  <a:moveTo>
                    <a:pt x="40648" y="1038860"/>
                  </a:moveTo>
                  <a:lnTo>
                    <a:pt x="40920" y="1040130"/>
                  </a:lnTo>
                  <a:lnTo>
                    <a:pt x="41380" y="1040130"/>
                  </a:lnTo>
                  <a:lnTo>
                    <a:pt x="40648" y="1038860"/>
                  </a:lnTo>
                  <a:close/>
                </a:path>
                <a:path w="1122045" h="1112520">
                  <a:moveTo>
                    <a:pt x="1089549" y="1023620"/>
                  </a:moveTo>
                  <a:lnTo>
                    <a:pt x="1086643" y="1029970"/>
                  </a:lnTo>
                  <a:lnTo>
                    <a:pt x="1086885" y="1029970"/>
                  </a:lnTo>
                  <a:lnTo>
                    <a:pt x="1083717" y="1035050"/>
                  </a:lnTo>
                  <a:lnTo>
                    <a:pt x="1083969" y="1035050"/>
                  </a:lnTo>
                  <a:lnTo>
                    <a:pt x="1080561" y="1040130"/>
                  </a:lnTo>
                  <a:lnTo>
                    <a:pt x="1103627" y="1040130"/>
                  </a:lnTo>
                  <a:lnTo>
                    <a:pt x="1104309" y="1038860"/>
                  </a:lnTo>
                  <a:lnTo>
                    <a:pt x="1107446" y="1033780"/>
                  </a:lnTo>
                  <a:lnTo>
                    <a:pt x="1110280" y="1027430"/>
                  </a:lnTo>
                  <a:lnTo>
                    <a:pt x="1111186" y="1024890"/>
                  </a:lnTo>
                  <a:lnTo>
                    <a:pt x="1089328" y="1024890"/>
                  </a:lnTo>
                  <a:lnTo>
                    <a:pt x="1089549" y="1023620"/>
                  </a:lnTo>
                  <a:close/>
                </a:path>
                <a:path w="1122045" h="1112520">
                  <a:moveTo>
                    <a:pt x="31941" y="1023620"/>
                  </a:moveTo>
                  <a:lnTo>
                    <a:pt x="32152" y="1024890"/>
                  </a:lnTo>
                  <a:lnTo>
                    <a:pt x="32520" y="1024890"/>
                  </a:lnTo>
                  <a:lnTo>
                    <a:pt x="31941" y="1023620"/>
                  </a:lnTo>
                  <a:close/>
                </a:path>
                <a:path w="1122045" h="1112520">
                  <a:moveTo>
                    <a:pt x="1091962" y="1018540"/>
                  </a:moveTo>
                  <a:lnTo>
                    <a:pt x="1089328" y="1024890"/>
                  </a:lnTo>
                  <a:lnTo>
                    <a:pt x="1111186" y="1024890"/>
                  </a:lnTo>
                  <a:lnTo>
                    <a:pt x="1112996" y="1019810"/>
                  </a:lnTo>
                  <a:lnTo>
                    <a:pt x="1091772" y="1019810"/>
                  </a:lnTo>
                  <a:lnTo>
                    <a:pt x="1091962" y="1018540"/>
                  </a:lnTo>
                  <a:close/>
                </a:path>
                <a:path w="1122045" h="1112520">
                  <a:moveTo>
                    <a:pt x="29528" y="1018540"/>
                  </a:moveTo>
                  <a:lnTo>
                    <a:pt x="29719" y="1019810"/>
                  </a:lnTo>
                  <a:lnTo>
                    <a:pt x="30053" y="1019810"/>
                  </a:lnTo>
                  <a:lnTo>
                    <a:pt x="29528" y="1018540"/>
                  </a:lnTo>
                  <a:close/>
                </a:path>
                <a:path w="1122045" h="1112520">
                  <a:moveTo>
                    <a:pt x="1096013" y="1007110"/>
                  </a:moveTo>
                  <a:lnTo>
                    <a:pt x="1093943" y="1013460"/>
                  </a:lnTo>
                  <a:lnTo>
                    <a:pt x="1094113" y="1013460"/>
                  </a:lnTo>
                  <a:lnTo>
                    <a:pt x="1091772" y="1019810"/>
                  </a:lnTo>
                  <a:lnTo>
                    <a:pt x="1112996" y="1019810"/>
                  </a:lnTo>
                  <a:lnTo>
                    <a:pt x="1115207" y="1013460"/>
                  </a:lnTo>
                  <a:lnTo>
                    <a:pt x="1116623" y="1008380"/>
                  </a:lnTo>
                  <a:lnTo>
                    <a:pt x="1095863" y="1008380"/>
                  </a:lnTo>
                  <a:lnTo>
                    <a:pt x="1096013" y="1007110"/>
                  </a:lnTo>
                  <a:close/>
                </a:path>
                <a:path w="1122045" h="1112520">
                  <a:moveTo>
                    <a:pt x="25477" y="1007110"/>
                  </a:moveTo>
                  <a:lnTo>
                    <a:pt x="25617" y="1008380"/>
                  </a:lnTo>
                  <a:lnTo>
                    <a:pt x="25889" y="1008380"/>
                  </a:lnTo>
                  <a:lnTo>
                    <a:pt x="25477" y="1007110"/>
                  </a:lnTo>
                  <a:close/>
                </a:path>
                <a:path w="1122045" h="1112520">
                  <a:moveTo>
                    <a:pt x="1099399" y="993822"/>
                  </a:moveTo>
                  <a:lnTo>
                    <a:pt x="1098923" y="995698"/>
                  </a:lnTo>
                  <a:lnTo>
                    <a:pt x="1096864" y="1004789"/>
                  </a:lnTo>
                  <a:lnTo>
                    <a:pt x="1095863" y="1008380"/>
                  </a:lnTo>
                  <a:lnTo>
                    <a:pt x="1116623" y="1008380"/>
                  </a:lnTo>
                  <a:lnTo>
                    <a:pt x="1116977" y="1007110"/>
                  </a:lnTo>
                  <a:lnTo>
                    <a:pt x="1118666" y="999490"/>
                  </a:lnTo>
                  <a:lnTo>
                    <a:pt x="1119129" y="996950"/>
                  </a:lnTo>
                  <a:lnTo>
                    <a:pt x="1098870" y="996950"/>
                  </a:lnTo>
                  <a:lnTo>
                    <a:pt x="1099399" y="993822"/>
                  </a:lnTo>
                  <a:close/>
                </a:path>
                <a:path w="1122045" h="1112520">
                  <a:moveTo>
                    <a:pt x="22514" y="995698"/>
                  </a:moveTo>
                  <a:lnTo>
                    <a:pt x="22611" y="996950"/>
                  </a:lnTo>
                  <a:lnTo>
                    <a:pt x="22780" y="996950"/>
                  </a:lnTo>
                  <a:lnTo>
                    <a:pt x="22514" y="995698"/>
                  </a:lnTo>
                  <a:close/>
                </a:path>
                <a:path w="1122045" h="1112520">
                  <a:moveTo>
                    <a:pt x="1120184" y="121920"/>
                  </a:moveTo>
                  <a:lnTo>
                    <a:pt x="1099945" y="121920"/>
                  </a:lnTo>
                  <a:lnTo>
                    <a:pt x="1100780" y="128270"/>
                  </a:lnTo>
                  <a:lnTo>
                    <a:pt x="1101141" y="133350"/>
                  </a:lnTo>
                  <a:lnTo>
                    <a:pt x="1101232" y="134620"/>
                  </a:lnTo>
                  <a:lnTo>
                    <a:pt x="1101383" y="140970"/>
                  </a:lnTo>
                  <a:lnTo>
                    <a:pt x="1101373" y="971550"/>
                  </a:lnTo>
                  <a:lnTo>
                    <a:pt x="1101211" y="977900"/>
                  </a:lnTo>
                  <a:lnTo>
                    <a:pt x="1100729" y="984250"/>
                  </a:lnTo>
                  <a:lnTo>
                    <a:pt x="1099945" y="990600"/>
                  </a:lnTo>
                  <a:lnTo>
                    <a:pt x="1098870" y="996950"/>
                  </a:lnTo>
                  <a:lnTo>
                    <a:pt x="1119129" y="996950"/>
                  </a:lnTo>
                  <a:lnTo>
                    <a:pt x="1119698" y="993822"/>
                  </a:lnTo>
                  <a:lnTo>
                    <a:pt x="1119822" y="993140"/>
                  </a:lnTo>
                  <a:lnTo>
                    <a:pt x="1120728" y="986790"/>
                  </a:lnTo>
                  <a:lnTo>
                    <a:pt x="1120777" y="985520"/>
                  </a:lnTo>
                  <a:lnTo>
                    <a:pt x="1121290" y="979170"/>
                  </a:lnTo>
                  <a:lnTo>
                    <a:pt x="1121481" y="971550"/>
                  </a:lnTo>
                  <a:lnTo>
                    <a:pt x="1121481" y="140970"/>
                  </a:lnTo>
                  <a:lnTo>
                    <a:pt x="1121322" y="134620"/>
                  </a:lnTo>
                  <a:lnTo>
                    <a:pt x="1121290" y="133350"/>
                  </a:lnTo>
                  <a:lnTo>
                    <a:pt x="1120915" y="128270"/>
                  </a:lnTo>
                  <a:lnTo>
                    <a:pt x="1120821" y="127000"/>
                  </a:lnTo>
                  <a:lnTo>
                    <a:pt x="1120728" y="125730"/>
                  </a:lnTo>
                  <a:lnTo>
                    <a:pt x="1120184" y="121920"/>
                  </a:lnTo>
                  <a:close/>
                </a:path>
                <a:path w="1122045" h="1112520">
                  <a:moveTo>
                    <a:pt x="21694" y="121920"/>
                  </a:moveTo>
                  <a:lnTo>
                    <a:pt x="21535" y="121920"/>
                  </a:lnTo>
                  <a:lnTo>
                    <a:pt x="21378" y="123190"/>
                  </a:lnTo>
                  <a:lnTo>
                    <a:pt x="21694" y="121920"/>
                  </a:lnTo>
                  <a:close/>
                </a:path>
                <a:path w="1122045" h="1112520">
                  <a:moveTo>
                    <a:pt x="1096864" y="107730"/>
                  </a:moveTo>
                  <a:lnTo>
                    <a:pt x="1098970" y="116840"/>
                  </a:lnTo>
                  <a:lnTo>
                    <a:pt x="1100025" y="123190"/>
                  </a:lnTo>
                  <a:lnTo>
                    <a:pt x="1099945" y="121920"/>
                  </a:lnTo>
                  <a:lnTo>
                    <a:pt x="1120184" y="121920"/>
                  </a:lnTo>
                  <a:lnTo>
                    <a:pt x="1119822" y="119380"/>
                  </a:lnTo>
                  <a:lnTo>
                    <a:pt x="1118566" y="111760"/>
                  </a:lnTo>
                  <a:lnTo>
                    <a:pt x="1118248" y="110490"/>
                  </a:lnTo>
                  <a:lnTo>
                    <a:pt x="1097633" y="110490"/>
                  </a:lnTo>
                  <a:lnTo>
                    <a:pt x="1096864" y="107730"/>
                  </a:lnTo>
                  <a:close/>
                </a:path>
                <a:path w="1122045" h="1112520">
                  <a:moveTo>
                    <a:pt x="1116623" y="104140"/>
                  </a:moveTo>
                  <a:lnTo>
                    <a:pt x="1095863" y="104140"/>
                  </a:lnTo>
                  <a:lnTo>
                    <a:pt x="1097633" y="110490"/>
                  </a:lnTo>
                  <a:lnTo>
                    <a:pt x="1118248" y="110490"/>
                  </a:lnTo>
                  <a:lnTo>
                    <a:pt x="1116977" y="105410"/>
                  </a:lnTo>
                  <a:lnTo>
                    <a:pt x="1116623" y="104140"/>
                  </a:lnTo>
                  <a:close/>
                </a:path>
                <a:path w="1122045" h="1112520">
                  <a:moveTo>
                    <a:pt x="25889" y="104140"/>
                  </a:moveTo>
                  <a:lnTo>
                    <a:pt x="25617" y="104140"/>
                  </a:lnTo>
                  <a:lnTo>
                    <a:pt x="25477" y="105410"/>
                  </a:lnTo>
                  <a:lnTo>
                    <a:pt x="25889" y="104140"/>
                  </a:lnTo>
                  <a:close/>
                </a:path>
                <a:path w="1122045" h="1112520">
                  <a:moveTo>
                    <a:pt x="1110824" y="87630"/>
                  </a:moveTo>
                  <a:lnTo>
                    <a:pt x="1089328" y="87630"/>
                  </a:lnTo>
                  <a:lnTo>
                    <a:pt x="1091962" y="93980"/>
                  </a:lnTo>
                  <a:lnTo>
                    <a:pt x="1091772" y="93980"/>
                  </a:lnTo>
                  <a:lnTo>
                    <a:pt x="1094113" y="99060"/>
                  </a:lnTo>
                  <a:lnTo>
                    <a:pt x="1093943" y="99060"/>
                  </a:lnTo>
                  <a:lnTo>
                    <a:pt x="1096013" y="105410"/>
                  </a:lnTo>
                  <a:lnTo>
                    <a:pt x="1095863" y="104140"/>
                  </a:lnTo>
                  <a:lnTo>
                    <a:pt x="1116623" y="104140"/>
                  </a:lnTo>
                  <a:lnTo>
                    <a:pt x="1115207" y="99060"/>
                  </a:lnTo>
                  <a:lnTo>
                    <a:pt x="1112996" y="92710"/>
                  </a:lnTo>
                  <a:lnTo>
                    <a:pt x="1110824" y="87630"/>
                  </a:lnTo>
                  <a:close/>
                </a:path>
                <a:path w="1122045" h="1112520">
                  <a:moveTo>
                    <a:pt x="32520" y="87630"/>
                  </a:moveTo>
                  <a:lnTo>
                    <a:pt x="32152" y="87630"/>
                  </a:lnTo>
                  <a:lnTo>
                    <a:pt x="31941" y="88900"/>
                  </a:lnTo>
                  <a:lnTo>
                    <a:pt x="32520" y="87630"/>
                  </a:lnTo>
                  <a:close/>
                </a:path>
                <a:path w="1122045" h="1112520">
                  <a:moveTo>
                    <a:pt x="1108580" y="82550"/>
                  </a:moveTo>
                  <a:lnTo>
                    <a:pt x="1086643" y="82550"/>
                  </a:lnTo>
                  <a:lnTo>
                    <a:pt x="1089549" y="88900"/>
                  </a:lnTo>
                  <a:lnTo>
                    <a:pt x="1089328" y="87630"/>
                  </a:lnTo>
                  <a:lnTo>
                    <a:pt x="1110824" y="87630"/>
                  </a:lnTo>
                  <a:lnTo>
                    <a:pt x="1110280" y="86360"/>
                  </a:lnTo>
                  <a:lnTo>
                    <a:pt x="1108580" y="82550"/>
                  </a:lnTo>
                  <a:close/>
                </a:path>
                <a:path w="1122045" h="1112520">
                  <a:moveTo>
                    <a:pt x="35237" y="82550"/>
                  </a:moveTo>
                  <a:lnTo>
                    <a:pt x="34837" y="82550"/>
                  </a:lnTo>
                  <a:lnTo>
                    <a:pt x="34606" y="83820"/>
                  </a:lnTo>
                  <a:lnTo>
                    <a:pt x="35237" y="82550"/>
                  </a:lnTo>
                  <a:close/>
                </a:path>
                <a:path w="1122045" h="1112520">
                  <a:moveTo>
                    <a:pt x="1106191" y="77470"/>
                  </a:moveTo>
                  <a:lnTo>
                    <a:pt x="1083717" y="77470"/>
                  </a:lnTo>
                  <a:lnTo>
                    <a:pt x="1086885" y="83820"/>
                  </a:lnTo>
                  <a:lnTo>
                    <a:pt x="1086643" y="82550"/>
                  </a:lnTo>
                  <a:lnTo>
                    <a:pt x="1108580" y="82550"/>
                  </a:lnTo>
                  <a:lnTo>
                    <a:pt x="1107446" y="80010"/>
                  </a:lnTo>
                  <a:lnTo>
                    <a:pt x="1106191" y="77470"/>
                  </a:lnTo>
                  <a:close/>
                </a:path>
                <a:path w="1122045" h="1112520">
                  <a:moveTo>
                    <a:pt x="38193" y="77470"/>
                  </a:moveTo>
                  <a:lnTo>
                    <a:pt x="37763" y="77470"/>
                  </a:lnTo>
                  <a:lnTo>
                    <a:pt x="37511" y="78740"/>
                  </a:lnTo>
                  <a:lnTo>
                    <a:pt x="38193" y="77470"/>
                  </a:lnTo>
                  <a:close/>
                </a:path>
                <a:path w="1122045" h="1112520">
                  <a:moveTo>
                    <a:pt x="1103627" y="72390"/>
                  </a:moveTo>
                  <a:lnTo>
                    <a:pt x="1080561" y="72390"/>
                  </a:lnTo>
                  <a:lnTo>
                    <a:pt x="1083969" y="78740"/>
                  </a:lnTo>
                  <a:lnTo>
                    <a:pt x="1083717" y="77470"/>
                  </a:lnTo>
                  <a:lnTo>
                    <a:pt x="1106191" y="77470"/>
                  </a:lnTo>
                  <a:lnTo>
                    <a:pt x="1104309" y="73660"/>
                  </a:lnTo>
                  <a:lnTo>
                    <a:pt x="1103627" y="72390"/>
                  </a:lnTo>
                  <a:close/>
                </a:path>
                <a:path w="1122045" h="1112520">
                  <a:moveTo>
                    <a:pt x="41563" y="72390"/>
                  </a:moveTo>
                  <a:lnTo>
                    <a:pt x="40920" y="72390"/>
                  </a:lnTo>
                  <a:lnTo>
                    <a:pt x="40648" y="73660"/>
                  </a:lnTo>
                  <a:lnTo>
                    <a:pt x="41563" y="72390"/>
                  </a:lnTo>
                  <a:close/>
                </a:path>
                <a:path w="1122045" h="1112520">
                  <a:moveTo>
                    <a:pt x="1091888" y="54610"/>
                  </a:moveTo>
                  <a:lnTo>
                    <a:pt x="1065731" y="54610"/>
                  </a:lnTo>
                  <a:lnTo>
                    <a:pt x="1070075" y="59690"/>
                  </a:lnTo>
                  <a:lnTo>
                    <a:pt x="1069752" y="59690"/>
                  </a:lnTo>
                  <a:lnTo>
                    <a:pt x="1073875" y="63500"/>
                  </a:lnTo>
                  <a:lnTo>
                    <a:pt x="1073564" y="63500"/>
                  </a:lnTo>
                  <a:lnTo>
                    <a:pt x="1077464" y="68580"/>
                  </a:lnTo>
                  <a:lnTo>
                    <a:pt x="1077173" y="68580"/>
                  </a:lnTo>
                  <a:lnTo>
                    <a:pt x="1080832" y="73660"/>
                  </a:lnTo>
                  <a:lnTo>
                    <a:pt x="1080561" y="72390"/>
                  </a:lnTo>
                  <a:lnTo>
                    <a:pt x="1103627" y="72390"/>
                  </a:lnTo>
                  <a:lnTo>
                    <a:pt x="1100900" y="67310"/>
                  </a:lnTo>
                  <a:lnTo>
                    <a:pt x="1097492" y="62230"/>
                  </a:lnTo>
                  <a:lnTo>
                    <a:pt x="1093561" y="57150"/>
                  </a:lnTo>
                  <a:lnTo>
                    <a:pt x="1091888" y="54610"/>
                  </a:lnTo>
                  <a:close/>
                </a:path>
                <a:path w="1122045" h="1112520">
                  <a:moveTo>
                    <a:pt x="56556" y="54610"/>
                  </a:moveTo>
                  <a:lnTo>
                    <a:pt x="55760" y="54610"/>
                  </a:lnTo>
                  <a:lnTo>
                    <a:pt x="55417" y="55880"/>
                  </a:lnTo>
                  <a:lnTo>
                    <a:pt x="56556" y="54610"/>
                  </a:lnTo>
                  <a:close/>
                </a:path>
                <a:path w="1122045" h="1112520">
                  <a:moveTo>
                    <a:pt x="1082612" y="43180"/>
                  </a:moveTo>
                  <a:lnTo>
                    <a:pt x="1052520" y="43180"/>
                  </a:lnTo>
                  <a:lnTo>
                    <a:pt x="1057476" y="46990"/>
                  </a:lnTo>
                  <a:lnTo>
                    <a:pt x="1057104" y="46990"/>
                  </a:lnTo>
                  <a:lnTo>
                    <a:pt x="1061860" y="50800"/>
                  </a:lnTo>
                  <a:lnTo>
                    <a:pt x="1061507" y="50800"/>
                  </a:lnTo>
                  <a:lnTo>
                    <a:pt x="1066063" y="55880"/>
                  </a:lnTo>
                  <a:lnTo>
                    <a:pt x="1065731" y="54610"/>
                  </a:lnTo>
                  <a:lnTo>
                    <a:pt x="1091888" y="54610"/>
                  </a:lnTo>
                  <a:lnTo>
                    <a:pt x="1089379" y="50800"/>
                  </a:lnTo>
                  <a:lnTo>
                    <a:pt x="1084944" y="45720"/>
                  </a:lnTo>
                  <a:lnTo>
                    <a:pt x="1082612" y="43180"/>
                  </a:lnTo>
                  <a:close/>
                </a:path>
                <a:path w="1122045" h="1112520">
                  <a:moveTo>
                    <a:pt x="70294" y="43180"/>
                  </a:moveTo>
                  <a:lnTo>
                    <a:pt x="68971" y="43180"/>
                  </a:lnTo>
                  <a:lnTo>
                    <a:pt x="68578" y="44450"/>
                  </a:lnTo>
                  <a:lnTo>
                    <a:pt x="70294" y="43180"/>
                  </a:lnTo>
                  <a:close/>
                </a:path>
                <a:path w="1122045" h="1112520">
                  <a:moveTo>
                    <a:pt x="1053685" y="20320"/>
                  </a:moveTo>
                  <a:lnTo>
                    <a:pt x="992376" y="20320"/>
                  </a:lnTo>
                  <a:lnTo>
                    <a:pt x="998941" y="21590"/>
                  </a:lnTo>
                  <a:lnTo>
                    <a:pt x="1004411" y="21590"/>
                  </a:lnTo>
                  <a:lnTo>
                    <a:pt x="1011256" y="24330"/>
                  </a:lnTo>
                  <a:lnTo>
                    <a:pt x="1016496" y="25400"/>
                  </a:lnTo>
                  <a:lnTo>
                    <a:pt x="1016022" y="25400"/>
                  </a:lnTo>
                  <a:lnTo>
                    <a:pt x="1022116" y="26670"/>
                  </a:lnTo>
                  <a:lnTo>
                    <a:pt x="1021654" y="26670"/>
                  </a:lnTo>
                  <a:lnTo>
                    <a:pt x="1027615" y="29210"/>
                  </a:lnTo>
                  <a:lnTo>
                    <a:pt x="1027153" y="29210"/>
                  </a:lnTo>
                  <a:lnTo>
                    <a:pt x="1032964" y="31750"/>
                  </a:lnTo>
                  <a:lnTo>
                    <a:pt x="1032532" y="31750"/>
                  </a:lnTo>
                  <a:lnTo>
                    <a:pt x="1038183" y="34290"/>
                  </a:lnTo>
                  <a:lnTo>
                    <a:pt x="1037760" y="34290"/>
                  </a:lnTo>
                  <a:lnTo>
                    <a:pt x="1043250" y="36830"/>
                  </a:lnTo>
                  <a:lnTo>
                    <a:pt x="1042837" y="36830"/>
                  </a:lnTo>
                  <a:lnTo>
                    <a:pt x="1048156" y="40640"/>
                  </a:lnTo>
                  <a:lnTo>
                    <a:pt x="1047755" y="40640"/>
                  </a:lnTo>
                  <a:lnTo>
                    <a:pt x="1052902" y="44450"/>
                  </a:lnTo>
                  <a:lnTo>
                    <a:pt x="1052520" y="43180"/>
                  </a:lnTo>
                  <a:lnTo>
                    <a:pt x="1082612" y="43180"/>
                  </a:lnTo>
                  <a:lnTo>
                    <a:pt x="1080279" y="40640"/>
                  </a:lnTo>
                  <a:lnTo>
                    <a:pt x="1075030" y="36830"/>
                  </a:lnTo>
                  <a:lnTo>
                    <a:pt x="1070265" y="31750"/>
                  </a:lnTo>
                  <a:lnTo>
                    <a:pt x="1064936" y="27940"/>
                  </a:lnTo>
                  <a:lnTo>
                    <a:pt x="1059708" y="24330"/>
                  </a:lnTo>
                  <a:lnTo>
                    <a:pt x="1053685" y="20320"/>
                  </a:lnTo>
                  <a:close/>
                </a:path>
                <a:path w="1122045" h="1112520">
                  <a:moveTo>
                    <a:pt x="123042" y="21590"/>
                  </a:moveTo>
                  <a:lnTo>
                    <a:pt x="117069" y="21590"/>
                  </a:lnTo>
                  <a:lnTo>
                    <a:pt x="116577" y="22860"/>
                  </a:lnTo>
                  <a:lnTo>
                    <a:pt x="123042" y="21590"/>
                  </a:lnTo>
                  <a:close/>
                </a:path>
                <a:path w="1122045" h="1112520">
                  <a:moveTo>
                    <a:pt x="1004411" y="21590"/>
                  </a:moveTo>
                  <a:lnTo>
                    <a:pt x="998438" y="21590"/>
                  </a:lnTo>
                  <a:lnTo>
                    <a:pt x="1004904" y="22860"/>
                  </a:lnTo>
                  <a:lnTo>
                    <a:pt x="1004411" y="21590"/>
                  </a:lnTo>
                  <a:close/>
                </a:path>
              </a:pathLst>
            </a:custGeom>
            <a:solidFill>
              <a:srgbClr val="F7374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3" name="object 103"/>
          <p:cNvSpPr txBox="1"/>
          <p:nvPr/>
        </p:nvSpPr>
        <p:spPr>
          <a:xfrm>
            <a:off x="1699051" y="6627790"/>
            <a:ext cx="334010" cy="829944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z="1150" spc="-30">
                <a:solidFill>
                  <a:srgbClr val="E8112D"/>
                </a:solidFill>
                <a:latin typeface="Segoe UI Symbol"/>
                <a:cs typeface="Segoe UI Symbol"/>
              </a:rPr>
              <a:t>24</a:t>
            </a:r>
            <a:r>
              <a:rPr dirty="0" sz="1150" spc="-45">
                <a:solidFill>
                  <a:srgbClr val="E8112D"/>
                </a:solidFill>
                <a:latin typeface="Segoe UI Symbol"/>
                <a:cs typeface="Segoe UI Symbol"/>
              </a:rPr>
              <a:t> </a:t>
            </a:r>
            <a:r>
              <a:rPr dirty="0" sz="1000" spc="-10">
                <a:solidFill>
                  <a:srgbClr val="222222"/>
                </a:solidFill>
                <a:latin typeface="Segoe UI Symbol"/>
                <a:cs typeface="Segoe UI Symbol"/>
              </a:rPr>
              <a:t>Unresolved</a:t>
            </a:r>
            <a:endParaRPr sz="1000">
              <a:latin typeface="Segoe UI Symbol"/>
              <a:cs typeface="Segoe UI Symbol"/>
            </a:endParaRPr>
          </a:p>
          <a:p>
            <a:pPr marL="24130">
              <a:lnSpc>
                <a:spcPct val="100000"/>
              </a:lnSpc>
              <a:spcBef>
                <a:spcPts val="45"/>
              </a:spcBef>
            </a:pPr>
            <a:r>
              <a:rPr dirty="0" sz="1000" spc="-10">
                <a:solidFill>
                  <a:srgbClr val="222222"/>
                </a:solidFill>
                <a:latin typeface="Segoe UI Symbol"/>
                <a:cs typeface="Segoe UI Symbol"/>
              </a:rPr>
              <a:t>Vulnerabilities</a:t>
            </a:r>
            <a:endParaRPr sz="1000">
              <a:latin typeface="Segoe UI Symbol"/>
              <a:cs typeface="Segoe UI Symbol"/>
            </a:endParaRPr>
          </a:p>
        </p:txBody>
      </p:sp>
      <p:sp>
        <p:nvSpPr>
          <p:cNvPr id="104" name="object 104"/>
          <p:cNvSpPr/>
          <p:nvPr/>
        </p:nvSpPr>
        <p:spPr>
          <a:xfrm>
            <a:off x="2530729" y="6760718"/>
            <a:ext cx="136525" cy="565785"/>
          </a:xfrm>
          <a:custGeom>
            <a:avLst/>
            <a:gdLst/>
            <a:ahLst/>
            <a:cxnLst/>
            <a:rect l="l" t="t" r="r" b="b"/>
            <a:pathLst>
              <a:path w="136525" h="565784">
                <a:moveTo>
                  <a:pt x="67563" y="0"/>
                </a:moveTo>
                <a:lnTo>
                  <a:pt x="41303" y="5156"/>
                </a:lnTo>
                <a:lnTo>
                  <a:pt x="19812" y="19613"/>
                </a:lnTo>
                <a:lnTo>
                  <a:pt x="5306" y="41155"/>
                </a:lnTo>
                <a:lnTo>
                  <a:pt x="0" y="67564"/>
                </a:lnTo>
                <a:lnTo>
                  <a:pt x="0" y="497078"/>
                </a:lnTo>
                <a:lnTo>
                  <a:pt x="5311" y="523653"/>
                </a:lnTo>
                <a:lnTo>
                  <a:pt x="19847" y="545308"/>
                </a:lnTo>
                <a:lnTo>
                  <a:pt x="41421" y="559886"/>
                </a:lnTo>
                <a:lnTo>
                  <a:pt x="67845" y="565224"/>
                </a:lnTo>
                <a:lnTo>
                  <a:pt x="94284" y="559886"/>
                </a:lnTo>
                <a:lnTo>
                  <a:pt x="115930" y="545308"/>
                </a:lnTo>
                <a:lnTo>
                  <a:pt x="130656" y="523653"/>
                </a:lnTo>
                <a:lnTo>
                  <a:pt x="136334" y="497078"/>
                </a:lnTo>
                <a:lnTo>
                  <a:pt x="136334" y="67564"/>
                </a:lnTo>
                <a:lnTo>
                  <a:pt x="130652" y="41155"/>
                </a:lnTo>
                <a:lnTo>
                  <a:pt x="115895" y="19613"/>
                </a:lnTo>
                <a:lnTo>
                  <a:pt x="94166" y="5156"/>
                </a:lnTo>
                <a:lnTo>
                  <a:pt x="67563" y="0"/>
                </a:lnTo>
                <a:close/>
              </a:path>
            </a:pathLst>
          </a:custGeom>
          <a:solidFill>
            <a:srgbClr val="F7374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 txBox="1"/>
          <p:nvPr/>
        </p:nvSpPr>
        <p:spPr>
          <a:xfrm>
            <a:off x="2532335" y="6883719"/>
            <a:ext cx="116205" cy="31877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775"/>
              </a:lnSpc>
            </a:pPr>
            <a:r>
              <a:rPr dirty="0" sz="700" spc="-10">
                <a:solidFill>
                  <a:srgbClr val="FFFFFF"/>
                </a:solidFill>
                <a:latin typeface="Segoe UI Symbol"/>
                <a:cs typeface="Segoe UI Symbol"/>
              </a:rPr>
              <a:t>BEFORE</a:t>
            </a:r>
            <a:endParaRPr sz="700">
              <a:latin typeface="Segoe UI Symbol"/>
              <a:cs typeface="Segoe UI Symbol"/>
            </a:endParaRPr>
          </a:p>
        </p:txBody>
      </p:sp>
      <p:grpSp>
        <p:nvGrpSpPr>
          <p:cNvPr id="106" name="object 106"/>
          <p:cNvGrpSpPr/>
          <p:nvPr/>
        </p:nvGrpSpPr>
        <p:grpSpPr>
          <a:xfrm>
            <a:off x="1615387" y="6609905"/>
            <a:ext cx="1122045" cy="3026410"/>
            <a:chOff x="1615387" y="6609905"/>
            <a:chExt cx="1122045" cy="3026410"/>
          </a:xfrm>
        </p:grpSpPr>
        <p:pic>
          <p:nvPicPr>
            <p:cNvPr id="107" name="object 107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048129" y="6609905"/>
              <a:ext cx="452437" cy="361950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972119" y="6971855"/>
              <a:ext cx="542925" cy="505523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625853" y="7589583"/>
              <a:ext cx="1041209" cy="919352"/>
            </a:xfrm>
            <a:prstGeom prst="rect">
              <a:avLst/>
            </a:prstGeom>
          </p:spPr>
        </p:pic>
        <p:sp>
          <p:nvSpPr>
            <p:cNvPr id="110" name="object 110"/>
            <p:cNvSpPr/>
            <p:nvPr/>
          </p:nvSpPr>
          <p:spPr>
            <a:xfrm>
              <a:off x="1625853" y="8531860"/>
              <a:ext cx="1101725" cy="1094740"/>
            </a:xfrm>
            <a:custGeom>
              <a:avLst/>
              <a:gdLst/>
              <a:ahLst/>
              <a:cxnLst/>
              <a:rect l="l" t="t" r="r" b="b"/>
              <a:pathLst>
                <a:path w="1101725" h="1094740">
                  <a:moveTo>
                    <a:pt x="970026" y="0"/>
                  </a:moveTo>
                  <a:lnTo>
                    <a:pt x="130301" y="0"/>
                  </a:lnTo>
                  <a:lnTo>
                    <a:pt x="79518" y="10626"/>
                  </a:lnTo>
                  <a:lnTo>
                    <a:pt x="38004" y="38882"/>
                  </a:lnTo>
                  <a:lnTo>
                    <a:pt x="10063" y="80574"/>
                  </a:lnTo>
                  <a:lnTo>
                    <a:pt x="0" y="131508"/>
                  </a:lnTo>
                  <a:lnTo>
                    <a:pt x="0" y="962787"/>
                  </a:lnTo>
                  <a:lnTo>
                    <a:pt x="10063" y="1013821"/>
                  </a:lnTo>
                  <a:lnTo>
                    <a:pt x="38004" y="1055544"/>
                  </a:lnTo>
                  <a:lnTo>
                    <a:pt x="79518" y="1083765"/>
                  </a:lnTo>
                  <a:lnTo>
                    <a:pt x="130301" y="1094295"/>
                  </a:lnTo>
                  <a:lnTo>
                    <a:pt x="970026" y="1094295"/>
                  </a:lnTo>
                  <a:lnTo>
                    <a:pt x="1020952" y="1083765"/>
                  </a:lnTo>
                  <a:lnTo>
                    <a:pt x="1062640" y="1055544"/>
                  </a:lnTo>
                  <a:lnTo>
                    <a:pt x="1090897" y="1013821"/>
                  </a:lnTo>
                  <a:lnTo>
                    <a:pt x="1101534" y="962787"/>
                  </a:lnTo>
                  <a:lnTo>
                    <a:pt x="1101534" y="131508"/>
                  </a:lnTo>
                  <a:lnTo>
                    <a:pt x="1090897" y="80574"/>
                  </a:lnTo>
                  <a:lnTo>
                    <a:pt x="1062640" y="38882"/>
                  </a:lnTo>
                  <a:lnTo>
                    <a:pt x="1020952" y="10626"/>
                  </a:lnTo>
                  <a:lnTo>
                    <a:pt x="970026" y="0"/>
                  </a:lnTo>
                  <a:close/>
                </a:path>
              </a:pathLst>
            </a:custGeom>
            <a:solidFill>
              <a:srgbClr val="D7F9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1615387" y="8523307"/>
              <a:ext cx="1122045" cy="1112520"/>
            </a:xfrm>
            <a:custGeom>
              <a:avLst/>
              <a:gdLst/>
              <a:ahLst/>
              <a:cxnLst/>
              <a:rect l="l" t="t" r="r" b="b"/>
              <a:pathLst>
                <a:path w="1122045" h="1112520">
                  <a:moveTo>
                    <a:pt x="994407" y="0"/>
                  </a:moveTo>
                  <a:lnTo>
                    <a:pt x="126572" y="0"/>
                  </a:lnTo>
                  <a:lnTo>
                    <a:pt x="120006" y="1270"/>
                  </a:lnTo>
                  <a:lnTo>
                    <a:pt x="119503" y="1270"/>
                  </a:lnTo>
                  <a:lnTo>
                    <a:pt x="105719" y="3810"/>
                  </a:lnTo>
                  <a:lnTo>
                    <a:pt x="99495" y="6350"/>
                  </a:lnTo>
                  <a:lnTo>
                    <a:pt x="92920" y="7620"/>
                  </a:lnTo>
                  <a:lnTo>
                    <a:pt x="86043" y="11430"/>
                  </a:lnTo>
                  <a:lnTo>
                    <a:pt x="79789" y="13970"/>
                  </a:lnTo>
                  <a:lnTo>
                    <a:pt x="74128" y="16510"/>
                  </a:lnTo>
                  <a:lnTo>
                    <a:pt x="68206" y="20320"/>
                  </a:lnTo>
                  <a:lnTo>
                    <a:pt x="62163" y="24330"/>
                  </a:lnTo>
                  <a:lnTo>
                    <a:pt x="56544" y="27939"/>
                  </a:lnTo>
                  <a:lnTo>
                    <a:pt x="51215" y="31750"/>
                  </a:lnTo>
                  <a:lnTo>
                    <a:pt x="46450" y="36830"/>
                  </a:lnTo>
                  <a:lnTo>
                    <a:pt x="41542" y="40639"/>
                  </a:lnTo>
                  <a:lnTo>
                    <a:pt x="36857" y="45720"/>
                  </a:lnTo>
                  <a:lnTo>
                    <a:pt x="32103" y="50800"/>
                  </a:lnTo>
                  <a:lnTo>
                    <a:pt x="27919" y="57150"/>
                  </a:lnTo>
                  <a:lnTo>
                    <a:pt x="24270" y="62230"/>
                  </a:lnTo>
                  <a:lnTo>
                    <a:pt x="20580" y="67310"/>
                  </a:lnTo>
                  <a:lnTo>
                    <a:pt x="17171" y="73660"/>
                  </a:lnTo>
                  <a:lnTo>
                    <a:pt x="13823" y="80010"/>
                  </a:lnTo>
                  <a:lnTo>
                    <a:pt x="11200" y="86360"/>
                  </a:lnTo>
                  <a:lnTo>
                    <a:pt x="8484" y="92710"/>
                  </a:lnTo>
                  <a:lnTo>
                    <a:pt x="703" y="127000"/>
                  </a:lnTo>
                  <a:lnTo>
                    <a:pt x="170" y="133350"/>
                  </a:lnTo>
                  <a:lnTo>
                    <a:pt x="0" y="140970"/>
                  </a:lnTo>
                  <a:lnTo>
                    <a:pt x="0" y="971550"/>
                  </a:lnTo>
                  <a:lnTo>
                    <a:pt x="141" y="977900"/>
                  </a:lnTo>
                  <a:lnTo>
                    <a:pt x="170" y="979170"/>
                  </a:lnTo>
                  <a:lnTo>
                    <a:pt x="559" y="984250"/>
                  </a:lnTo>
                  <a:lnTo>
                    <a:pt x="657" y="985520"/>
                  </a:lnTo>
                  <a:lnTo>
                    <a:pt x="8484" y="1019810"/>
                  </a:lnTo>
                  <a:lnTo>
                    <a:pt x="11008" y="1026160"/>
                  </a:lnTo>
                  <a:lnTo>
                    <a:pt x="13823" y="1032510"/>
                  </a:lnTo>
                  <a:lnTo>
                    <a:pt x="16940" y="1038860"/>
                  </a:lnTo>
                  <a:lnTo>
                    <a:pt x="20328" y="1045210"/>
                  </a:lnTo>
                  <a:lnTo>
                    <a:pt x="23999" y="1050290"/>
                  </a:lnTo>
                  <a:lnTo>
                    <a:pt x="27919" y="1056640"/>
                  </a:lnTo>
                  <a:lnTo>
                    <a:pt x="51587" y="1080770"/>
                  </a:lnTo>
                  <a:lnTo>
                    <a:pt x="57124" y="1086038"/>
                  </a:lnTo>
                  <a:lnTo>
                    <a:pt x="57308" y="1086038"/>
                  </a:lnTo>
                  <a:lnTo>
                    <a:pt x="62073" y="1088390"/>
                  </a:lnTo>
                  <a:lnTo>
                    <a:pt x="67795" y="1092200"/>
                  </a:lnTo>
                  <a:lnTo>
                    <a:pt x="73706" y="1096010"/>
                  </a:lnTo>
                  <a:lnTo>
                    <a:pt x="79789" y="1098550"/>
                  </a:lnTo>
                  <a:lnTo>
                    <a:pt x="86043" y="1102360"/>
                  </a:lnTo>
                  <a:lnTo>
                    <a:pt x="92920" y="1104900"/>
                  </a:lnTo>
                  <a:lnTo>
                    <a:pt x="99495" y="1107440"/>
                  </a:lnTo>
                  <a:lnTo>
                    <a:pt x="127074" y="1112520"/>
                  </a:lnTo>
                  <a:lnTo>
                    <a:pt x="994910" y="1112520"/>
                  </a:lnTo>
                  <a:lnTo>
                    <a:pt x="1001475" y="1111250"/>
                  </a:lnTo>
                  <a:lnTo>
                    <a:pt x="1001977" y="1111250"/>
                  </a:lnTo>
                  <a:lnTo>
                    <a:pt x="1008934" y="1109980"/>
                  </a:lnTo>
                  <a:lnTo>
                    <a:pt x="1015279" y="1108710"/>
                  </a:lnTo>
                  <a:lnTo>
                    <a:pt x="1021995" y="1107440"/>
                  </a:lnTo>
                  <a:lnTo>
                    <a:pt x="1029034" y="1104900"/>
                  </a:lnTo>
                  <a:lnTo>
                    <a:pt x="1034985" y="1102360"/>
                  </a:lnTo>
                  <a:lnTo>
                    <a:pt x="1041692" y="1098550"/>
                  </a:lnTo>
                  <a:lnTo>
                    <a:pt x="1047352" y="1096010"/>
                  </a:lnTo>
                  <a:lnTo>
                    <a:pt x="1051300" y="1093470"/>
                  </a:lnTo>
                  <a:lnTo>
                    <a:pt x="135268" y="1093470"/>
                  </a:lnTo>
                  <a:lnTo>
                    <a:pt x="128602" y="1092200"/>
                  </a:lnTo>
                  <a:lnTo>
                    <a:pt x="123042" y="1092200"/>
                  </a:lnTo>
                  <a:lnTo>
                    <a:pt x="116577" y="1090930"/>
                  </a:lnTo>
                  <a:lnTo>
                    <a:pt x="117069" y="1090930"/>
                  </a:lnTo>
                  <a:lnTo>
                    <a:pt x="111673" y="1089849"/>
                  </a:lnTo>
                  <a:lnTo>
                    <a:pt x="104984" y="1087120"/>
                  </a:lnTo>
                  <a:lnTo>
                    <a:pt x="105458" y="1087120"/>
                  </a:lnTo>
                  <a:lnTo>
                    <a:pt x="100269" y="1086038"/>
                  </a:lnTo>
                  <a:lnTo>
                    <a:pt x="93875" y="1083310"/>
                  </a:lnTo>
                  <a:lnTo>
                    <a:pt x="94327" y="1083310"/>
                  </a:lnTo>
                  <a:lnTo>
                    <a:pt x="88516" y="1080770"/>
                  </a:lnTo>
                  <a:lnTo>
                    <a:pt x="88958" y="1080770"/>
                  </a:lnTo>
                  <a:lnTo>
                    <a:pt x="83298" y="1078230"/>
                  </a:lnTo>
                  <a:lnTo>
                    <a:pt x="83731" y="1078230"/>
                  </a:lnTo>
                  <a:lnTo>
                    <a:pt x="78230" y="1075690"/>
                  </a:lnTo>
                  <a:lnTo>
                    <a:pt x="78643" y="1075690"/>
                  </a:lnTo>
                  <a:lnTo>
                    <a:pt x="73324" y="1071880"/>
                  </a:lnTo>
                  <a:lnTo>
                    <a:pt x="73727" y="1071880"/>
                  </a:lnTo>
                  <a:lnTo>
                    <a:pt x="68578" y="1069340"/>
                  </a:lnTo>
                  <a:lnTo>
                    <a:pt x="68971" y="1069340"/>
                  </a:lnTo>
                  <a:lnTo>
                    <a:pt x="64014" y="1065530"/>
                  </a:lnTo>
                  <a:lnTo>
                    <a:pt x="64376" y="1065530"/>
                  </a:lnTo>
                  <a:lnTo>
                    <a:pt x="59621" y="1061720"/>
                  </a:lnTo>
                  <a:lnTo>
                    <a:pt x="59973" y="1061720"/>
                  </a:lnTo>
                  <a:lnTo>
                    <a:pt x="55417" y="1057910"/>
                  </a:lnTo>
                  <a:lnTo>
                    <a:pt x="55760" y="1057910"/>
                  </a:lnTo>
                  <a:lnTo>
                    <a:pt x="52503" y="1054100"/>
                  </a:lnTo>
                  <a:lnTo>
                    <a:pt x="51738" y="1054100"/>
                  </a:lnTo>
                  <a:lnTo>
                    <a:pt x="47616" y="1049020"/>
                  </a:lnTo>
                  <a:lnTo>
                    <a:pt x="47918" y="1049020"/>
                  </a:lnTo>
                  <a:lnTo>
                    <a:pt x="44999" y="1045210"/>
                  </a:lnTo>
                  <a:lnTo>
                    <a:pt x="44309" y="1045210"/>
                  </a:lnTo>
                  <a:lnTo>
                    <a:pt x="41380" y="1040130"/>
                  </a:lnTo>
                  <a:lnTo>
                    <a:pt x="40920" y="1040130"/>
                  </a:lnTo>
                  <a:lnTo>
                    <a:pt x="37511" y="1035050"/>
                  </a:lnTo>
                  <a:lnTo>
                    <a:pt x="37763" y="1035050"/>
                  </a:lnTo>
                  <a:lnTo>
                    <a:pt x="34606" y="1029970"/>
                  </a:lnTo>
                  <a:lnTo>
                    <a:pt x="34837" y="1029970"/>
                  </a:lnTo>
                  <a:lnTo>
                    <a:pt x="32520" y="1024890"/>
                  </a:lnTo>
                  <a:lnTo>
                    <a:pt x="32152" y="1024890"/>
                  </a:lnTo>
                  <a:lnTo>
                    <a:pt x="30053" y="1019810"/>
                  </a:lnTo>
                  <a:lnTo>
                    <a:pt x="29719" y="1019810"/>
                  </a:lnTo>
                  <a:lnTo>
                    <a:pt x="27367" y="1013460"/>
                  </a:lnTo>
                  <a:lnTo>
                    <a:pt x="27538" y="1013460"/>
                  </a:lnTo>
                  <a:lnTo>
                    <a:pt x="25889" y="1008380"/>
                  </a:lnTo>
                  <a:lnTo>
                    <a:pt x="25617" y="1008380"/>
                  </a:lnTo>
                  <a:lnTo>
                    <a:pt x="23858" y="1002030"/>
                  </a:lnTo>
                  <a:lnTo>
                    <a:pt x="22780" y="996950"/>
                  </a:lnTo>
                  <a:lnTo>
                    <a:pt x="22611" y="996950"/>
                  </a:lnTo>
                  <a:lnTo>
                    <a:pt x="20097" y="971550"/>
                  </a:lnTo>
                  <a:lnTo>
                    <a:pt x="20107" y="140970"/>
                  </a:lnTo>
                  <a:lnTo>
                    <a:pt x="20269" y="134620"/>
                  </a:lnTo>
                  <a:lnTo>
                    <a:pt x="20751" y="128270"/>
                  </a:lnTo>
                  <a:lnTo>
                    <a:pt x="21065" y="125730"/>
                  </a:lnTo>
                  <a:lnTo>
                    <a:pt x="21190" y="124713"/>
                  </a:lnTo>
                  <a:lnTo>
                    <a:pt x="21465" y="123189"/>
                  </a:lnTo>
                  <a:lnTo>
                    <a:pt x="21535" y="121920"/>
                  </a:lnTo>
                  <a:lnTo>
                    <a:pt x="21694" y="121920"/>
                  </a:lnTo>
                  <a:lnTo>
                    <a:pt x="22611" y="116839"/>
                  </a:lnTo>
                  <a:lnTo>
                    <a:pt x="23978" y="110489"/>
                  </a:lnTo>
                  <a:lnTo>
                    <a:pt x="25617" y="104139"/>
                  </a:lnTo>
                  <a:lnTo>
                    <a:pt x="25889" y="104139"/>
                  </a:lnTo>
                  <a:lnTo>
                    <a:pt x="27538" y="99060"/>
                  </a:lnTo>
                  <a:lnTo>
                    <a:pt x="27367" y="99060"/>
                  </a:lnTo>
                  <a:lnTo>
                    <a:pt x="29719" y="93980"/>
                  </a:lnTo>
                  <a:lnTo>
                    <a:pt x="29528" y="93980"/>
                  </a:lnTo>
                  <a:lnTo>
                    <a:pt x="32152" y="87630"/>
                  </a:lnTo>
                  <a:lnTo>
                    <a:pt x="32520" y="87630"/>
                  </a:lnTo>
                  <a:lnTo>
                    <a:pt x="34837" y="82550"/>
                  </a:lnTo>
                  <a:lnTo>
                    <a:pt x="35237" y="82550"/>
                  </a:lnTo>
                  <a:lnTo>
                    <a:pt x="37763" y="77470"/>
                  </a:lnTo>
                  <a:lnTo>
                    <a:pt x="38193" y="77470"/>
                  </a:lnTo>
                  <a:lnTo>
                    <a:pt x="40920" y="72389"/>
                  </a:lnTo>
                  <a:lnTo>
                    <a:pt x="41563" y="72389"/>
                  </a:lnTo>
                  <a:lnTo>
                    <a:pt x="44309" y="68580"/>
                  </a:lnTo>
                  <a:lnTo>
                    <a:pt x="44027" y="68580"/>
                  </a:lnTo>
                  <a:lnTo>
                    <a:pt x="47918" y="63500"/>
                  </a:lnTo>
                  <a:lnTo>
                    <a:pt x="47616" y="63500"/>
                  </a:lnTo>
                  <a:lnTo>
                    <a:pt x="51738" y="59689"/>
                  </a:lnTo>
                  <a:lnTo>
                    <a:pt x="51417" y="59689"/>
                  </a:lnTo>
                  <a:lnTo>
                    <a:pt x="55760" y="54610"/>
                  </a:lnTo>
                  <a:lnTo>
                    <a:pt x="56556" y="54610"/>
                  </a:lnTo>
                  <a:lnTo>
                    <a:pt x="59973" y="50800"/>
                  </a:lnTo>
                  <a:lnTo>
                    <a:pt x="59621" y="50800"/>
                  </a:lnTo>
                  <a:lnTo>
                    <a:pt x="64376" y="46989"/>
                  </a:lnTo>
                  <a:lnTo>
                    <a:pt x="64014" y="46989"/>
                  </a:lnTo>
                  <a:lnTo>
                    <a:pt x="68971" y="43180"/>
                  </a:lnTo>
                  <a:lnTo>
                    <a:pt x="70294" y="43180"/>
                  </a:lnTo>
                  <a:lnTo>
                    <a:pt x="73727" y="40639"/>
                  </a:lnTo>
                  <a:lnTo>
                    <a:pt x="73324" y="40639"/>
                  </a:lnTo>
                  <a:lnTo>
                    <a:pt x="78643" y="36830"/>
                  </a:lnTo>
                  <a:lnTo>
                    <a:pt x="78230" y="36830"/>
                  </a:lnTo>
                  <a:lnTo>
                    <a:pt x="83731" y="34289"/>
                  </a:lnTo>
                  <a:lnTo>
                    <a:pt x="83298" y="34289"/>
                  </a:lnTo>
                  <a:lnTo>
                    <a:pt x="88958" y="31750"/>
                  </a:lnTo>
                  <a:lnTo>
                    <a:pt x="88516" y="31750"/>
                  </a:lnTo>
                  <a:lnTo>
                    <a:pt x="94327" y="29210"/>
                  </a:lnTo>
                  <a:lnTo>
                    <a:pt x="93875" y="29210"/>
                  </a:lnTo>
                  <a:lnTo>
                    <a:pt x="99827" y="26670"/>
                  </a:lnTo>
                  <a:lnTo>
                    <a:pt x="99364" y="26670"/>
                  </a:lnTo>
                  <a:lnTo>
                    <a:pt x="105458" y="25400"/>
                  </a:lnTo>
                  <a:lnTo>
                    <a:pt x="104985" y="25400"/>
                  </a:lnTo>
                  <a:lnTo>
                    <a:pt x="110224" y="24330"/>
                  </a:lnTo>
                  <a:lnTo>
                    <a:pt x="117069" y="21589"/>
                  </a:lnTo>
                  <a:lnTo>
                    <a:pt x="122539" y="21589"/>
                  </a:lnTo>
                  <a:lnTo>
                    <a:pt x="129105" y="20320"/>
                  </a:lnTo>
                  <a:lnTo>
                    <a:pt x="1053274" y="20320"/>
                  </a:lnTo>
                  <a:lnTo>
                    <a:pt x="1047352" y="16510"/>
                  </a:lnTo>
                  <a:lnTo>
                    <a:pt x="1041692" y="13970"/>
                  </a:lnTo>
                  <a:lnTo>
                    <a:pt x="1029034" y="8889"/>
                  </a:lnTo>
                  <a:lnTo>
                    <a:pt x="1021995" y="6350"/>
                  </a:lnTo>
                  <a:lnTo>
                    <a:pt x="1015762" y="3810"/>
                  </a:lnTo>
                  <a:lnTo>
                    <a:pt x="1015279" y="3810"/>
                  </a:lnTo>
                  <a:lnTo>
                    <a:pt x="994407" y="0"/>
                  </a:lnTo>
                  <a:close/>
                </a:path>
                <a:path w="1122045" h="1112520">
                  <a:moveTo>
                    <a:pt x="1070075" y="1052830"/>
                  </a:moveTo>
                  <a:lnTo>
                    <a:pt x="1065731" y="1057910"/>
                  </a:lnTo>
                  <a:lnTo>
                    <a:pt x="1066063" y="1057910"/>
                  </a:lnTo>
                  <a:lnTo>
                    <a:pt x="1061507" y="1061720"/>
                  </a:lnTo>
                  <a:lnTo>
                    <a:pt x="1061860" y="1061720"/>
                  </a:lnTo>
                  <a:lnTo>
                    <a:pt x="1057104" y="1065530"/>
                  </a:lnTo>
                  <a:lnTo>
                    <a:pt x="1057476" y="1065530"/>
                  </a:lnTo>
                  <a:lnTo>
                    <a:pt x="1052520" y="1069340"/>
                  </a:lnTo>
                  <a:lnTo>
                    <a:pt x="1052902" y="1069340"/>
                  </a:lnTo>
                  <a:lnTo>
                    <a:pt x="1047755" y="1071880"/>
                  </a:lnTo>
                  <a:lnTo>
                    <a:pt x="1048156" y="1071880"/>
                  </a:lnTo>
                  <a:lnTo>
                    <a:pt x="1042837" y="1075690"/>
                  </a:lnTo>
                  <a:lnTo>
                    <a:pt x="1043250" y="1075690"/>
                  </a:lnTo>
                  <a:lnTo>
                    <a:pt x="1037760" y="1078230"/>
                  </a:lnTo>
                  <a:lnTo>
                    <a:pt x="1038183" y="1078230"/>
                  </a:lnTo>
                  <a:lnTo>
                    <a:pt x="1032532" y="1080770"/>
                  </a:lnTo>
                  <a:lnTo>
                    <a:pt x="1032964" y="1080770"/>
                  </a:lnTo>
                  <a:lnTo>
                    <a:pt x="1027153" y="1083310"/>
                  </a:lnTo>
                  <a:lnTo>
                    <a:pt x="1027615" y="1083310"/>
                  </a:lnTo>
                  <a:lnTo>
                    <a:pt x="1021211" y="1086038"/>
                  </a:lnTo>
                  <a:lnTo>
                    <a:pt x="1016022" y="1087120"/>
                  </a:lnTo>
                  <a:lnTo>
                    <a:pt x="1016479" y="1087120"/>
                  </a:lnTo>
                  <a:lnTo>
                    <a:pt x="1009807" y="1089849"/>
                  </a:lnTo>
                  <a:lnTo>
                    <a:pt x="1004411" y="1090930"/>
                  </a:lnTo>
                  <a:lnTo>
                    <a:pt x="1004904" y="1090930"/>
                  </a:lnTo>
                  <a:lnTo>
                    <a:pt x="998438" y="1092200"/>
                  </a:lnTo>
                  <a:lnTo>
                    <a:pt x="992878" y="1092200"/>
                  </a:lnTo>
                  <a:lnTo>
                    <a:pt x="986222" y="1093470"/>
                  </a:lnTo>
                  <a:lnTo>
                    <a:pt x="1051300" y="1093470"/>
                  </a:lnTo>
                  <a:lnTo>
                    <a:pt x="1053274" y="1092200"/>
                  </a:lnTo>
                  <a:lnTo>
                    <a:pt x="1058586" y="1089849"/>
                  </a:lnTo>
                  <a:lnTo>
                    <a:pt x="1058739" y="1089849"/>
                  </a:lnTo>
                  <a:lnTo>
                    <a:pt x="1064280" y="1086038"/>
                  </a:lnTo>
                  <a:lnTo>
                    <a:pt x="1067224" y="1083310"/>
                  </a:lnTo>
                  <a:lnTo>
                    <a:pt x="1069893" y="1080770"/>
                  </a:lnTo>
                  <a:lnTo>
                    <a:pt x="1075030" y="1076960"/>
                  </a:lnTo>
                  <a:lnTo>
                    <a:pt x="1079938" y="1071880"/>
                  </a:lnTo>
                  <a:lnTo>
                    <a:pt x="1084623" y="1066800"/>
                  </a:lnTo>
                  <a:lnTo>
                    <a:pt x="1089379" y="1061720"/>
                  </a:lnTo>
                  <a:lnTo>
                    <a:pt x="1093561" y="1056640"/>
                  </a:lnTo>
                  <a:lnTo>
                    <a:pt x="1095133" y="1054100"/>
                  </a:lnTo>
                  <a:lnTo>
                    <a:pt x="1069752" y="1054100"/>
                  </a:lnTo>
                  <a:lnTo>
                    <a:pt x="1070075" y="1052830"/>
                  </a:lnTo>
                  <a:close/>
                </a:path>
                <a:path w="1122045" h="1112520">
                  <a:moveTo>
                    <a:pt x="51417" y="1052830"/>
                  </a:moveTo>
                  <a:lnTo>
                    <a:pt x="51738" y="1054100"/>
                  </a:lnTo>
                  <a:lnTo>
                    <a:pt x="52503" y="1054100"/>
                  </a:lnTo>
                  <a:lnTo>
                    <a:pt x="51417" y="1052830"/>
                  </a:lnTo>
                  <a:close/>
                </a:path>
                <a:path w="1122045" h="1112520">
                  <a:moveTo>
                    <a:pt x="1077464" y="1043940"/>
                  </a:moveTo>
                  <a:lnTo>
                    <a:pt x="1073564" y="1049020"/>
                  </a:lnTo>
                  <a:lnTo>
                    <a:pt x="1073875" y="1049020"/>
                  </a:lnTo>
                  <a:lnTo>
                    <a:pt x="1069752" y="1054100"/>
                  </a:lnTo>
                  <a:lnTo>
                    <a:pt x="1095133" y="1054100"/>
                  </a:lnTo>
                  <a:lnTo>
                    <a:pt x="1097492" y="1050290"/>
                  </a:lnTo>
                  <a:lnTo>
                    <a:pt x="1100900" y="1045210"/>
                  </a:lnTo>
                  <a:lnTo>
                    <a:pt x="1077173" y="1045210"/>
                  </a:lnTo>
                  <a:lnTo>
                    <a:pt x="1077464" y="1043940"/>
                  </a:lnTo>
                  <a:close/>
                </a:path>
                <a:path w="1122045" h="1112520">
                  <a:moveTo>
                    <a:pt x="44027" y="1043940"/>
                  </a:moveTo>
                  <a:lnTo>
                    <a:pt x="44309" y="1045210"/>
                  </a:lnTo>
                  <a:lnTo>
                    <a:pt x="44999" y="1045210"/>
                  </a:lnTo>
                  <a:lnTo>
                    <a:pt x="44027" y="1043940"/>
                  </a:lnTo>
                  <a:close/>
                </a:path>
                <a:path w="1122045" h="1112520">
                  <a:moveTo>
                    <a:pt x="1080832" y="1038860"/>
                  </a:moveTo>
                  <a:lnTo>
                    <a:pt x="1077173" y="1045210"/>
                  </a:lnTo>
                  <a:lnTo>
                    <a:pt x="1100900" y="1045210"/>
                  </a:lnTo>
                  <a:lnTo>
                    <a:pt x="1103627" y="1040130"/>
                  </a:lnTo>
                  <a:lnTo>
                    <a:pt x="1080561" y="1040130"/>
                  </a:lnTo>
                  <a:lnTo>
                    <a:pt x="1080832" y="1038860"/>
                  </a:lnTo>
                  <a:close/>
                </a:path>
                <a:path w="1122045" h="1112520">
                  <a:moveTo>
                    <a:pt x="40648" y="1038860"/>
                  </a:moveTo>
                  <a:lnTo>
                    <a:pt x="40920" y="1040130"/>
                  </a:lnTo>
                  <a:lnTo>
                    <a:pt x="41380" y="1040130"/>
                  </a:lnTo>
                  <a:lnTo>
                    <a:pt x="40648" y="1038860"/>
                  </a:lnTo>
                  <a:close/>
                </a:path>
                <a:path w="1122045" h="1112520">
                  <a:moveTo>
                    <a:pt x="1089549" y="1023620"/>
                  </a:moveTo>
                  <a:lnTo>
                    <a:pt x="1086643" y="1029970"/>
                  </a:lnTo>
                  <a:lnTo>
                    <a:pt x="1086885" y="1029970"/>
                  </a:lnTo>
                  <a:lnTo>
                    <a:pt x="1083717" y="1035050"/>
                  </a:lnTo>
                  <a:lnTo>
                    <a:pt x="1083969" y="1035050"/>
                  </a:lnTo>
                  <a:lnTo>
                    <a:pt x="1080561" y="1040130"/>
                  </a:lnTo>
                  <a:lnTo>
                    <a:pt x="1103627" y="1040130"/>
                  </a:lnTo>
                  <a:lnTo>
                    <a:pt x="1104309" y="1038860"/>
                  </a:lnTo>
                  <a:lnTo>
                    <a:pt x="1107446" y="1033780"/>
                  </a:lnTo>
                  <a:lnTo>
                    <a:pt x="1110280" y="1027430"/>
                  </a:lnTo>
                  <a:lnTo>
                    <a:pt x="1111186" y="1024890"/>
                  </a:lnTo>
                  <a:lnTo>
                    <a:pt x="1089328" y="1024890"/>
                  </a:lnTo>
                  <a:lnTo>
                    <a:pt x="1089549" y="1023620"/>
                  </a:lnTo>
                  <a:close/>
                </a:path>
                <a:path w="1122045" h="1112520">
                  <a:moveTo>
                    <a:pt x="31941" y="1023620"/>
                  </a:moveTo>
                  <a:lnTo>
                    <a:pt x="32152" y="1024890"/>
                  </a:lnTo>
                  <a:lnTo>
                    <a:pt x="32520" y="1024890"/>
                  </a:lnTo>
                  <a:lnTo>
                    <a:pt x="31941" y="1023620"/>
                  </a:lnTo>
                  <a:close/>
                </a:path>
                <a:path w="1122045" h="1112520">
                  <a:moveTo>
                    <a:pt x="1091962" y="1018540"/>
                  </a:moveTo>
                  <a:lnTo>
                    <a:pt x="1089328" y="1024890"/>
                  </a:lnTo>
                  <a:lnTo>
                    <a:pt x="1111186" y="1024890"/>
                  </a:lnTo>
                  <a:lnTo>
                    <a:pt x="1112996" y="1019810"/>
                  </a:lnTo>
                  <a:lnTo>
                    <a:pt x="1091772" y="1019810"/>
                  </a:lnTo>
                  <a:lnTo>
                    <a:pt x="1091962" y="1018540"/>
                  </a:lnTo>
                  <a:close/>
                </a:path>
                <a:path w="1122045" h="1112520">
                  <a:moveTo>
                    <a:pt x="29528" y="1018540"/>
                  </a:moveTo>
                  <a:lnTo>
                    <a:pt x="29719" y="1019810"/>
                  </a:lnTo>
                  <a:lnTo>
                    <a:pt x="30053" y="1019810"/>
                  </a:lnTo>
                  <a:lnTo>
                    <a:pt x="29528" y="1018540"/>
                  </a:lnTo>
                  <a:close/>
                </a:path>
                <a:path w="1122045" h="1112520">
                  <a:moveTo>
                    <a:pt x="1096013" y="1007110"/>
                  </a:moveTo>
                  <a:lnTo>
                    <a:pt x="1093943" y="1013460"/>
                  </a:lnTo>
                  <a:lnTo>
                    <a:pt x="1094113" y="1013460"/>
                  </a:lnTo>
                  <a:lnTo>
                    <a:pt x="1091772" y="1019810"/>
                  </a:lnTo>
                  <a:lnTo>
                    <a:pt x="1112996" y="1019810"/>
                  </a:lnTo>
                  <a:lnTo>
                    <a:pt x="1115057" y="1014730"/>
                  </a:lnTo>
                  <a:lnTo>
                    <a:pt x="1116652" y="1008380"/>
                  </a:lnTo>
                  <a:lnTo>
                    <a:pt x="1095863" y="1008380"/>
                  </a:lnTo>
                  <a:lnTo>
                    <a:pt x="1096013" y="1007110"/>
                  </a:lnTo>
                  <a:close/>
                </a:path>
                <a:path w="1122045" h="1112520">
                  <a:moveTo>
                    <a:pt x="25477" y="1007110"/>
                  </a:moveTo>
                  <a:lnTo>
                    <a:pt x="25617" y="1008380"/>
                  </a:lnTo>
                  <a:lnTo>
                    <a:pt x="25889" y="1008380"/>
                  </a:lnTo>
                  <a:lnTo>
                    <a:pt x="25477" y="1007110"/>
                  </a:lnTo>
                  <a:close/>
                </a:path>
                <a:path w="1122045" h="1112520">
                  <a:moveTo>
                    <a:pt x="1099399" y="993822"/>
                  </a:moveTo>
                  <a:lnTo>
                    <a:pt x="1098923" y="995698"/>
                  </a:lnTo>
                  <a:lnTo>
                    <a:pt x="1096864" y="1004789"/>
                  </a:lnTo>
                  <a:lnTo>
                    <a:pt x="1095863" y="1008380"/>
                  </a:lnTo>
                  <a:lnTo>
                    <a:pt x="1116652" y="1008380"/>
                  </a:lnTo>
                  <a:lnTo>
                    <a:pt x="1118566" y="1000760"/>
                  </a:lnTo>
                  <a:lnTo>
                    <a:pt x="1118666" y="999490"/>
                  </a:lnTo>
                  <a:lnTo>
                    <a:pt x="1119129" y="996950"/>
                  </a:lnTo>
                  <a:lnTo>
                    <a:pt x="1098870" y="996950"/>
                  </a:lnTo>
                  <a:lnTo>
                    <a:pt x="1099399" y="993822"/>
                  </a:lnTo>
                  <a:close/>
                </a:path>
                <a:path w="1122045" h="1112520">
                  <a:moveTo>
                    <a:pt x="22514" y="995698"/>
                  </a:moveTo>
                  <a:lnTo>
                    <a:pt x="22611" y="996950"/>
                  </a:lnTo>
                  <a:lnTo>
                    <a:pt x="22780" y="996950"/>
                  </a:lnTo>
                  <a:lnTo>
                    <a:pt x="22514" y="995698"/>
                  </a:lnTo>
                  <a:close/>
                </a:path>
                <a:path w="1122045" h="1112520">
                  <a:moveTo>
                    <a:pt x="1120184" y="121920"/>
                  </a:moveTo>
                  <a:lnTo>
                    <a:pt x="1099945" y="121920"/>
                  </a:lnTo>
                  <a:lnTo>
                    <a:pt x="1100780" y="128270"/>
                  </a:lnTo>
                  <a:lnTo>
                    <a:pt x="1101141" y="133350"/>
                  </a:lnTo>
                  <a:lnTo>
                    <a:pt x="1101232" y="134620"/>
                  </a:lnTo>
                  <a:lnTo>
                    <a:pt x="1101383" y="140970"/>
                  </a:lnTo>
                  <a:lnTo>
                    <a:pt x="1101373" y="971550"/>
                  </a:lnTo>
                  <a:lnTo>
                    <a:pt x="1101211" y="977900"/>
                  </a:lnTo>
                  <a:lnTo>
                    <a:pt x="1100729" y="984250"/>
                  </a:lnTo>
                  <a:lnTo>
                    <a:pt x="1099945" y="990600"/>
                  </a:lnTo>
                  <a:lnTo>
                    <a:pt x="1098870" y="996950"/>
                  </a:lnTo>
                  <a:lnTo>
                    <a:pt x="1119129" y="996950"/>
                  </a:lnTo>
                  <a:lnTo>
                    <a:pt x="1119698" y="993822"/>
                  </a:lnTo>
                  <a:lnTo>
                    <a:pt x="1119822" y="993140"/>
                  </a:lnTo>
                  <a:lnTo>
                    <a:pt x="1120728" y="986790"/>
                  </a:lnTo>
                  <a:lnTo>
                    <a:pt x="1120777" y="985520"/>
                  </a:lnTo>
                  <a:lnTo>
                    <a:pt x="1121290" y="979170"/>
                  </a:lnTo>
                  <a:lnTo>
                    <a:pt x="1121481" y="971550"/>
                  </a:lnTo>
                  <a:lnTo>
                    <a:pt x="1121481" y="140970"/>
                  </a:lnTo>
                  <a:lnTo>
                    <a:pt x="1121322" y="134620"/>
                  </a:lnTo>
                  <a:lnTo>
                    <a:pt x="1121290" y="133350"/>
                  </a:lnTo>
                  <a:lnTo>
                    <a:pt x="1120915" y="128270"/>
                  </a:lnTo>
                  <a:lnTo>
                    <a:pt x="1120821" y="127000"/>
                  </a:lnTo>
                  <a:lnTo>
                    <a:pt x="1120728" y="125730"/>
                  </a:lnTo>
                  <a:lnTo>
                    <a:pt x="1120184" y="121920"/>
                  </a:lnTo>
                  <a:close/>
                </a:path>
                <a:path w="1122045" h="1112520">
                  <a:moveTo>
                    <a:pt x="21694" y="121920"/>
                  </a:moveTo>
                  <a:lnTo>
                    <a:pt x="21535" y="121920"/>
                  </a:lnTo>
                  <a:lnTo>
                    <a:pt x="21378" y="123189"/>
                  </a:lnTo>
                  <a:lnTo>
                    <a:pt x="21694" y="121920"/>
                  </a:lnTo>
                  <a:close/>
                </a:path>
                <a:path w="1122045" h="1112520">
                  <a:moveTo>
                    <a:pt x="1096864" y="107730"/>
                  </a:moveTo>
                  <a:lnTo>
                    <a:pt x="1098970" y="116839"/>
                  </a:lnTo>
                  <a:lnTo>
                    <a:pt x="1100025" y="123189"/>
                  </a:lnTo>
                  <a:lnTo>
                    <a:pt x="1099945" y="121920"/>
                  </a:lnTo>
                  <a:lnTo>
                    <a:pt x="1120184" y="121920"/>
                  </a:lnTo>
                  <a:lnTo>
                    <a:pt x="1119822" y="119380"/>
                  </a:lnTo>
                  <a:lnTo>
                    <a:pt x="1118566" y="111760"/>
                  </a:lnTo>
                  <a:lnTo>
                    <a:pt x="1118248" y="110489"/>
                  </a:lnTo>
                  <a:lnTo>
                    <a:pt x="1097633" y="110489"/>
                  </a:lnTo>
                  <a:lnTo>
                    <a:pt x="1096864" y="107730"/>
                  </a:lnTo>
                  <a:close/>
                </a:path>
                <a:path w="1122045" h="1112520">
                  <a:moveTo>
                    <a:pt x="1116623" y="104139"/>
                  </a:moveTo>
                  <a:lnTo>
                    <a:pt x="1095863" y="104139"/>
                  </a:lnTo>
                  <a:lnTo>
                    <a:pt x="1097633" y="110489"/>
                  </a:lnTo>
                  <a:lnTo>
                    <a:pt x="1118248" y="110489"/>
                  </a:lnTo>
                  <a:lnTo>
                    <a:pt x="1116977" y="105410"/>
                  </a:lnTo>
                  <a:lnTo>
                    <a:pt x="1116623" y="104139"/>
                  </a:lnTo>
                  <a:close/>
                </a:path>
                <a:path w="1122045" h="1112520">
                  <a:moveTo>
                    <a:pt x="25889" y="104139"/>
                  </a:moveTo>
                  <a:lnTo>
                    <a:pt x="25617" y="104139"/>
                  </a:lnTo>
                  <a:lnTo>
                    <a:pt x="25477" y="105410"/>
                  </a:lnTo>
                  <a:lnTo>
                    <a:pt x="25889" y="104139"/>
                  </a:lnTo>
                  <a:close/>
                </a:path>
                <a:path w="1122045" h="1112520">
                  <a:moveTo>
                    <a:pt x="1110977" y="87630"/>
                  </a:moveTo>
                  <a:lnTo>
                    <a:pt x="1089328" y="87630"/>
                  </a:lnTo>
                  <a:lnTo>
                    <a:pt x="1091962" y="93980"/>
                  </a:lnTo>
                  <a:lnTo>
                    <a:pt x="1091772" y="93980"/>
                  </a:lnTo>
                  <a:lnTo>
                    <a:pt x="1094113" y="99060"/>
                  </a:lnTo>
                  <a:lnTo>
                    <a:pt x="1093943" y="99060"/>
                  </a:lnTo>
                  <a:lnTo>
                    <a:pt x="1096013" y="105410"/>
                  </a:lnTo>
                  <a:lnTo>
                    <a:pt x="1095863" y="104139"/>
                  </a:lnTo>
                  <a:lnTo>
                    <a:pt x="1116623" y="104139"/>
                  </a:lnTo>
                  <a:lnTo>
                    <a:pt x="1115207" y="99060"/>
                  </a:lnTo>
                  <a:lnTo>
                    <a:pt x="1112996" y="92710"/>
                  </a:lnTo>
                  <a:lnTo>
                    <a:pt x="1110977" y="87630"/>
                  </a:lnTo>
                  <a:close/>
                </a:path>
                <a:path w="1122045" h="1112520">
                  <a:moveTo>
                    <a:pt x="32520" y="87630"/>
                  </a:moveTo>
                  <a:lnTo>
                    <a:pt x="32152" y="87630"/>
                  </a:lnTo>
                  <a:lnTo>
                    <a:pt x="31941" y="88900"/>
                  </a:lnTo>
                  <a:lnTo>
                    <a:pt x="32520" y="87630"/>
                  </a:lnTo>
                  <a:close/>
                </a:path>
                <a:path w="1122045" h="1112520">
                  <a:moveTo>
                    <a:pt x="1108656" y="82550"/>
                  </a:moveTo>
                  <a:lnTo>
                    <a:pt x="1086643" y="82550"/>
                  </a:lnTo>
                  <a:lnTo>
                    <a:pt x="1089549" y="88900"/>
                  </a:lnTo>
                  <a:lnTo>
                    <a:pt x="1089328" y="87630"/>
                  </a:lnTo>
                  <a:lnTo>
                    <a:pt x="1110977" y="87630"/>
                  </a:lnTo>
                  <a:lnTo>
                    <a:pt x="1110472" y="86360"/>
                  </a:lnTo>
                  <a:lnTo>
                    <a:pt x="1108656" y="82550"/>
                  </a:lnTo>
                  <a:close/>
                </a:path>
                <a:path w="1122045" h="1112520">
                  <a:moveTo>
                    <a:pt x="35237" y="82550"/>
                  </a:moveTo>
                  <a:lnTo>
                    <a:pt x="34837" y="82550"/>
                  </a:lnTo>
                  <a:lnTo>
                    <a:pt x="34606" y="83820"/>
                  </a:lnTo>
                  <a:lnTo>
                    <a:pt x="35237" y="82550"/>
                  </a:lnTo>
                  <a:close/>
                </a:path>
                <a:path w="1122045" h="1112520">
                  <a:moveTo>
                    <a:pt x="1106191" y="77470"/>
                  </a:moveTo>
                  <a:lnTo>
                    <a:pt x="1083717" y="77470"/>
                  </a:lnTo>
                  <a:lnTo>
                    <a:pt x="1086885" y="83820"/>
                  </a:lnTo>
                  <a:lnTo>
                    <a:pt x="1086643" y="82550"/>
                  </a:lnTo>
                  <a:lnTo>
                    <a:pt x="1108656" y="82550"/>
                  </a:lnTo>
                  <a:lnTo>
                    <a:pt x="1107446" y="80010"/>
                  </a:lnTo>
                  <a:lnTo>
                    <a:pt x="1106191" y="77470"/>
                  </a:lnTo>
                  <a:close/>
                </a:path>
                <a:path w="1122045" h="1112520">
                  <a:moveTo>
                    <a:pt x="38193" y="77470"/>
                  </a:moveTo>
                  <a:lnTo>
                    <a:pt x="37763" y="77470"/>
                  </a:lnTo>
                  <a:lnTo>
                    <a:pt x="37511" y="78739"/>
                  </a:lnTo>
                  <a:lnTo>
                    <a:pt x="38193" y="77470"/>
                  </a:lnTo>
                  <a:close/>
                </a:path>
                <a:path w="1122045" h="1112520">
                  <a:moveTo>
                    <a:pt x="1103627" y="72389"/>
                  </a:moveTo>
                  <a:lnTo>
                    <a:pt x="1080561" y="72389"/>
                  </a:lnTo>
                  <a:lnTo>
                    <a:pt x="1083969" y="78739"/>
                  </a:lnTo>
                  <a:lnTo>
                    <a:pt x="1083717" y="77470"/>
                  </a:lnTo>
                  <a:lnTo>
                    <a:pt x="1106191" y="77470"/>
                  </a:lnTo>
                  <a:lnTo>
                    <a:pt x="1104309" y="73660"/>
                  </a:lnTo>
                  <a:lnTo>
                    <a:pt x="1103627" y="72389"/>
                  </a:lnTo>
                  <a:close/>
                </a:path>
                <a:path w="1122045" h="1112520">
                  <a:moveTo>
                    <a:pt x="41563" y="72389"/>
                  </a:moveTo>
                  <a:lnTo>
                    <a:pt x="40920" y="72389"/>
                  </a:lnTo>
                  <a:lnTo>
                    <a:pt x="40648" y="73660"/>
                  </a:lnTo>
                  <a:lnTo>
                    <a:pt x="41563" y="72389"/>
                  </a:lnTo>
                  <a:close/>
                </a:path>
                <a:path w="1122045" h="1112520">
                  <a:moveTo>
                    <a:pt x="1091888" y="54610"/>
                  </a:moveTo>
                  <a:lnTo>
                    <a:pt x="1065731" y="54610"/>
                  </a:lnTo>
                  <a:lnTo>
                    <a:pt x="1070075" y="59689"/>
                  </a:lnTo>
                  <a:lnTo>
                    <a:pt x="1069752" y="59689"/>
                  </a:lnTo>
                  <a:lnTo>
                    <a:pt x="1073875" y="63500"/>
                  </a:lnTo>
                  <a:lnTo>
                    <a:pt x="1073564" y="63500"/>
                  </a:lnTo>
                  <a:lnTo>
                    <a:pt x="1077464" y="68580"/>
                  </a:lnTo>
                  <a:lnTo>
                    <a:pt x="1077173" y="68580"/>
                  </a:lnTo>
                  <a:lnTo>
                    <a:pt x="1080832" y="73660"/>
                  </a:lnTo>
                  <a:lnTo>
                    <a:pt x="1080561" y="72389"/>
                  </a:lnTo>
                  <a:lnTo>
                    <a:pt x="1103627" y="72389"/>
                  </a:lnTo>
                  <a:lnTo>
                    <a:pt x="1100900" y="67310"/>
                  </a:lnTo>
                  <a:lnTo>
                    <a:pt x="1097492" y="62230"/>
                  </a:lnTo>
                  <a:lnTo>
                    <a:pt x="1093561" y="57150"/>
                  </a:lnTo>
                  <a:lnTo>
                    <a:pt x="1091888" y="54610"/>
                  </a:lnTo>
                  <a:close/>
                </a:path>
                <a:path w="1122045" h="1112520">
                  <a:moveTo>
                    <a:pt x="56556" y="54610"/>
                  </a:moveTo>
                  <a:lnTo>
                    <a:pt x="55760" y="54610"/>
                  </a:lnTo>
                  <a:lnTo>
                    <a:pt x="55417" y="55880"/>
                  </a:lnTo>
                  <a:lnTo>
                    <a:pt x="56556" y="54610"/>
                  </a:lnTo>
                  <a:close/>
                </a:path>
                <a:path w="1122045" h="1112520">
                  <a:moveTo>
                    <a:pt x="1082451" y="43180"/>
                  </a:moveTo>
                  <a:lnTo>
                    <a:pt x="1052520" y="43180"/>
                  </a:lnTo>
                  <a:lnTo>
                    <a:pt x="1057476" y="46989"/>
                  </a:lnTo>
                  <a:lnTo>
                    <a:pt x="1057104" y="46989"/>
                  </a:lnTo>
                  <a:lnTo>
                    <a:pt x="1061860" y="50800"/>
                  </a:lnTo>
                  <a:lnTo>
                    <a:pt x="1061507" y="50800"/>
                  </a:lnTo>
                  <a:lnTo>
                    <a:pt x="1066063" y="55880"/>
                  </a:lnTo>
                  <a:lnTo>
                    <a:pt x="1065731" y="54610"/>
                  </a:lnTo>
                  <a:lnTo>
                    <a:pt x="1091888" y="54610"/>
                  </a:lnTo>
                  <a:lnTo>
                    <a:pt x="1089379" y="50800"/>
                  </a:lnTo>
                  <a:lnTo>
                    <a:pt x="1084623" y="45720"/>
                  </a:lnTo>
                  <a:lnTo>
                    <a:pt x="1082451" y="43180"/>
                  </a:lnTo>
                  <a:close/>
                </a:path>
                <a:path w="1122045" h="1112520">
                  <a:moveTo>
                    <a:pt x="70294" y="43180"/>
                  </a:moveTo>
                  <a:lnTo>
                    <a:pt x="68971" y="43180"/>
                  </a:lnTo>
                  <a:lnTo>
                    <a:pt x="68578" y="44450"/>
                  </a:lnTo>
                  <a:lnTo>
                    <a:pt x="70294" y="43180"/>
                  </a:lnTo>
                  <a:close/>
                </a:path>
                <a:path w="1122045" h="1112520">
                  <a:moveTo>
                    <a:pt x="1053274" y="20320"/>
                  </a:moveTo>
                  <a:lnTo>
                    <a:pt x="992376" y="20320"/>
                  </a:lnTo>
                  <a:lnTo>
                    <a:pt x="998941" y="21589"/>
                  </a:lnTo>
                  <a:lnTo>
                    <a:pt x="1004411" y="21589"/>
                  </a:lnTo>
                  <a:lnTo>
                    <a:pt x="1011256" y="24330"/>
                  </a:lnTo>
                  <a:lnTo>
                    <a:pt x="1016496" y="25400"/>
                  </a:lnTo>
                  <a:lnTo>
                    <a:pt x="1016022" y="25400"/>
                  </a:lnTo>
                  <a:lnTo>
                    <a:pt x="1022116" y="26670"/>
                  </a:lnTo>
                  <a:lnTo>
                    <a:pt x="1021654" y="26670"/>
                  </a:lnTo>
                  <a:lnTo>
                    <a:pt x="1027615" y="29210"/>
                  </a:lnTo>
                  <a:lnTo>
                    <a:pt x="1027153" y="29210"/>
                  </a:lnTo>
                  <a:lnTo>
                    <a:pt x="1032964" y="31750"/>
                  </a:lnTo>
                  <a:lnTo>
                    <a:pt x="1032532" y="31750"/>
                  </a:lnTo>
                  <a:lnTo>
                    <a:pt x="1038183" y="34289"/>
                  </a:lnTo>
                  <a:lnTo>
                    <a:pt x="1037760" y="34289"/>
                  </a:lnTo>
                  <a:lnTo>
                    <a:pt x="1043250" y="36830"/>
                  </a:lnTo>
                  <a:lnTo>
                    <a:pt x="1042837" y="36830"/>
                  </a:lnTo>
                  <a:lnTo>
                    <a:pt x="1048156" y="40639"/>
                  </a:lnTo>
                  <a:lnTo>
                    <a:pt x="1047755" y="40639"/>
                  </a:lnTo>
                  <a:lnTo>
                    <a:pt x="1052902" y="44450"/>
                  </a:lnTo>
                  <a:lnTo>
                    <a:pt x="1052520" y="43180"/>
                  </a:lnTo>
                  <a:lnTo>
                    <a:pt x="1082451" y="43180"/>
                  </a:lnTo>
                  <a:lnTo>
                    <a:pt x="1080279" y="40639"/>
                  </a:lnTo>
                  <a:lnTo>
                    <a:pt x="1075382" y="36830"/>
                  </a:lnTo>
                  <a:lnTo>
                    <a:pt x="1070265" y="31750"/>
                  </a:lnTo>
                  <a:lnTo>
                    <a:pt x="1064936" y="27939"/>
                  </a:lnTo>
                  <a:lnTo>
                    <a:pt x="1059708" y="24330"/>
                  </a:lnTo>
                  <a:lnTo>
                    <a:pt x="1053274" y="20320"/>
                  </a:lnTo>
                  <a:close/>
                </a:path>
                <a:path w="1122045" h="1112520">
                  <a:moveTo>
                    <a:pt x="123042" y="21589"/>
                  </a:moveTo>
                  <a:lnTo>
                    <a:pt x="117069" y="21589"/>
                  </a:lnTo>
                  <a:lnTo>
                    <a:pt x="116577" y="22860"/>
                  </a:lnTo>
                  <a:lnTo>
                    <a:pt x="123042" y="21589"/>
                  </a:lnTo>
                  <a:close/>
                </a:path>
                <a:path w="1122045" h="1112520">
                  <a:moveTo>
                    <a:pt x="1004411" y="21589"/>
                  </a:moveTo>
                  <a:lnTo>
                    <a:pt x="998438" y="21589"/>
                  </a:lnTo>
                  <a:lnTo>
                    <a:pt x="1004904" y="22860"/>
                  </a:lnTo>
                  <a:lnTo>
                    <a:pt x="1004411" y="21589"/>
                  </a:lnTo>
                  <a:close/>
                </a:path>
              </a:pathLst>
            </a:custGeom>
            <a:solidFill>
              <a:srgbClr val="22B14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2" name="object 112"/>
          <p:cNvSpPr txBox="1"/>
          <p:nvPr/>
        </p:nvSpPr>
        <p:spPr>
          <a:xfrm>
            <a:off x="1699051" y="8675271"/>
            <a:ext cx="334010" cy="80772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algn="ctr">
              <a:lnSpc>
                <a:spcPts val="1220"/>
              </a:lnSpc>
            </a:pPr>
            <a:r>
              <a:rPr dirty="0" sz="1150">
                <a:solidFill>
                  <a:srgbClr val="16A34A"/>
                </a:solidFill>
                <a:latin typeface="Segoe UI Symbol"/>
                <a:cs typeface="Segoe UI Symbol"/>
              </a:rPr>
              <a:t>0</a:t>
            </a:r>
            <a:r>
              <a:rPr dirty="0" sz="1150" spc="-75">
                <a:solidFill>
                  <a:srgbClr val="16A34A"/>
                </a:solidFill>
                <a:latin typeface="Segoe UI Symbol"/>
                <a:cs typeface="Segoe UI Symbol"/>
              </a:rPr>
              <a:t> </a:t>
            </a:r>
            <a:r>
              <a:rPr dirty="0" sz="1000" spc="-20">
                <a:solidFill>
                  <a:srgbClr val="222222"/>
                </a:solidFill>
                <a:latin typeface="Segoe UI Symbol"/>
                <a:cs typeface="Segoe UI Symbol"/>
              </a:rPr>
              <a:t>Open</a:t>
            </a:r>
            <a:endParaRPr sz="1000">
              <a:latin typeface="Segoe UI Symbol"/>
              <a:cs typeface="Segoe UI Symbol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dirty="0" sz="1000" spc="-10">
                <a:solidFill>
                  <a:srgbClr val="222222"/>
                </a:solidFill>
                <a:latin typeface="Segoe UI Symbol"/>
                <a:cs typeface="Segoe UI Symbol"/>
              </a:rPr>
              <a:t>Vulnerabilities</a:t>
            </a:r>
            <a:endParaRPr sz="1000">
              <a:latin typeface="Segoe UI Symbol"/>
              <a:cs typeface="Segoe UI Symbol"/>
            </a:endParaRPr>
          </a:p>
        </p:txBody>
      </p:sp>
      <p:sp>
        <p:nvSpPr>
          <p:cNvPr id="113" name="object 113"/>
          <p:cNvSpPr/>
          <p:nvPr/>
        </p:nvSpPr>
        <p:spPr>
          <a:xfrm>
            <a:off x="2530729" y="8811768"/>
            <a:ext cx="136525" cy="512445"/>
          </a:xfrm>
          <a:custGeom>
            <a:avLst/>
            <a:gdLst/>
            <a:ahLst/>
            <a:cxnLst/>
            <a:rect l="l" t="t" r="r" b="b"/>
            <a:pathLst>
              <a:path w="136525" h="512445">
                <a:moveTo>
                  <a:pt x="67563" y="0"/>
                </a:moveTo>
                <a:lnTo>
                  <a:pt x="41303" y="5127"/>
                </a:lnTo>
                <a:lnTo>
                  <a:pt x="19812" y="19575"/>
                </a:lnTo>
                <a:lnTo>
                  <a:pt x="5306" y="41126"/>
                </a:lnTo>
                <a:lnTo>
                  <a:pt x="0" y="67563"/>
                </a:lnTo>
                <a:lnTo>
                  <a:pt x="0" y="443991"/>
                </a:lnTo>
                <a:lnTo>
                  <a:pt x="5311" y="470712"/>
                </a:lnTo>
                <a:lnTo>
                  <a:pt x="19847" y="492442"/>
                </a:lnTo>
                <a:lnTo>
                  <a:pt x="41421" y="507047"/>
                </a:lnTo>
                <a:lnTo>
                  <a:pt x="67845" y="512390"/>
                </a:lnTo>
                <a:lnTo>
                  <a:pt x="94284" y="507047"/>
                </a:lnTo>
                <a:lnTo>
                  <a:pt x="115930" y="492442"/>
                </a:lnTo>
                <a:lnTo>
                  <a:pt x="130656" y="470712"/>
                </a:lnTo>
                <a:lnTo>
                  <a:pt x="136334" y="443991"/>
                </a:lnTo>
                <a:lnTo>
                  <a:pt x="136334" y="67563"/>
                </a:lnTo>
                <a:lnTo>
                  <a:pt x="130652" y="41126"/>
                </a:lnTo>
                <a:lnTo>
                  <a:pt x="115895" y="19575"/>
                </a:lnTo>
                <a:lnTo>
                  <a:pt x="94166" y="5127"/>
                </a:lnTo>
                <a:lnTo>
                  <a:pt x="67563" y="0"/>
                </a:lnTo>
                <a:close/>
              </a:path>
            </a:pathLst>
          </a:custGeom>
          <a:solidFill>
            <a:srgbClr val="22B14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 txBox="1"/>
          <p:nvPr/>
        </p:nvSpPr>
        <p:spPr>
          <a:xfrm>
            <a:off x="2532335" y="8936729"/>
            <a:ext cx="116205" cy="26225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775"/>
              </a:lnSpc>
            </a:pPr>
            <a:r>
              <a:rPr dirty="0" sz="700" spc="-10">
                <a:solidFill>
                  <a:srgbClr val="FFFFFF"/>
                </a:solidFill>
                <a:latin typeface="Segoe UI Symbol"/>
                <a:cs typeface="Segoe UI Symbol"/>
              </a:rPr>
              <a:t>AFTER</a:t>
            </a:r>
            <a:endParaRPr sz="700">
              <a:latin typeface="Segoe UI Symbol"/>
              <a:cs typeface="Segoe UI Symbol"/>
            </a:endParaRPr>
          </a:p>
        </p:txBody>
      </p:sp>
      <p:grpSp>
        <p:nvGrpSpPr>
          <p:cNvPr id="115" name="object 115"/>
          <p:cNvGrpSpPr/>
          <p:nvPr/>
        </p:nvGrpSpPr>
        <p:grpSpPr>
          <a:xfrm>
            <a:off x="2031238" y="8630793"/>
            <a:ext cx="513080" cy="814705"/>
            <a:chOff x="2031238" y="8630793"/>
            <a:chExt cx="513080" cy="814705"/>
          </a:xfrm>
        </p:grpSpPr>
        <p:pic>
          <p:nvPicPr>
            <p:cNvPr id="116" name="object 116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048129" y="8630793"/>
              <a:ext cx="452437" cy="361950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031238" y="8992743"/>
              <a:ext cx="512762" cy="452437"/>
            </a:xfrm>
            <a:prstGeom prst="rect">
              <a:avLst/>
            </a:prstGeom>
          </p:spPr>
        </p:pic>
      </p:grpSp>
      <p:grpSp>
        <p:nvGrpSpPr>
          <p:cNvPr id="118" name="object 118"/>
          <p:cNvGrpSpPr/>
          <p:nvPr/>
        </p:nvGrpSpPr>
        <p:grpSpPr>
          <a:xfrm>
            <a:off x="2453513" y="2156714"/>
            <a:ext cx="2287905" cy="2402205"/>
            <a:chOff x="2453513" y="2156714"/>
            <a:chExt cx="2287905" cy="2402205"/>
          </a:xfrm>
        </p:grpSpPr>
        <p:pic>
          <p:nvPicPr>
            <p:cNvPr id="119" name="object 119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611752" y="2156714"/>
              <a:ext cx="536892" cy="550163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2553652" y="2404046"/>
              <a:ext cx="545337" cy="565848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4177601" y="3159315"/>
              <a:ext cx="563435" cy="585152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479038" y="3994213"/>
              <a:ext cx="542925" cy="564641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2453513" y="3488690"/>
              <a:ext cx="499491" cy="51879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64486" y="2594239"/>
            <a:ext cx="426720" cy="203644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3210"/>
              </a:lnSpc>
            </a:pPr>
            <a:r>
              <a:rPr dirty="0" sz="2850" spc="-25" b="1">
                <a:latin typeface="Arial"/>
                <a:cs typeface="Arial"/>
              </a:rPr>
              <a:t>RESEARCH</a:t>
            </a:r>
            <a:endParaRPr sz="28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64486" y="4765939"/>
            <a:ext cx="426720" cy="333375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3210"/>
              </a:lnSpc>
            </a:pPr>
            <a:r>
              <a:rPr dirty="0" sz="2850" b="1">
                <a:latin typeface="Arial"/>
                <a:cs typeface="Arial"/>
              </a:rPr>
              <a:t>AND</a:t>
            </a:r>
            <a:r>
              <a:rPr dirty="0" sz="2850" spc="-145" b="1">
                <a:latin typeface="Arial"/>
                <a:cs typeface="Arial"/>
              </a:rPr>
              <a:t> </a:t>
            </a:r>
            <a:r>
              <a:rPr dirty="0" sz="2850" spc="-30" b="1">
                <a:latin typeface="Arial"/>
                <a:cs typeface="Arial"/>
              </a:rPr>
              <a:t>REFERENCES</a:t>
            </a:r>
            <a:endParaRPr sz="28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34880" y="9532620"/>
            <a:ext cx="162560" cy="9842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080"/>
              </a:lnSpc>
            </a:pPr>
            <a:r>
              <a:rPr dirty="0" sz="950" spc="5" b="1">
                <a:solidFill>
                  <a:srgbClr val="FFFFFF"/>
                </a:solidFill>
                <a:latin typeface="Segoe UI Symbol"/>
                <a:cs typeface="Segoe UI Symbol"/>
              </a:rPr>
              <a:t>6</a:t>
            </a:r>
            <a:endParaRPr sz="950">
              <a:latin typeface="Segoe UI Symbol"/>
              <a:cs typeface="Segoe UI 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34880" y="4369805"/>
            <a:ext cx="162560" cy="154622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080"/>
              </a:lnSpc>
            </a:pPr>
            <a:r>
              <a:rPr dirty="0" sz="950">
                <a:solidFill>
                  <a:srgbClr val="FFFFFF"/>
                </a:solidFill>
                <a:latin typeface="Segoe UI Symbol"/>
                <a:cs typeface="Segoe UI Symbol"/>
              </a:rPr>
              <a:t>@SIH</a:t>
            </a:r>
            <a:r>
              <a:rPr dirty="0" sz="950" spc="27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950" spc="110">
                <a:solidFill>
                  <a:srgbClr val="FFFFFF"/>
                </a:solidFill>
                <a:latin typeface="Segoe UI Symbol"/>
                <a:cs typeface="Segoe UI Symbol"/>
              </a:rPr>
              <a:t>Idea</a:t>
            </a:r>
            <a:r>
              <a:rPr dirty="0" sz="950" spc="27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950" spc="95">
                <a:solidFill>
                  <a:srgbClr val="FFFFFF"/>
                </a:solidFill>
                <a:latin typeface="Segoe UI Symbol"/>
                <a:cs typeface="Segoe UI Symbol"/>
              </a:rPr>
              <a:t>submission-</a:t>
            </a:r>
            <a:endParaRPr sz="950">
              <a:latin typeface="Segoe UI Symbol"/>
              <a:cs typeface="Segoe UI 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34880" y="5962385"/>
            <a:ext cx="162560" cy="60515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080"/>
              </a:lnSpc>
            </a:pPr>
            <a:r>
              <a:rPr dirty="0" sz="950" spc="65">
                <a:solidFill>
                  <a:srgbClr val="FFFFFF"/>
                </a:solidFill>
                <a:latin typeface="Segoe UI Symbol"/>
                <a:cs typeface="Segoe UI Symbol"/>
              </a:rPr>
              <a:t>Template</a:t>
            </a:r>
            <a:endParaRPr sz="950">
              <a:latin typeface="Segoe UI Symbol"/>
              <a:cs typeface="Segoe UI Symbo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804245" y="772610"/>
            <a:ext cx="499109" cy="1739900"/>
          </a:xfrm>
          <a:custGeom>
            <a:avLst/>
            <a:gdLst/>
            <a:ahLst/>
            <a:cxnLst/>
            <a:rect l="l" t="t" r="r" b="b"/>
            <a:pathLst>
              <a:path w="499110" h="1739900">
                <a:moveTo>
                  <a:pt x="296989" y="1727200"/>
                </a:moveTo>
                <a:lnTo>
                  <a:pt x="201917" y="1727200"/>
                </a:lnTo>
                <a:lnTo>
                  <a:pt x="207839" y="1739900"/>
                </a:lnTo>
                <a:lnTo>
                  <a:pt x="291067" y="1739900"/>
                </a:lnTo>
                <a:lnTo>
                  <a:pt x="296989" y="1727200"/>
                </a:lnTo>
                <a:close/>
              </a:path>
              <a:path w="499110" h="1739900">
                <a:moveTo>
                  <a:pt x="222951" y="1714500"/>
                </a:moveTo>
                <a:lnTo>
                  <a:pt x="182592" y="1714500"/>
                </a:lnTo>
                <a:lnTo>
                  <a:pt x="189179" y="1727200"/>
                </a:lnTo>
                <a:lnTo>
                  <a:pt x="225957" y="1727200"/>
                </a:lnTo>
                <a:lnTo>
                  <a:pt x="222951" y="1714500"/>
                </a:lnTo>
                <a:close/>
              </a:path>
              <a:path w="499110" h="1739900">
                <a:moveTo>
                  <a:pt x="316313" y="1714500"/>
                </a:moveTo>
                <a:lnTo>
                  <a:pt x="275955" y="1714500"/>
                </a:lnTo>
                <a:lnTo>
                  <a:pt x="272949" y="1727200"/>
                </a:lnTo>
                <a:lnTo>
                  <a:pt x="310170" y="1727200"/>
                </a:lnTo>
                <a:lnTo>
                  <a:pt x="316313" y="1714500"/>
                </a:lnTo>
                <a:close/>
              </a:path>
              <a:path w="499110" h="1739900">
                <a:moveTo>
                  <a:pt x="201565" y="1701800"/>
                </a:moveTo>
                <a:lnTo>
                  <a:pt x="170609" y="1701800"/>
                </a:lnTo>
                <a:lnTo>
                  <a:pt x="176550" y="1714500"/>
                </a:lnTo>
                <a:lnTo>
                  <a:pt x="207387" y="1714500"/>
                </a:lnTo>
                <a:lnTo>
                  <a:pt x="201565" y="1701800"/>
                </a:lnTo>
                <a:close/>
              </a:path>
              <a:path w="499110" h="1739900">
                <a:moveTo>
                  <a:pt x="328006" y="1701800"/>
                </a:moveTo>
                <a:lnTo>
                  <a:pt x="297341" y="1701800"/>
                </a:lnTo>
                <a:lnTo>
                  <a:pt x="291519" y="1714500"/>
                </a:lnTo>
                <a:lnTo>
                  <a:pt x="322025" y="1714500"/>
                </a:lnTo>
                <a:lnTo>
                  <a:pt x="328006" y="1701800"/>
                </a:lnTo>
                <a:close/>
              </a:path>
              <a:path w="499110" h="1739900">
                <a:moveTo>
                  <a:pt x="175002" y="1676400"/>
                </a:moveTo>
                <a:lnTo>
                  <a:pt x="153335" y="1676400"/>
                </a:lnTo>
                <a:lnTo>
                  <a:pt x="158996" y="1689100"/>
                </a:lnTo>
                <a:lnTo>
                  <a:pt x="164757" y="1701800"/>
                </a:lnTo>
                <a:lnTo>
                  <a:pt x="191230" y="1701800"/>
                </a:lnTo>
                <a:lnTo>
                  <a:pt x="185578" y="1689100"/>
                </a:lnTo>
                <a:lnTo>
                  <a:pt x="180531" y="1689100"/>
                </a:lnTo>
                <a:lnTo>
                  <a:pt x="175002" y="1676400"/>
                </a:lnTo>
                <a:close/>
              </a:path>
              <a:path w="499110" h="1739900">
                <a:moveTo>
                  <a:pt x="345380" y="1676400"/>
                </a:moveTo>
                <a:lnTo>
                  <a:pt x="323904" y="1676400"/>
                </a:lnTo>
                <a:lnTo>
                  <a:pt x="318375" y="1689100"/>
                </a:lnTo>
                <a:lnTo>
                  <a:pt x="313328" y="1689100"/>
                </a:lnTo>
                <a:lnTo>
                  <a:pt x="307676" y="1701800"/>
                </a:lnTo>
                <a:lnTo>
                  <a:pt x="333898" y="1701800"/>
                </a:lnTo>
                <a:lnTo>
                  <a:pt x="339910" y="1689100"/>
                </a:lnTo>
                <a:lnTo>
                  <a:pt x="345380" y="1676400"/>
                </a:lnTo>
                <a:close/>
              </a:path>
              <a:path w="499110" h="1739900">
                <a:moveTo>
                  <a:pt x="159378" y="1651000"/>
                </a:moveTo>
                <a:lnTo>
                  <a:pt x="136856" y="1651000"/>
                </a:lnTo>
                <a:lnTo>
                  <a:pt x="142265" y="1663700"/>
                </a:lnTo>
                <a:lnTo>
                  <a:pt x="147755" y="1676400"/>
                </a:lnTo>
                <a:lnTo>
                  <a:pt x="169955" y="1676400"/>
                </a:lnTo>
                <a:lnTo>
                  <a:pt x="164546" y="1663700"/>
                </a:lnTo>
                <a:lnTo>
                  <a:pt x="164716" y="1663700"/>
                </a:lnTo>
                <a:lnTo>
                  <a:pt x="159378" y="1651000"/>
                </a:lnTo>
                <a:close/>
              </a:path>
              <a:path w="499110" h="1739900">
                <a:moveTo>
                  <a:pt x="361919" y="1651000"/>
                </a:moveTo>
                <a:lnTo>
                  <a:pt x="339528" y="1651000"/>
                </a:lnTo>
                <a:lnTo>
                  <a:pt x="334190" y="1663700"/>
                </a:lnTo>
                <a:lnTo>
                  <a:pt x="334360" y="1663700"/>
                </a:lnTo>
                <a:lnTo>
                  <a:pt x="328951" y="1676400"/>
                </a:lnTo>
                <a:lnTo>
                  <a:pt x="350981" y="1676400"/>
                </a:lnTo>
                <a:lnTo>
                  <a:pt x="356490" y="1663700"/>
                </a:lnTo>
                <a:lnTo>
                  <a:pt x="361919" y="1651000"/>
                </a:lnTo>
                <a:close/>
              </a:path>
              <a:path w="499110" h="1739900">
                <a:moveTo>
                  <a:pt x="164716" y="88900"/>
                </a:moveTo>
                <a:lnTo>
                  <a:pt x="136997" y="88900"/>
                </a:lnTo>
                <a:lnTo>
                  <a:pt x="131537" y="101600"/>
                </a:lnTo>
                <a:lnTo>
                  <a:pt x="126300" y="114300"/>
                </a:lnTo>
                <a:lnTo>
                  <a:pt x="121151" y="127000"/>
                </a:lnTo>
                <a:lnTo>
                  <a:pt x="116094" y="139700"/>
                </a:lnTo>
                <a:lnTo>
                  <a:pt x="111118" y="152400"/>
                </a:lnTo>
                <a:lnTo>
                  <a:pt x="106231" y="152400"/>
                </a:lnTo>
                <a:lnTo>
                  <a:pt x="92095" y="190500"/>
                </a:lnTo>
                <a:lnTo>
                  <a:pt x="83138" y="228600"/>
                </a:lnTo>
                <a:lnTo>
                  <a:pt x="78803" y="241300"/>
                </a:lnTo>
                <a:lnTo>
                  <a:pt x="66367" y="279400"/>
                </a:lnTo>
                <a:lnTo>
                  <a:pt x="54844" y="330200"/>
                </a:lnTo>
                <a:lnTo>
                  <a:pt x="51215" y="342900"/>
                </a:lnTo>
                <a:lnTo>
                  <a:pt x="47696" y="355600"/>
                </a:lnTo>
                <a:lnTo>
                  <a:pt x="44288" y="381000"/>
                </a:lnTo>
                <a:lnTo>
                  <a:pt x="40980" y="393700"/>
                </a:lnTo>
                <a:lnTo>
                  <a:pt x="37792" y="406400"/>
                </a:lnTo>
                <a:lnTo>
                  <a:pt x="34726" y="431800"/>
                </a:lnTo>
                <a:lnTo>
                  <a:pt x="31770" y="444500"/>
                </a:lnTo>
                <a:lnTo>
                  <a:pt x="28925" y="469900"/>
                </a:lnTo>
                <a:lnTo>
                  <a:pt x="26210" y="482600"/>
                </a:lnTo>
                <a:lnTo>
                  <a:pt x="23616" y="495300"/>
                </a:lnTo>
                <a:lnTo>
                  <a:pt x="21142" y="520700"/>
                </a:lnTo>
                <a:lnTo>
                  <a:pt x="18801" y="546100"/>
                </a:lnTo>
                <a:lnTo>
                  <a:pt x="16588" y="558800"/>
                </a:lnTo>
                <a:lnTo>
                  <a:pt x="14497" y="584200"/>
                </a:lnTo>
                <a:lnTo>
                  <a:pt x="12547" y="596900"/>
                </a:lnTo>
                <a:lnTo>
                  <a:pt x="10717" y="622300"/>
                </a:lnTo>
                <a:lnTo>
                  <a:pt x="9028" y="635000"/>
                </a:lnTo>
                <a:lnTo>
                  <a:pt x="7480" y="660400"/>
                </a:lnTo>
                <a:lnTo>
                  <a:pt x="6071" y="685800"/>
                </a:lnTo>
                <a:lnTo>
                  <a:pt x="4795" y="698500"/>
                </a:lnTo>
                <a:lnTo>
                  <a:pt x="3669" y="723900"/>
                </a:lnTo>
                <a:lnTo>
                  <a:pt x="2683" y="749300"/>
                </a:lnTo>
                <a:lnTo>
                  <a:pt x="1849" y="762000"/>
                </a:lnTo>
                <a:lnTo>
                  <a:pt x="1155" y="787400"/>
                </a:lnTo>
                <a:lnTo>
                  <a:pt x="622" y="812800"/>
                </a:lnTo>
                <a:lnTo>
                  <a:pt x="231" y="825500"/>
                </a:lnTo>
                <a:lnTo>
                  <a:pt x="0" y="850900"/>
                </a:lnTo>
                <a:lnTo>
                  <a:pt x="0" y="901700"/>
                </a:lnTo>
                <a:lnTo>
                  <a:pt x="231" y="914400"/>
                </a:lnTo>
                <a:lnTo>
                  <a:pt x="622" y="939800"/>
                </a:lnTo>
                <a:lnTo>
                  <a:pt x="1155" y="965200"/>
                </a:lnTo>
                <a:lnTo>
                  <a:pt x="1849" y="990600"/>
                </a:lnTo>
                <a:lnTo>
                  <a:pt x="2693" y="1003300"/>
                </a:lnTo>
                <a:lnTo>
                  <a:pt x="3669" y="1028700"/>
                </a:lnTo>
                <a:lnTo>
                  <a:pt x="4805" y="1054100"/>
                </a:lnTo>
                <a:lnTo>
                  <a:pt x="6071" y="1066800"/>
                </a:lnTo>
                <a:lnTo>
                  <a:pt x="7490" y="1092200"/>
                </a:lnTo>
                <a:lnTo>
                  <a:pt x="9038" y="1117600"/>
                </a:lnTo>
                <a:lnTo>
                  <a:pt x="10727" y="1130300"/>
                </a:lnTo>
                <a:lnTo>
                  <a:pt x="12547" y="1155700"/>
                </a:lnTo>
                <a:lnTo>
                  <a:pt x="14507" y="1168400"/>
                </a:lnTo>
                <a:lnTo>
                  <a:pt x="16598" y="1193800"/>
                </a:lnTo>
                <a:lnTo>
                  <a:pt x="18811" y="1206500"/>
                </a:lnTo>
                <a:lnTo>
                  <a:pt x="21153" y="1231900"/>
                </a:lnTo>
                <a:lnTo>
                  <a:pt x="23627" y="1244600"/>
                </a:lnTo>
                <a:lnTo>
                  <a:pt x="26220" y="1270000"/>
                </a:lnTo>
                <a:lnTo>
                  <a:pt x="28945" y="1282700"/>
                </a:lnTo>
                <a:lnTo>
                  <a:pt x="31780" y="1308100"/>
                </a:lnTo>
                <a:lnTo>
                  <a:pt x="34737" y="1320800"/>
                </a:lnTo>
                <a:lnTo>
                  <a:pt x="37812" y="1346200"/>
                </a:lnTo>
                <a:lnTo>
                  <a:pt x="41000" y="1358900"/>
                </a:lnTo>
                <a:lnTo>
                  <a:pt x="44297" y="1371600"/>
                </a:lnTo>
                <a:lnTo>
                  <a:pt x="47716" y="1397000"/>
                </a:lnTo>
                <a:lnTo>
                  <a:pt x="51235" y="1409700"/>
                </a:lnTo>
                <a:lnTo>
                  <a:pt x="54875" y="1422400"/>
                </a:lnTo>
                <a:lnTo>
                  <a:pt x="58615" y="1435100"/>
                </a:lnTo>
                <a:lnTo>
                  <a:pt x="62456" y="1460500"/>
                </a:lnTo>
                <a:lnTo>
                  <a:pt x="74590" y="1498600"/>
                </a:lnTo>
                <a:lnTo>
                  <a:pt x="83177" y="1524000"/>
                </a:lnTo>
                <a:lnTo>
                  <a:pt x="87621" y="1549400"/>
                </a:lnTo>
                <a:lnTo>
                  <a:pt x="92156" y="1562100"/>
                </a:lnTo>
                <a:lnTo>
                  <a:pt x="96771" y="1574800"/>
                </a:lnTo>
                <a:lnTo>
                  <a:pt x="101495" y="1587500"/>
                </a:lnTo>
                <a:lnTo>
                  <a:pt x="106302" y="1587500"/>
                </a:lnTo>
                <a:lnTo>
                  <a:pt x="111198" y="1600200"/>
                </a:lnTo>
                <a:lnTo>
                  <a:pt x="116175" y="1612900"/>
                </a:lnTo>
                <a:lnTo>
                  <a:pt x="121253" y="1625600"/>
                </a:lnTo>
                <a:lnTo>
                  <a:pt x="126410" y="1638300"/>
                </a:lnTo>
                <a:lnTo>
                  <a:pt x="131658" y="1651000"/>
                </a:lnTo>
                <a:lnTo>
                  <a:pt x="154401" y="1651000"/>
                </a:lnTo>
                <a:lnTo>
                  <a:pt x="149203" y="1638300"/>
                </a:lnTo>
                <a:lnTo>
                  <a:pt x="144195" y="1625600"/>
                </a:lnTo>
                <a:lnTo>
                  <a:pt x="139249" y="1612900"/>
                </a:lnTo>
                <a:lnTo>
                  <a:pt x="134373" y="1612900"/>
                </a:lnTo>
                <a:lnTo>
                  <a:pt x="129557" y="1600200"/>
                </a:lnTo>
                <a:lnTo>
                  <a:pt x="115562" y="1562100"/>
                </a:lnTo>
                <a:lnTo>
                  <a:pt x="102280" y="1524000"/>
                </a:lnTo>
                <a:lnTo>
                  <a:pt x="89813" y="1485900"/>
                </a:lnTo>
                <a:lnTo>
                  <a:pt x="81950" y="1447800"/>
                </a:lnTo>
                <a:lnTo>
                  <a:pt x="78160" y="1435100"/>
                </a:lnTo>
                <a:lnTo>
                  <a:pt x="74470" y="1422400"/>
                </a:lnTo>
                <a:lnTo>
                  <a:pt x="70881" y="1409700"/>
                </a:lnTo>
                <a:lnTo>
                  <a:pt x="67402" y="1384300"/>
                </a:lnTo>
                <a:lnTo>
                  <a:pt x="64024" y="1371600"/>
                </a:lnTo>
                <a:lnTo>
                  <a:pt x="60766" y="1358900"/>
                </a:lnTo>
                <a:lnTo>
                  <a:pt x="57609" y="1333500"/>
                </a:lnTo>
                <a:lnTo>
                  <a:pt x="54563" y="1320800"/>
                </a:lnTo>
                <a:lnTo>
                  <a:pt x="51638" y="1308100"/>
                </a:lnTo>
                <a:lnTo>
                  <a:pt x="48822" y="1282700"/>
                </a:lnTo>
                <a:lnTo>
                  <a:pt x="46127" y="1270000"/>
                </a:lnTo>
                <a:lnTo>
                  <a:pt x="43554" y="1244600"/>
                </a:lnTo>
                <a:lnTo>
                  <a:pt x="41111" y="1231900"/>
                </a:lnTo>
                <a:lnTo>
                  <a:pt x="38778" y="1206500"/>
                </a:lnTo>
                <a:lnTo>
                  <a:pt x="36586" y="1193800"/>
                </a:lnTo>
                <a:lnTo>
                  <a:pt x="34516" y="1168400"/>
                </a:lnTo>
                <a:lnTo>
                  <a:pt x="32565" y="1155700"/>
                </a:lnTo>
                <a:lnTo>
                  <a:pt x="30755" y="1130300"/>
                </a:lnTo>
                <a:lnTo>
                  <a:pt x="29086" y="1104900"/>
                </a:lnTo>
                <a:lnTo>
                  <a:pt x="27547" y="1092200"/>
                </a:lnTo>
                <a:lnTo>
                  <a:pt x="26140" y="1066800"/>
                </a:lnTo>
                <a:lnTo>
                  <a:pt x="24883" y="1054100"/>
                </a:lnTo>
                <a:lnTo>
                  <a:pt x="23757" y="1028700"/>
                </a:lnTo>
                <a:lnTo>
                  <a:pt x="22782" y="1003300"/>
                </a:lnTo>
                <a:lnTo>
                  <a:pt x="21948" y="990600"/>
                </a:lnTo>
                <a:lnTo>
                  <a:pt x="21263" y="965200"/>
                </a:lnTo>
                <a:lnTo>
                  <a:pt x="20721" y="939800"/>
                </a:lnTo>
                <a:lnTo>
                  <a:pt x="20339" y="914400"/>
                </a:lnTo>
                <a:lnTo>
                  <a:pt x="20107" y="901700"/>
                </a:lnTo>
                <a:lnTo>
                  <a:pt x="20107" y="850900"/>
                </a:lnTo>
                <a:lnTo>
                  <a:pt x="20339" y="825500"/>
                </a:lnTo>
                <a:lnTo>
                  <a:pt x="20721" y="812800"/>
                </a:lnTo>
                <a:lnTo>
                  <a:pt x="21253" y="787400"/>
                </a:lnTo>
                <a:lnTo>
                  <a:pt x="21948" y="762000"/>
                </a:lnTo>
                <a:lnTo>
                  <a:pt x="22772" y="749300"/>
                </a:lnTo>
                <a:lnTo>
                  <a:pt x="23757" y="723900"/>
                </a:lnTo>
                <a:lnTo>
                  <a:pt x="24872" y="698500"/>
                </a:lnTo>
                <a:lnTo>
                  <a:pt x="26140" y="685800"/>
                </a:lnTo>
                <a:lnTo>
                  <a:pt x="27537" y="660400"/>
                </a:lnTo>
                <a:lnTo>
                  <a:pt x="29076" y="635000"/>
                </a:lnTo>
                <a:lnTo>
                  <a:pt x="30755" y="622300"/>
                </a:lnTo>
                <a:lnTo>
                  <a:pt x="32565" y="596900"/>
                </a:lnTo>
                <a:lnTo>
                  <a:pt x="34505" y="584200"/>
                </a:lnTo>
                <a:lnTo>
                  <a:pt x="36575" y="558800"/>
                </a:lnTo>
                <a:lnTo>
                  <a:pt x="38768" y="546100"/>
                </a:lnTo>
                <a:lnTo>
                  <a:pt x="41101" y="520700"/>
                </a:lnTo>
                <a:lnTo>
                  <a:pt x="43544" y="508000"/>
                </a:lnTo>
                <a:lnTo>
                  <a:pt x="46117" y="482600"/>
                </a:lnTo>
                <a:lnTo>
                  <a:pt x="48812" y="469900"/>
                </a:lnTo>
                <a:lnTo>
                  <a:pt x="51617" y="444500"/>
                </a:lnTo>
                <a:lnTo>
                  <a:pt x="54552" y="431800"/>
                </a:lnTo>
                <a:lnTo>
                  <a:pt x="57589" y="419100"/>
                </a:lnTo>
                <a:lnTo>
                  <a:pt x="60746" y="393700"/>
                </a:lnTo>
                <a:lnTo>
                  <a:pt x="64014" y="381000"/>
                </a:lnTo>
                <a:lnTo>
                  <a:pt x="67382" y="368300"/>
                </a:lnTo>
                <a:lnTo>
                  <a:pt x="70860" y="342900"/>
                </a:lnTo>
                <a:lnTo>
                  <a:pt x="74451" y="330200"/>
                </a:lnTo>
                <a:lnTo>
                  <a:pt x="78130" y="317500"/>
                </a:lnTo>
                <a:lnTo>
                  <a:pt x="81921" y="304800"/>
                </a:lnTo>
                <a:lnTo>
                  <a:pt x="85801" y="279400"/>
                </a:lnTo>
                <a:lnTo>
                  <a:pt x="98068" y="241300"/>
                </a:lnTo>
                <a:lnTo>
                  <a:pt x="111108" y="203200"/>
                </a:lnTo>
                <a:lnTo>
                  <a:pt x="124891" y="165100"/>
                </a:lnTo>
                <a:lnTo>
                  <a:pt x="134453" y="139700"/>
                </a:lnTo>
                <a:lnTo>
                  <a:pt x="139350" y="139700"/>
                </a:lnTo>
                <a:lnTo>
                  <a:pt x="144307" y="127000"/>
                </a:lnTo>
                <a:lnTo>
                  <a:pt x="149324" y="114300"/>
                </a:lnTo>
                <a:lnTo>
                  <a:pt x="154401" y="101600"/>
                </a:lnTo>
                <a:lnTo>
                  <a:pt x="159378" y="101600"/>
                </a:lnTo>
                <a:lnTo>
                  <a:pt x="164716" y="88900"/>
                </a:lnTo>
                <a:close/>
              </a:path>
              <a:path w="499110" h="1739900">
                <a:moveTo>
                  <a:pt x="367248" y="101600"/>
                </a:moveTo>
                <a:lnTo>
                  <a:pt x="344505" y="101600"/>
                </a:lnTo>
                <a:lnTo>
                  <a:pt x="349703" y="114300"/>
                </a:lnTo>
                <a:lnTo>
                  <a:pt x="354711" y="127000"/>
                </a:lnTo>
                <a:lnTo>
                  <a:pt x="359657" y="139700"/>
                </a:lnTo>
                <a:lnTo>
                  <a:pt x="364533" y="139700"/>
                </a:lnTo>
                <a:lnTo>
                  <a:pt x="369349" y="152400"/>
                </a:lnTo>
                <a:lnTo>
                  <a:pt x="383344" y="190500"/>
                </a:lnTo>
                <a:lnTo>
                  <a:pt x="396626" y="228600"/>
                </a:lnTo>
                <a:lnTo>
                  <a:pt x="409093" y="266700"/>
                </a:lnTo>
                <a:lnTo>
                  <a:pt x="416966" y="304800"/>
                </a:lnTo>
                <a:lnTo>
                  <a:pt x="420745" y="317500"/>
                </a:lnTo>
                <a:lnTo>
                  <a:pt x="424436" y="330200"/>
                </a:lnTo>
                <a:lnTo>
                  <a:pt x="428025" y="342900"/>
                </a:lnTo>
                <a:lnTo>
                  <a:pt x="431504" y="368300"/>
                </a:lnTo>
                <a:lnTo>
                  <a:pt x="434882" y="381000"/>
                </a:lnTo>
                <a:lnTo>
                  <a:pt x="438150" y="393700"/>
                </a:lnTo>
                <a:lnTo>
                  <a:pt x="441297" y="419100"/>
                </a:lnTo>
                <a:lnTo>
                  <a:pt x="444343" y="431800"/>
                </a:lnTo>
                <a:lnTo>
                  <a:pt x="447268" y="444500"/>
                </a:lnTo>
                <a:lnTo>
                  <a:pt x="450084" y="469900"/>
                </a:lnTo>
                <a:lnTo>
                  <a:pt x="452779" y="482600"/>
                </a:lnTo>
                <a:lnTo>
                  <a:pt x="455352" y="508000"/>
                </a:lnTo>
                <a:lnTo>
                  <a:pt x="457795" y="520700"/>
                </a:lnTo>
                <a:lnTo>
                  <a:pt x="460128" y="546100"/>
                </a:lnTo>
                <a:lnTo>
                  <a:pt x="462320" y="558800"/>
                </a:lnTo>
                <a:lnTo>
                  <a:pt x="464400" y="584200"/>
                </a:lnTo>
                <a:lnTo>
                  <a:pt x="466341" y="596900"/>
                </a:lnTo>
                <a:lnTo>
                  <a:pt x="468151" y="622300"/>
                </a:lnTo>
                <a:lnTo>
                  <a:pt x="469821" y="635000"/>
                </a:lnTo>
                <a:lnTo>
                  <a:pt x="471369" y="660400"/>
                </a:lnTo>
                <a:lnTo>
                  <a:pt x="472766" y="685800"/>
                </a:lnTo>
                <a:lnTo>
                  <a:pt x="474033" y="698500"/>
                </a:lnTo>
                <a:lnTo>
                  <a:pt x="475148" y="723900"/>
                </a:lnTo>
                <a:lnTo>
                  <a:pt x="476124" y="749300"/>
                </a:lnTo>
                <a:lnTo>
                  <a:pt x="476958" y="762000"/>
                </a:lnTo>
                <a:lnTo>
                  <a:pt x="477643" y="787400"/>
                </a:lnTo>
                <a:lnTo>
                  <a:pt x="478185" y="812800"/>
                </a:lnTo>
                <a:lnTo>
                  <a:pt x="478567" y="825500"/>
                </a:lnTo>
                <a:lnTo>
                  <a:pt x="478798" y="850900"/>
                </a:lnTo>
                <a:lnTo>
                  <a:pt x="478798" y="901700"/>
                </a:lnTo>
                <a:lnTo>
                  <a:pt x="478567" y="914400"/>
                </a:lnTo>
                <a:lnTo>
                  <a:pt x="478185" y="939800"/>
                </a:lnTo>
                <a:lnTo>
                  <a:pt x="477653" y="965200"/>
                </a:lnTo>
                <a:lnTo>
                  <a:pt x="476968" y="990600"/>
                </a:lnTo>
                <a:lnTo>
                  <a:pt x="476134" y="1003300"/>
                </a:lnTo>
                <a:lnTo>
                  <a:pt x="475159" y="1028700"/>
                </a:lnTo>
                <a:lnTo>
                  <a:pt x="474033" y="1054100"/>
                </a:lnTo>
                <a:lnTo>
                  <a:pt x="472766" y="1066800"/>
                </a:lnTo>
                <a:lnTo>
                  <a:pt x="471369" y="1092200"/>
                </a:lnTo>
                <a:lnTo>
                  <a:pt x="469830" y="1104900"/>
                </a:lnTo>
                <a:lnTo>
                  <a:pt x="468151" y="1130300"/>
                </a:lnTo>
                <a:lnTo>
                  <a:pt x="466341" y="1155700"/>
                </a:lnTo>
                <a:lnTo>
                  <a:pt x="464400" y="1168400"/>
                </a:lnTo>
                <a:lnTo>
                  <a:pt x="462330" y="1193800"/>
                </a:lnTo>
                <a:lnTo>
                  <a:pt x="460138" y="1206500"/>
                </a:lnTo>
                <a:lnTo>
                  <a:pt x="457805" y="1231900"/>
                </a:lnTo>
                <a:lnTo>
                  <a:pt x="455362" y="1244600"/>
                </a:lnTo>
                <a:lnTo>
                  <a:pt x="452789" y="1270000"/>
                </a:lnTo>
                <a:lnTo>
                  <a:pt x="450094" y="1282700"/>
                </a:lnTo>
                <a:lnTo>
                  <a:pt x="447288" y="1308100"/>
                </a:lnTo>
                <a:lnTo>
                  <a:pt x="444364" y="1320800"/>
                </a:lnTo>
                <a:lnTo>
                  <a:pt x="441317" y="1333500"/>
                </a:lnTo>
                <a:lnTo>
                  <a:pt x="438160" y="1358900"/>
                </a:lnTo>
                <a:lnTo>
                  <a:pt x="434902" y="1371600"/>
                </a:lnTo>
                <a:lnTo>
                  <a:pt x="431524" y="1384300"/>
                </a:lnTo>
                <a:lnTo>
                  <a:pt x="428045" y="1409700"/>
                </a:lnTo>
                <a:lnTo>
                  <a:pt x="424465" y="1422400"/>
                </a:lnTo>
                <a:lnTo>
                  <a:pt x="420776" y="1435100"/>
                </a:lnTo>
                <a:lnTo>
                  <a:pt x="416985" y="1447800"/>
                </a:lnTo>
                <a:lnTo>
                  <a:pt x="413105" y="1473200"/>
                </a:lnTo>
                <a:lnTo>
                  <a:pt x="400838" y="1511300"/>
                </a:lnTo>
                <a:lnTo>
                  <a:pt x="387798" y="1549400"/>
                </a:lnTo>
                <a:lnTo>
                  <a:pt x="374025" y="1587500"/>
                </a:lnTo>
                <a:lnTo>
                  <a:pt x="364453" y="1612900"/>
                </a:lnTo>
                <a:lnTo>
                  <a:pt x="359556" y="1612900"/>
                </a:lnTo>
                <a:lnTo>
                  <a:pt x="354600" y="1625600"/>
                </a:lnTo>
                <a:lnTo>
                  <a:pt x="349582" y="1638300"/>
                </a:lnTo>
                <a:lnTo>
                  <a:pt x="344505" y="1651000"/>
                </a:lnTo>
                <a:lnTo>
                  <a:pt x="367369" y="1651000"/>
                </a:lnTo>
                <a:lnTo>
                  <a:pt x="382812" y="1612900"/>
                </a:lnTo>
                <a:lnTo>
                  <a:pt x="397480" y="1574800"/>
                </a:lnTo>
                <a:lnTo>
                  <a:pt x="402186" y="1574800"/>
                </a:lnTo>
                <a:lnTo>
                  <a:pt x="406811" y="1562100"/>
                </a:lnTo>
                <a:lnTo>
                  <a:pt x="411335" y="1536700"/>
                </a:lnTo>
                <a:lnTo>
                  <a:pt x="415770" y="1524000"/>
                </a:lnTo>
                <a:lnTo>
                  <a:pt x="428498" y="1485900"/>
                </a:lnTo>
                <a:lnTo>
                  <a:pt x="440321" y="1435100"/>
                </a:lnTo>
                <a:lnTo>
                  <a:pt x="444061" y="1422400"/>
                </a:lnTo>
                <a:lnTo>
                  <a:pt x="447691" y="1409700"/>
                </a:lnTo>
                <a:lnTo>
                  <a:pt x="451210" y="1397000"/>
                </a:lnTo>
                <a:lnTo>
                  <a:pt x="454628" y="1371600"/>
                </a:lnTo>
                <a:lnTo>
                  <a:pt x="457926" y="1358900"/>
                </a:lnTo>
                <a:lnTo>
                  <a:pt x="461114" y="1346200"/>
                </a:lnTo>
                <a:lnTo>
                  <a:pt x="464179" y="1320800"/>
                </a:lnTo>
                <a:lnTo>
                  <a:pt x="467136" y="1308100"/>
                </a:lnTo>
                <a:lnTo>
                  <a:pt x="469981" y="1282700"/>
                </a:lnTo>
                <a:lnTo>
                  <a:pt x="472696" y="1270000"/>
                </a:lnTo>
                <a:lnTo>
                  <a:pt x="475289" y="1244600"/>
                </a:lnTo>
                <a:lnTo>
                  <a:pt x="477763" y="1231900"/>
                </a:lnTo>
                <a:lnTo>
                  <a:pt x="480105" y="1206500"/>
                </a:lnTo>
                <a:lnTo>
                  <a:pt x="482318" y="1193800"/>
                </a:lnTo>
                <a:lnTo>
                  <a:pt x="484409" y="1168400"/>
                </a:lnTo>
                <a:lnTo>
                  <a:pt x="486369" y="1155700"/>
                </a:lnTo>
                <a:lnTo>
                  <a:pt x="488189" y="1130300"/>
                </a:lnTo>
                <a:lnTo>
                  <a:pt x="489878" y="1117600"/>
                </a:lnTo>
                <a:lnTo>
                  <a:pt x="491426" y="1092200"/>
                </a:lnTo>
                <a:lnTo>
                  <a:pt x="492834" y="1066800"/>
                </a:lnTo>
                <a:lnTo>
                  <a:pt x="494111" y="1054100"/>
                </a:lnTo>
                <a:lnTo>
                  <a:pt x="495237" y="1028700"/>
                </a:lnTo>
                <a:lnTo>
                  <a:pt x="496223" y="1003300"/>
                </a:lnTo>
                <a:lnTo>
                  <a:pt x="497057" y="990600"/>
                </a:lnTo>
                <a:lnTo>
                  <a:pt x="497751" y="965200"/>
                </a:lnTo>
                <a:lnTo>
                  <a:pt x="498294" y="939800"/>
                </a:lnTo>
                <a:lnTo>
                  <a:pt x="498675" y="914400"/>
                </a:lnTo>
                <a:lnTo>
                  <a:pt x="498906" y="901700"/>
                </a:lnTo>
                <a:lnTo>
                  <a:pt x="498906" y="850900"/>
                </a:lnTo>
                <a:lnTo>
                  <a:pt x="498675" y="825500"/>
                </a:lnTo>
                <a:lnTo>
                  <a:pt x="498284" y="812800"/>
                </a:lnTo>
                <a:lnTo>
                  <a:pt x="497751" y="787400"/>
                </a:lnTo>
                <a:lnTo>
                  <a:pt x="497057" y="762000"/>
                </a:lnTo>
                <a:lnTo>
                  <a:pt x="496223" y="749300"/>
                </a:lnTo>
                <a:lnTo>
                  <a:pt x="495237" y="723900"/>
                </a:lnTo>
                <a:lnTo>
                  <a:pt x="494101" y="698500"/>
                </a:lnTo>
                <a:lnTo>
                  <a:pt x="492834" y="685800"/>
                </a:lnTo>
                <a:lnTo>
                  <a:pt x="491417" y="660400"/>
                </a:lnTo>
                <a:lnTo>
                  <a:pt x="489868" y="635000"/>
                </a:lnTo>
                <a:lnTo>
                  <a:pt x="488179" y="622300"/>
                </a:lnTo>
                <a:lnTo>
                  <a:pt x="486359" y="596900"/>
                </a:lnTo>
                <a:lnTo>
                  <a:pt x="484399" y="584200"/>
                </a:lnTo>
                <a:lnTo>
                  <a:pt x="482318" y="558800"/>
                </a:lnTo>
                <a:lnTo>
                  <a:pt x="480095" y="546100"/>
                </a:lnTo>
                <a:lnTo>
                  <a:pt x="477753" y="520700"/>
                </a:lnTo>
                <a:lnTo>
                  <a:pt x="475279" y="495300"/>
                </a:lnTo>
                <a:lnTo>
                  <a:pt x="472686" y="482600"/>
                </a:lnTo>
                <a:lnTo>
                  <a:pt x="469960" y="469900"/>
                </a:lnTo>
                <a:lnTo>
                  <a:pt x="467126" y="444500"/>
                </a:lnTo>
                <a:lnTo>
                  <a:pt x="464169" y="431800"/>
                </a:lnTo>
                <a:lnTo>
                  <a:pt x="461093" y="406400"/>
                </a:lnTo>
                <a:lnTo>
                  <a:pt x="457906" y="393700"/>
                </a:lnTo>
                <a:lnTo>
                  <a:pt x="454609" y="381000"/>
                </a:lnTo>
                <a:lnTo>
                  <a:pt x="451190" y="355600"/>
                </a:lnTo>
                <a:lnTo>
                  <a:pt x="447671" y="342900"/>
                </a:lnTo>
                <a:lnTo>
                  <a:pt x="444031" y="330200"/>
                </a:lnTo>
                <a:lnTo>
                  <a:pt x="440301" y="304800"/>
                </a:lnTo>
                <a:lnTo>
                  <a:pt x="436450" y="292100"/>
                </a:lnTo>
                <a:lnTo>
                  <a:pt x="432509" y="279400"/>
                </a:lnTo>
                <a:lnTo>
                  <a:pt x="428457" y="266700"/>
                </a:lnTo>
                <a:lnTo>
                  <a:pt x="424315" y="254000"/>
                </a:lnTo>
                <a:lnTo>
                  <a:pt x="420072" y="241300"/>
                </a:lnTo>
                <a:lnTo>
                  <a:pt x="415729" y="215900"/>
                </a:lnTo>
                <a:lnTo>
                  <a:pt x="402136" y="177800"/>
                </a:lnTo>
                <a:lnTo>
                  <a:pt x="392614" y="152400"/>
                </a:lnTo>
                <a:lnTo>
                  <a:pt x="387718" y="152400"/>
                </a:lnTo>
                <a:lnTo>
                  <a:pt x="382731" y="139700"/>
                </a:lnTo>
                <a:lnTo>
                  <a:pt x="377653" y="127000"/>
                </a:lnTo>
                <a:lnTo>
                  <a:pt x="372496" y="114300"/>
                </a:lnTo>
                <a:lnTo>
                  <a:pt x="367248" y="101600"/>
                </a:lnTo>
                <a:close/>
              </a:path>
              <a:path w="499110" h="1739900">
                <a:moveTo>
                  <a:pt x="345570" y="63500"/>
                </a:moveTo>
                <a:lnTo>
                  <a:pt x="318375" y="63500"/>
                </a:lnTo>
                <a:lnTo>
                  <a:pt x="323904" y="76200"/>
                </a:lnTo>
                <a:lnTo>
                  <a:pt x="328951" y="76200"/>
                </a:lnTo>
                <a:lnTo>
                  <a:pt x="334360" y="88900"/>
                </a:lnTo>
                <a:lnTo>
                  <a:pt x="334190" y="88900"/>
                </a:lnTo>
                <a:lnTo>
                  <a:pt x="339528" y="101600"/>
                </a:lnTo>
                <a:lnTo>
                  <a:pt x="362050" y="101600"/>
                </a:lnTo>
                <a:lnTo>
                  <a:pt x="356641" y="88900"/>
                </a:lnTo>
                <a:lnTo>
                  <a:pt x="351151" y="76200"/>
                </a:lnTo>
                <a:lnTo>
                  <a:pt x="345570" y="63500"/>
                </a:lnTo>
                <a:close/>
              </a:path>
              <a:path w="499110" h="1739900">
                <a:moveTo>
                  <a:pt x="180531" y="63500"/>
                </a:moveTo>
                <a:lnTo>
                  <a:pt x="153526" y="63500"/>
                </a:lnTo>
                <a:lnTo>
                  <a:pt x="147927" y="76200"/>
                </a:lnTo>
                <a:lnTo>
                  <a:pt x="142416" y="88900"/>
                </a:lnTo>
                <a:lnTo>
                  <a:pt x="164546" y="88900"/>
                </a:lnTo>
                <a:lnTo>
                  <a:pt x="169955" y="76200"/>
                </a:lnTo>
                <a:lnTo>
                  <a:pt x="175002" y="76200"/>
                </a:lnTo>
                <a:lnTo>
                  <a:pt x="180531" y="63500"/>
                </a:lnTo>
                <a:close/>
              </a:path>
              <a:path w="499110" h="1739900">
                <a:moveTo>
                  <a:pt x="191230" y="50800"/>
                </a:moveTo>
                <a:lnTo>
                  <a:pt x="165008" y="50800"/>
                </a:lnTo>
                <a:lnTo>
                  <a:pt x="158996" y="63500"/>
                </a:lnTo>
                <a:lnTo>
                  <a:pt x="185578" y="63500"/>
                </a:lnTo>
                <a:lnTo>
                  <a:pt x="191230" y="50800"/>
                </a:lnTo>
                <a:close/>
              </a:path>
              <a:path w="499110" h="1739900">
                <a:moveTo>
                  <a:pt x="334149" y="50800"/>
                </a:moveTo>
                <a:lnTo>
                  <a:pt x="307676" y="50800"/>
                </a:lnTo>
                <a:lnTo>
                  <a:pt x="313328" y="63500"/>
                </a:lnTo>
                <a:lnTo>
                  <a:pt x="339910" y="63500"/>
                </a:lnTo>
                <a:lnTo>
                  <a:pt x="334149" y="50800"/>
                </a:lnTo>
                <a:close/>
              </a:path>
              <a:path w="499110" h="1739900">
                <a:moveTo>
                  <a:pt x="207387" y="38100"/>
                </a:moveTo>
                <a:lnTo>
                  <a:pt x="176550" y="38100"/>
                </a:lnTo>
                <a:lnTo>
                  <a:pt x="170900" y="50800"/>
                </a:lnTo>
                <a:lnTo>
                  <a:pt x="201565" y="50800"/>
                </a:lnTo>
                <a:lnTo>
                  <a:pt x="207387" y="38100"/>
                </a:lnTo>
                <a:close/>
              </a:path>
              <a:path w="499110" h="1739900">
                <a:moveTo>
                  <a:pt x="322356" y="38100"/>
                </a:moveTo>
                <a:lnTo>
                  <a:pt x="291519" y="38100"/>
                </a:lnTo>
                <a:lnTo>
                  <a:pt x="297341" y="50800"/>
                </a:lnTo>
                <a:lnTo>
                  <a:pt x="328006" y="50800"/>
                </a:lnTo>
                <a:lnTo>
                  <a:pt x="322356" y="38100"/>
                </a:lnTo>
                <a:close/>
              </a:path>
              <a:path w="499110" h="1739900">
                <a:moveTo>
                  <a:pt x="223473" y="25400"/>
                </a:moveTo>
                <a:lnTo>
                  <a:pt x="188746" y="25400"/>
                </a:lnTo>
                <a:lnTo>
                  <a:pt x="182592" y="38100"/>
                </a:lnTo>
                <a:lnTo>
                  <a:pt x="217501" y="38100"/>
                </a:lnTo>
                <a:lnTo>
                  <a:pt x="223473" y="25400"/>
                </a:lnTo>
                <a:close/>
              </a:path>
              <a:path w="499110" h="1739900">
                <a:moveTo>
                  <a:pt x="310170" y="25400"/>
                </a:moveTo>
                <a:lnTo>
                  <a:pt x="275443" y="25400"/>
                </a:lnTo>
                <a:lnTo>
                  <a:pt x="281405" y="38100"/>
                </a:lnTo>
                <a:lnTo>
                  <a:pt x="316313" y="38100"/>
                </a:lnTo>
                <a:lnTo>
                  <a:pt x="310170" y="25400"/>
                </a:lnTo>
                <a:close/>
              </a:path>
              <a:path w="499110" h="1739900">
                <a:moveTo>
                  <a:pt x="291067" y="12700"/>
                </a:moveTo>
                <a:lnTo>
                  <a:pt x="207839" y="12700"/>
                </a:lnTo>
                <a:lnTo>
                  <a:pt x="201917" y="25400"/>
                </a:lnTo>
                <a:lnTo>
                  <a:pt x="296989" y="25400"/>
                </a:lnTo>
                <a:lnTo>
                  <a:pt x="291067" y="12700"/>
                </a:lnTo>
                <a:close/>
              </a:path>
              <a:path w="499110" h="1739900">
                <a:moveTo>
                  <a:pt x="259849" y="0"/>
                </a:moveTo>
                <a:lnTo>
                  <a:pt x="238615" y="0"/>
                </a:lnTo>
                <a:lnTo>
                  <a:pt x="235116" y="12700"/>
                </a:lnTo>
                <a:lnTo>
                  <a:pt x="263358" y="12700"/>
                </a:lnTo>
                <a:lnTo>
                  <a:pt x="259849" y="0"/>
                </a:lnTo>
                <a:close/>
              </a:path>
            </a:pathLst>
          </a:custGeom>
          <a:solidFill>
            <a:srgbClr val="8064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934857" y="1179427"/>
            <a:ext cx="206375" cy="92583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 sz="1400" spc="-40">
                <a:latin typeface="Segoe UI Symbol"/>
                <a:cs typeface="Segoe UI Symbol"/>
              </a:rPr>
              <a:t>Impactverse</a:t>
            </a:r>
            <a:endParaRPr sz="1400">
              <a:latin typeface="Segoe UI Symbol"/>
              <a:cs typeface="Segoe UI Symbo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098808" y="3701364"/>
            <a:ext cx="3393440" cy="6342380"/>
            <a:chOff x="3098808" y="3701364"/>
            <a:chExt cx="3393440" cy="634238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50738" y="8262810"/>
              <a:ext cx="840930" cy="178079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108642" y="3704653"/>
              <a:ext cx="2545080" cy="2653665"/>
            </a:xfrm>
            <a:custGeom>
              <a:avLst/>
              <a:gdLst/>
              <a:ahLst/>
              <a:cxnLst/>
              <a:rect l="l" t="t" r="r" b="b"/>
              <a:pathLst>
                <a:path w="2545079" h="2653665">
                  <a:moveTo>
                    <a:pt x="2444369" y="0"/>
                  </a:moveTo>
                  <a:lnTo>
                    <a:pt x="100139" y="0"/>
                  </a:lnTo>
                  <a:lnTo>
                    <a:pt x="61351" y="7569"/>
                  </a:lnTo>
                  <a:lnTo>
                    <a:pt x="29555" y="28959"/>
                  </a:lnTo>
                  <a:lnTo>
                    <a:pt x="8016" y="60905"/>
                  </a:lnTo>
                  <a:lnTo>
                    <a:pt x="0" y="100139"/>
                  </a:lnTo>
                  <a:lnTo>
                    <a:pt x="0" y="2552954"/>
                  </a:lnTo>
                  <a:lnTo>
                    <a:pt x="8016" y="2592183"/>
                  </a:lnTo>
                  <a:lnTo>
                    <a:pt x="29555" y="2624129"/>
                  </a:lnTo>
                  <a:lnTo>
                    <a:pt x="61351" y="2645522"/>
                  </a:lnTo>
                  <a:lnTo>
                    <a:pt x="100139" y="2653093"/>
                  </a:lnTo>
                  <a:lnTo>
                    <a:pt x="2444369" y="2653093"/>
                  </a:lnTo>
                  <a:lnTo>
                    <a:pt x="2483263" y="2645522"/>
                  </a:lnTo>
                  <a:lnTo>
                    <a:pt x="2515096" y="2624129"/>
                  </a:lnTo>
                  <a:lnTo>
                    <a:pt x="2536599" y="2592183"/>
                  </a:lnTo>
                  <a:lnTo>
                    <a:pt x="2544508" y="2552954"/>
                  </a:lnTo>
                  <a:lnTo>
                    <a:pt x="2544508" y="100139"/>
                  </a:lnTo>
                  <a:lnTo>
                    <a:pt x="2536599" y="60905"/>
                  </a:lnTo>
                  <a:lnTo>
                    <a:pt x="2515096" y="28959"/>
                  </a:lnTo>
                  <a:lnTo>
                    <a:pt x="2483263" y="7569"/>
                  </a:lnTo>
                  <a:lnTo>
                    <a:pt x="2444369" y="0"/>
                  </a:lnTo>
                  <a:close/>
                </a:path>
              </a:pathLst>
            </a:custGeom>
            <a:solidFill>
              <a:srgbClr val="EFFB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098800" y="3701364"/>
              <a:ext cx="2564765" cy="2671445"/>
            </a:xfrm>
            <a:custGeom>
              <a:avLst/>
              <a:gdLst/>
              <a:ahLst/>
              <a:cxnLst/>
              <a:rect l="l" t="t" r="r" b="b"/>
              <a:pathLst>
                <a:path w="2564765" h="2671445">
                  <a:moveTo>
                    <a:pt x="2564371" y="114300"/>
                  </a:moveTo>
                  <a:lnTo>
                    <a:pt x="2564244" y="101600"/>
                  </a:lnTo>
                  <a:lnTo>
                    <a:pt x="2563825" y="101600"/>
                  </a:lnTo>
                  <a:lnTo>
                    <a:pt x="2563126" y="88900"/>
                  </a:lnTo>
                  <a:lnTo>
                    <a:pt x="2562072" y="88900"/>
                  </a:lnTo>
                  <a:lnTo>
                    <a:pt x="2560955" y="76200"/>
                  </a:lnTo>
                  <a:lnTo>
                    <a:pt x="2557742" y="76200"/>
                  </a:lnTo>
                  <a:lnTo>
                    <a:pt x="2555773" y="63500"/>
                  </a:lnTo>
                  <a:lnTo>
                    <a:pt x="2553576" y="63500"/>
                  </a:lnTo>
                  <a:lnTo>
                    <a:pt x="2551138" y="50800"/>
                  </a:lnTo>
                  <a:lnTo>
                    <a:pt x="2545613" y="50800"/>
                  </a:lnTo>
                  <a:lnTo>
                    <a:pt x="2544165" y="44818"/>
                  </a:lnTo>
                  <a:lnTo>
                    <a:pt x="2544165" y="101600"/>
                  </a:lnTo>
                  <a:lnTo>
                    <a:pt x="2544127" y="2565400"/>
                  </a:lnTo>
                  <a:lnTo>
                    <a:pt x="2543772" y="2578100"/>
                  </a:lnTo>
                  <a:lnTo>
                    <a:pt x="2542375" y="2578100"/>
                  </a:lnTo>
                  <a:lnTo>
                    <a:pt x="2541359" y="2590800"/>
                  </a:lnTo>
                  <a:lnTo>
                    <a:pt x="2538857" y="2590800"/>
                  </a:lnTo>
                  <a:lnTo>
                    <a:pt x="2537066" y="2603500"/>
                  </a:lnTo>
                  <a:lnTo>
                    <a:pt x="2533472" y="2603500"/>
                  </a:lnTo>
                  <a:lnTo>
                    <a:pt x="2531046" y="2616200"/>
                  </a:lnTo>
                  <a:lnTo>
                    <a:pt x="2531300" y="2603500"/>
                  </a:lnTo>
                  <a:lnTo>
                    <a:pt x="2528684" y="2616200"/>
                  </a:lnTo>
                  <a:lnTo>
                    <a:pt x="2525191" y="2616200"/>
                  </a:lnTo>
                  <a:lnTo>
                    <a:pt x="2530221" y="2592438"/>
                  </a:lnTo>
                  <a:lnTo>
                    <a:pt x="2530221" y="93776"/>
                  </a:lnTo>
                  <a:lnTo>
                    <a:pt x="2523769" y="63754"/>
                  </a:lnTo>
                  <a:lnTo>
                    <a:pt x="2521115" y="59893"/>
                  </a:lnTo>
                  <a:lnTo>
                    <a:pt x="2521115" y="2626855"/>
                  </a:lnTo>
                  <a:lnTo>
                    <a:pt x="2520607" y="2628900"/>
                  </a:lnTo>
                  <a:lnTo>
                    <a:pt x="2519718" y="2628900"/>
                  </a:lnTo>
                  <a:lnTo>
                    <a:pt x="2521115" y="2626855"/>
                  </a:lnTo>
                  <a:lnTo>
                    <a:pt x="2521115" y="59893"/>
                  </a:lnTo>
                  <a:lnTo>
                    <a:pt x="2506916" y="39166"/>
                  </a:lnTo>
                  <a:lnTo>
                    <a:pt x="2505316" y="38100"/>
                  </a:lnTo>
                  <a:lnTo>
                    <a:pt x="2514447" y="38100"/>
                  </a:lnTo>
                  <a:lnTo>
                    <a:pt x="2517940" y="50800"/>
                  </a:lnTo>
                  <a:lnTo>
                    <a:pt x="2526157" y="50800"/>
                  </a:lnTo>
                  <a:lnTo>
                    <a:pt x="2528963" y="63500"/>
                  </a:lnTo>
                  <a:lnTo>
                    <a:pt x="2533243" y="63500"/>
                  </a:lnTo>
                  <a:lnTo>
                    <a:pt x="2535453" y="76200"/>
                  </a:lnTo>
                  <a:lnTo>
                    <a:pt x="2538692" y="76200"/>
                  </a:lnTo>
                  <a:lnTo>
                    <a:pt x="2540266" y="88900"/>
                  </a:lnTo>
                  <a:lnTo>
                    <a:pt x="2540127" y="76200"/>
                  </a:lnTo>
                  <a:lnTo>
                    <a:pt x="2541473" y="88900"/>
                  </a:lnTo>
                  <a:lnTo>
                    <a:pt x="2542476" y="88900"/>
                  </a:lnTo>
                  <a:lnTo>
                    <a:pt x="2543251" y="101600"/>
                  </a:lnTo>
                  <a:lnTo>
                    <a:pt x="2544165" y="101600"/>
                  </a:lnTo>
                  <a:lnTo>
                    <a:pt x="2544165" y="44818"/>
                  </a:lnTo>
                  <a:lnTo>
                    <a:pt x="2542540" y="38100"/>
                  </a:lnTo>
                  <a:lnTo>
                    <a:pt x="2535809" y="38100"/>
                  </a:lnTo>
                  <a:lnTo>
                    <a:pt x="2532151" y="25400"/>
                  </a:lnTo>
                  <a:lnTo>
                    <a:pt x="2520162" y="25400"/>
                  </a:lnTo>
                  <a:lnTo>
                    <a:pt x="2515832" y="12700"/>
                  </a:lnTo>
                  <a:lnTo>
                    <a:pt x="2499664" y="12700"/>
                  </a:lnTo>
                  <a:lnTo>
                    <a:pt x="2499664" y="34328"/>
                  </a:lnTo>
                  <a:lnTo>
                    <a:pt x="2486317" y="25400"/>
                  </a:lnTo>
                  <a:lnTo>
                    <a:pt x="2496705" y="25400"/>
                  </a:lnTo>
                  <a:lnTo>
                    <a:pt x="2499664" y="34328"/>
                  </a:lnTo>
                  <a:lnTo>
                    <a:pt x="2499664" y="12700"/>
                  </a:lnTo>
                  <a:lnTo>
                    <a:pt x="2497074" y="12700"/>
                  </a:lnTo>
                  <a:lnTo>
                    <a:pt x="2491600" y="0"/>
                  </a:lnTo>
                  <a:lnTo>
                    <a:pt x="2290610" y="0"/>
                  </a:lnTo>
                  <a:lnTo>
                    <a:pt x="2290610" y="25400"/>
                  </a:lnTo>
                  <a:lnTo>
                    <a:pt x="2270023" y="39166"/>
                  </a:lnTo>
                  <a:lnTo>
                    <a:pt x="2253157" y="63754"/>
                  </a:lnTo>
                  <a:lnTo>
                    <a:pt x="2246693" y="93776"/>
                  </a:lnTo>
                  <a:lnTo>
                    <a:pt x="2246693" y="2592438"/>
                  </a:lnTo>
                  <a:lnTo>
                    <a:pt x="2253157" y="2622931"/>
                  </a:lnTo>
                  <a:lnTo>
                    <a:pt x="2270023" y="2647810"/>
                  </a:lnTo>
                  <a:lnTo>
                    <a:pt x="2279599" y="2654300"/>
                  </a:lnTo>
                  <a:lnTo>
                    <a:pt x="83896" y="2654300"/>
                  </a:lnTo>
                  <a:lnTo>
                    <a:pt x="79222" y="2641600"/>
                  </a:lnTo>
                  <a:lnTo>
                    <a:pt x="60198" y="2641600"/>
                  </a:lnTo>
                  <a:lnTo>
                    <a:pt x="56261" y="2628900"/>
                  </a:lnTo>
                  <a:lnTo>
                    <a:pt x="56642" y="2641600"/>
                  </a:lnTo>
                  <a:lnTo>
                    <a:pt x="52844" y="2628900"/>
                  </a:lnTo>
                  <a:lnTo>
                    <a:pt x="43764" y="2628900"/>
                  </a:lnTo>
                  <a:lnTo>
                    <a:pt x="40601" y="2616200"/>
                  </a:lnTo>
                  <a:lnTo>
                    <a:pt x="35687" y="2616200"/>
                  </a:lnTo>
                  <a:lnTo>
                    <a:pt x="33070" y="2603500"/>
                  </a:lnTo>
                  <a:lnTo>
                    <a:pt x="33324" y="2616200"/>
                  </a:lnTo>
                  <a:lnTo>
                    <a:pt x="30899" y="2603500"/>
                  </a:lnTo>
                  <a:lnTo>
                    <a:pt x="27305" y="2603500"/>
                  </a:lnTo>
                  <a:lnTo>
                    <a:pt x="25514" y="2590800"/>
                  </a:lnTo>
                  <a:lnTo>
                    <a:pt x="22898" y="2590800"/>
                  </a:lnTo>
                  <a:lnTo>
                    <a:pt x="21907" y="2578100"/>
                  </a:lnTo>
                  <a:lnTo>
                    <a:pt x="20548" y="2578100"/>
                  </a:lnTo>
                  <a:lnTo>
                    <a:pt x="20218" y="2565400"/>
                  </a:lnTo>
                  <a:lnTo>
                    <a:pt x="20243" y="101600"/>
                  </a:lnTo>
                  <a:lnTo>
                    <a:pt x="21183" y="101600"/>
                  </a:lnTo>
                  <a:lnTo>
                    <a:pt x="21996" y="88900"/>
                  </a:lnTo>
                  <a:lnTo>
                    <a:pt x="23012" y="88900"/>
                  </a:lnTo>
                  <a:lnTo>
                    <a:pt x="24244" y="76200"/>
                  </a:lnTo>
                  <a:lnTo>
                    <a:pt x="24104" y="88900"/>
                  </a:lnTo>
                  <a:lnTo>
                    <a:pt x="25679" y="76200"/>
                  </a:lnTo>
                  <a:lnTo>
                    <a:pt x="28917" y="76200"/>
                  </a:lnTo>
                  <a:lnTo>
                    <a:pt x="31140" y="63500"/>
                  </a:lnTo>
                  <a:lnTo>
                    <a:pt x="35420" y="63500"/>
                  </a:lnTo>
                  <a:lnTo>
                    <a:pt x="38214" y="50800"/>
                  </a:lnTo>
                  <a:lnTo>
                    <a:pt x="46431" y="50800"/>
                  </a:lnTo>
                  <a:lnTo>
                    <a:pt x="49923" y="38100"/>
                  </a:lnTo>
                  <a:lnTo>
                    <a:pt x="63461" y="38100"/>
                  </a:lnTo>
                  <a:lnTo>
                    <a:pt x="67665" y="25400"/>
                  </a:lnTo>
                  <a:lnTo>
                    <a:pt x="2290610" y="25400"/>
                  </a:lnTo>
                  <a:lnTo>
                    <a:pt x="2290610" y="0"/>
                  </a:lnTo>
                  <a:lnTo>
                    <a:pt x="72771" y="0"/>
                  </a:lnTo>
                  <a:lnTo>
                    <a:pt x="67754" y="12700"/>
                  </a:lnTo>
                  <a:lnTo>
                    <a:pt x="48933" y="12700"/>
                  </a:lnTo>
                  <a:lnTo>
                    <a:pt x="44602" y="25400"/>
                  </a:lnTo>
                  <a:lnTo>
                    <a:pt x="32562" y="25400"/>
                  </a:lnTo>
                  <a:lnTo>
                    <a:pt x="28892" y="38100"/>
                  </a:lnTo>
                  <a:lnTo>
                    <a:pt x="22123" y="38100"/>
                  </a:lnTo>
                  <a:lnTo>
                    <a:pt x="18757" y="50800"/>
                  </a:lnTo>
                  <a:lnTo>
                    <a:pt x="13233" y="50800"/>
                  </a:lnTo>
                  <a:lnTo>
                    <a:pt x="11023" y="63500"/>
                  </a:lnTo>
                  <a:lnTo>
                    <a:pt x="8788" y="63500"/>
                  </a:lnTo>
                  <a:lnTo>
                    <a:pt x="6629" y="76200"/>
                  </a:lnTo>
                  <a:lnTo>
                    <a:pt x="3416" y="76200"/>
                  </a:lnTo>
                  <a:lnTo>
                    <a:pt x="2311" y="88900"/>
                  </a:lnTo>
                  <a:lnTo>
                    <a:pt x="1244" y="88900"/>
                  </a:lnTo>
                  <a:lnTo>
                    <a:pt x="558" y="101600"/>
                  </a:lnTo>
                  <a:lnTo>
                    <a:pt x="139" y="101600"/>
                  </a:lnTo>
                  <a:lnTo>
                    <a:pt x="0" y="114300"/>
                  </a:lnTo>
                  <a:lnTo>
                    <a:pt x="0" y="2565400"/>
                  </a:lnTo>
                  <a:lnTo>
                    <a:pt x="139" y="2565400"/>
                  </a:lnTo>
                  <a:lnTo>
                    <a:pt x="609" y="2578100"/>
                  </a:lnTo>
                  <a:lnTo>
                    <a:pt x="1244" y="2578100"/>
                  </a:lnTo>
                  <a:lnTo>
                    <a:pt x="2311" y="2590800"/>
                  </a:lnTo>
                  <a:lnTo>
                    <a:pt x="4902" y="2590800"/>
                  </a:lnTo>
                  <a:lnTo>
                    <a:pt x="6794" y="2603500"/>
                  </a:lnTo>
                  <a:lnTo>
                    <a:pt x="8788" y="2603500"/>
                  </a:lnTo>
                  <a:lnTo>
                    <a:pt x="10807" y="2616200"/>
                  </a:lnTo>
                  <a:lnTo>
                    <a:pt x="16141" y="2616200"/>
                  </a:lnTo>
                  <a:lnTo>
                    <a:pt x="18757" y="2628900"/>
                  </a:lnTo>
                  <a:lnTo>
                    <a:pt x="25095" y="2628900"/>
                  </a:lnTo>
                  <a:lnTo>
                    <a:pt x="28892" y="2641600"/>
                  </a:lnTo>
                  <a:lnTo>
                    <a:pt x="36042" y="2641600"/>
                  </a:lnTo>
                  <a:lnTo>
                    <a:pt x="40055" y="2654300"/>
                  </a:lnTo>
                  <a:lnTo>
                    <a:pt x="57645" y="2654300"/>
                  </a:lnTo>
                  <a:lnTo>
                    <a:pt x="62395" y="2667000"/>
                  </a:lnTo>
                  <a:lnTo>
                    <a:pt x="2306434" y="2667000"/>
                  </a:lnTo>
                  <a:lnTo>
                    <a:pt x="2325116" y="2670860"/>
                  </a:lnTo>
                  <a:lnTo>
                    <a:pt x="2451798" y="2670860"/>
                  </a:lnTo>
                  <a:lnTo>
                    <a:pt x="2470480" y="2667000"/>
                  </a:lnTo>
                  <a:lnTo>
                    <a:pt x="2501531" y="2667000"/>
                  </a:lnTo>
                  <a:lnTo>
                    <a:pt x="2506307" y="2654300"/>
                  </a:lnTo>
                  <a:lnTo>
                    <a:pt x="2524328" y="2654300"/>
                  </a:lnTo>
                  <a:lnTo>
                    <a:pt x="2527973" y="2641600"/>
                  </a:lnTo>
                  <a:lnTo>
                    <a:pt x="2535478" y="2641600"/>
                  </a:lnTo>
                  <a:lnTo>
                    <a:pt x="2539276" y="2628900"/>
                  </a:lnTo>
                  <a:lnTo>
                    <a:pt x="2545346" y="2628900"/>
                  </a:lnTo>
                  <a:lnTo>
                    <a:pt x="2548229" y="2616200"/>
                  </a:lnTo>
                  <a:lnTo>
                    <a:pt x="2553576" y="2616200"/>
                  </a:lnTo>
                  <a:lnTo>
                    <a:pt x="2555583" y="2603500"/>
                  </a:lnTo>
                  <a:lnTo>
                    <a:pt x="2557576" y="2603500"/>
                  </a:lnTo>
                  <a:lnTo>
                    <a:pt x="2559316" y="2590800"/>
                  </a:lnTo>
                  <a:lnTo>
                    <a:pt x="2562161" y="2590800"/>
                  </a:lnTo>
                  <a:lnTo>
                    <a:pt x="2563126" y="2578100"/>
                  </a:lnTo>
                  <a:lnTo>
                    <a:pt x="2563825" y="2578100"/>
                  </a:lnTo>
                  <a:lnTo>
                    <a:pt x="2564244" y="2565400"/>
                  </a:lnTo>
                  <a:lnTo>
                    <a:pt x="2564371" y="2565400"/>
                  </a:lnTo>
                  <a:lnTo>
                    <a:pt x="2564371" y="114300"/>
                  </a:lnTo>
                  <a:close/>
                </a:path>
              </a:pathLst>
            </a:custGeom>
            <a:solidFill>
              <a:srgbClr val="0BA88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/>
          <p:cNvGrpSpPr/>
          <p:nvPr/>
        </p:nvGrpSpPr>
        <p:grpSpPr>
          <a:xfrm>
            <a:off x="3098808" y="727726"/>
            <a:ext cx="2625090" cy="2882900"/>
            <a:chOff x="3098808" y="727726"/>
            <a:chExt cx="2625090" cy="2882900"/>
          </a:xfrm>
        </p:grpSpPr>
        <p:sp>
          <p:nvSpPr>
            <p:cNvPr id="14" name="object 14"/>
            <p:cNvSpPr/>
            <p:nvPr/>
          </p:nvSpPr>
          <p:spPr>
            <a:xfrm>
              <a:off x="3108642" y="735457"/>
              <a:ext cx="2605405" cy="2865755"/>
            </a:xfrm>
            <a:custGeom>
              <a:avLst/>
              <a:gdLst/>
              <a:ahLst/>
              <a:cxnLst/>
              <a:rect l="l" t="t" r="r" b="b"/>
              <a:pathLst>
                <a:path w="2605404" h="2865754">
                  <a:moveTo>
                    <a:pt x="2502281" y="0"/>
                  </a:moveTo>
                  <a:lnTo>
                    <a:pt x="102552" y="0"/>
                  </a:lnTo>
                  <a:lnTo>
                    <a:pt x="62819" y="7943"/>
                  </a:lnTo>
                  <a:lnTo>
                    <a:pt x="30256" y="29909"/>
                  </a:lnTo>
                  <a:lnTo>
                    <a:pt x="8203" y="62559"/>
                  </a:lnTo>
                  <a:lnTo>
                    <a:pt x="0" y="102552"/>
                  </a:lnTo>
                  <a:lnTo>
                    <a:pt x="0" y="2761678"/>
                  </a:lnTo>
                  <a:lnTo>
                    <a:pt x="8203" y="2802057"/>
                  </a:lnTo>
                  <a:lnTo>
                    <a:pt x="30256" y="2834962"/>
                  </a:lnTo>
                  <a:lnTo>
                    <a:pt x="62819" y="2857164"/>
                  </a:lnTo>
                  <a:lnTo>
                    <a:pt x="102552" y="2865437"/>
                  </a:lnTo>
                  <a:lnTo>
                    <a:pt x="2502281" y="2865437"/>
                  </a:lnTo>
                  <a:lnTo>
                    <a:pt x="2542036" y="2857164"/>
                  </a:lnTo>
                  <a:lnTo>
                    <a:pt x="2574606" y="2834962"/>
                  </a:lnTo>
                  <a:lnTo>
                    <a:pt x="2596652" y="2802057"/>
                  </a:lnTo>
                  <a:lnTo>
                    <a:pt x="2604833" y="2761678"/>
                  </a:lnTo>
                  <a:lnTo>
                    <a:pt x="2604833" y="102552"/>
                  </a:lnTo>
                  <a:lnTo>
                    <a:pt x="2596652" y="62559"/>
                  </a:lnTo>
                  <a:lnTo>
                    <a:pt x="2574606" y="29909"/>
                  </a:lnTo>
                  <a:lnTo>
                    <a:pt x="2542036" y="7943"/>
                  </a:lnTo>
                  <a:lnTo>
                    <a:pt x="2502281" y="0"/>
                  </a:lnTo>
                  <a:close/>
                </a:path>
              </a:pathLst>
            </a:custGeom>
            <a:solidFill>
              <a:srgbClr val="EDF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098800" y="727734"/>
              <a:ext cx="2625090" cy="2882900"/>
            </a:xfrm>
            <a:custGeom>
              <a:avLst/>
              <a:gdLst/>
              <a:ahLst/>
              <a:cxnLst/>
              <a:rect l="l" t="t" r="r" b="b"/>
              <a:pathLst>
                <a:path w="2625090" h="2882900">
                  <a:moveTo>
                    <a:pt x="2624544" y="114300"/>
                  </a:moveTo>
                  <a:lnTo>
                    <a:pt x="2624417" y="114300"/>
                  </a:lnTo>
                  <a:lnTo>
                    <a:pt x="2623985" y="101600"/>
                  </a:lnTo>
                  <a:lnTo>
                    <a:pt x="2623210" y="101600"/>
                  </a:lnTo>
                  <a:lnTo>
                    <a:pt x="2622207" y="88900"/>
                  </a:lnTo>
                  <a:lnTo>
                    <a:pt x="2619400" y="88900"/>
                  </a:lnTo>
                  <a:lnTo>
                    <a:pt x="2617774" y="76200"/>
                  </a:lnTo>
                  <a:lnTo>
                    <a:pt x="2615768" y="76200"/>
                  </a:lnTo>
                  <a:lnTo>
                    <a:pt x="2613520" y="63500"/>
                  </a:lnTo>
                  <a:lnTo>
                    <a:pt x="2608313" y="63500"/>
                  </a:lnTo>
                  <a:lnTo>
                    <a:pt x="2605392" y="50800"/>
                  </a:lnTo>
                  <a:lnTo>
                    <a:pt x="2604439" y="50800"/>
                  </a:lnTo>
                  <a:lnTo>
                    <a:pt x="2604439" y="2781300"/>
                  </a:lnTo>
                  <a:lnTo>
                    <a:pt x="2603931" y="2781300"/>
                  </a:lnTo>
                  <a:lnTo>
                    <a:pt x="2603335" y="2794000"/>
                  </a:lnTo>
                  <a:lnTo>
                    <a:pt x="2601455" y="2794000"/>
                  </a:lnTo>
                  <a:lnTo>
                    <a:pt x="2600198" y="2806700"/>
                  </a:lnTo>
                  <a:lnTo>
                    <a:pt x="2597251" y="2806700"/>
                  </a:lnTo>
                  <a:lnTo>
                    <a:pt x="2595181" y="2819400"/>
                  </a:lnTo>
                  <a:lnTo>
                    <a:pt x="2591854" y="2819400"/>
                  </a:lnTo>
                  <a:lnTo>
                    <a:pt x="2596578" y="2794736"/>
                  </a:lnTo>
                  <a:lnTo>
                    <a:pt x="2596578" y="98209"/>
                  </a:lnTo>
                  <a:lnTo>
                    <a:pt x="2590774" y="67729"/>
                  </a:lnTo>
                  <a:lnTo>
                    <a:pt x="2589542" y="65887"/>
                  </a:lnTo>
                  <a:lnTo>
                    <a:pt x="2589542" y="2826943"/>
                  </a:lnTo>
                  <a:lnTo>
                    <a:pt x="2588463" y="2832100"/>
                  </a:lnTo>
                  <a:lnTo>
                    <a:pt x="2586101" y="2832100"/>
                  </a:lnTo>
                  <a:lnTo>
                    <a:pt x="2589542" y="2826943"/>
                  </a:lnTo>
                  <a:lnTo>
                    <a:pt x="2589542" y="65887"/>
                  </a:lnTo>
                  <a:lnTo>
                    <a:pt x="2587955" y="63500"/>
                  </a:lnTo>
                  <a:lnTo>
                    <a:pt x="2590876" y="63500"/>
                  </a:lnTo>
                  <a:lnTo>
                    <a:pt x="2593352" y="76200"/>
                  </a:lnTo>
                  <a:lnTo>
                    <a:pt x="2597061" y="76200"/>
                  </a:lnTo>
                  <a:lnTo>
                    <a:pt x="2598890" y="88900"/>
                  </a:lnTo>
                  <a:lnTo>
                    <a:pt x="2601582" y="88900"/>
                  </a:lnTo>
                  <a:lnTo>
                    <a:pt x="2602611" y="101600"/>
                  </a:lnTo>
                  <a:lnTo>
                    <a:pt x="2603982" y="101600"/>
                  </a:lnTo>
                  <a:lnTo>
                    <a:pt x="2604338" y="114300"/>
                  </a:lnTo>
                  <a:lnTo>
                    <a:pt x="2604439" y="2781300"/>
                  </a:lnTo>
                  <a:lnTo>
                    <a:pt x="2604439" y="50800"/>
                  </a:lnTo>
                  <a:lnTo>
                    <a:pt x="2598597" y="50800"/>
                  </a:lnTo>
                  <a:lnTo>
                    <a:pt x="2595372" y="38100"/>
                  </a:lnTo>
                  <a:lnTo>
                    <a:pt x="2587371" y="38100"/>
                  </a:lnTo>
                  <a:lnTo>
                    <a:pt x="2583269" y="25400"/>
                  </a:lnTo>
                  <a:lnTo>
                    <a:pt x="2581719" y="25400"/>
                  </a:lnTo>
                  <a:lnTo>
                    <a:pt x="2581719" y="2838691"/>
                  </a:lnTo>
                  <a:lnTo>
                    <a:pt x="2580170" y="2844800"/>
                  </a:lnTo>
                  <a:lnTo>
                    <a:pt x="2577642" y="2844800"/>
                  </a:lnTo>
                  <a:lnTo>
                    <a:pt x="2581719" y="2838691"/>
                  </a:lnTo>
                  <a:lnTo>
                    <a:pt x="2581719" y="25400"/>
                  </a:lnTo>
                  <a:lnTo>
                    <a:pt x="2580563" y="25400"/>
                  </a:lnTo>
                  <a:lnTo>
                    <a:pt x="2580563" y="52387"/>
                  </a:lnTo>
                  <a:lnTo>
                    <a:pt x="2579522" y="50800"/>
                  </a:lnTo>
                  <a:lnTo>
                    <a:pt x="2580170" y="50800"/>
                  </a:lnTo>
                  <a:lnTo>
                    <a:pt x="2580563" y="52387"/>
                  </a:lnTo>
                  <a:lnTo>
                    <a:pt x="2580563" y="25400"/>
                  </a:lnTo>
                  <a:lnTo>
                    <a:pt x="2570391" y="25400"/>
                  </a:lnTo>
                  <a:lnTo>
                    <a:pt x="2565666" y="12700"/>
                  </a:lnTo>
                  <a:lnTo>
                    <a:pt x="2563342" y="12700"/>
                  </a:lnTo>
                  <a:lnTo>
                    <a:pt x="2563342" y="2857385"/>
                  </a:lnTo>
                  <a:lnTo>
                    <a:pt x="2563177" y="2857500"/>
                  </a:lnTo>
                  <a:lnTo>
                    <a:pt x="2563342" y="2857385"/>
                  </a:lnTo>
                  <a:lnTo>
                    <a:pt x="2563342" y="12700"/>
                  </a:lnTo>
                  <a:lnTo>
                    <a:pt x="2547582" y="12700"/>
                  </a:lnTo>
                  <a:lnTo>
                    <a:pt x="2547582" y="25603"/>
                  </a:lnTo>
                  <a:lnTo>
                    <a:pt x="2546616" y="25400"/>
                  </a:lnTo>
                  <a:lnTo>
                    <a:pt x="2547518" y="25400"/>
                  </a:lnTo>
                  <a:lnTo>
                    <a:pt x="2547582" y="25603"/>
                  </a:lnTo>
                  <a:lnTo>
                    <a:pt x="2547582" y="12700"/>
                  </a:lnTo>
                  <a:lnTo>
                    <a:pt x="2539581" y="12700"/>
                  </a:lnTo>
                  <a:lnTo>
                    <a:pt x="2539454" y="12407"/>
                  </a:lnTo>
                  <a:lnTo>
                    <a:pt x="2539454" y="2868942"/>
                  </a:lnTo>
                  <a:lnTo>
                    <a:pt x="2538984" y="2870200"/>
                  </a:lnTo>
                  <a:lnTo>
                    <a:pt x="2533434" y="2870200"/>
                  </a:lnTo>
                  <a:lnTo>
                    <a:pt x="2539454" y="2868942"/>
                  </a:lnTo>
                  <a:lnTo>
                    <a:pt x="2539454" y="12407"/>
                  </a:lnTo>
                  <a:lnTo>
                    <a:pt x="2534120" y="0"/>
                  </a:lnTo>
                  <a:lnTo>
                    <a:pt x="2377186" y="0"/>
                  </a:lnTo>
                  <a:lnTo>
                    <a:pt x="2377186" y="2870200"/>
                  </a:lnTo>
                  <a:lnTo>
                    <a:pt x="85559" y="2870200"/>
                  </a:lnTo>
                  <a:lnTo>
                    <a:pt x="80784" y="2857500"/>
                  </a:lnTo>
                  <a:lnTo>
                    <a:pt x="61239" y="2857500"/>
                  </a:lnTo>
                  <a:lnTo>
                    <a:pt x="57213" y="2844800"/>
                  </a:lnTo>
                  <a:lnTo>
                    <a:pt x="44386" y="2844800"/>
                  </a:lnTo>
                  <a:lnTo>
                    <a:pt x="41148" y="2832100"/>
                  </a:lnTo>
                  <a:lnTo>
                    <a:pt x="36093" y="2832100"/>
                  </a:lnTo>
                  <a:lnTo>
                    <a:pt x="33413" y="2819400"/>
                  </a:lnTo>
                  <a:lnTo>
                    <a:pt x="29362" y="2819400"/>
                  </a:lnTo>
                  <a:lnTo>
                    <a:pt x="27305" y="2806700"/>
                  </a:lnTo>
                  <a:lnTo>
                    <a:pt x="24358" y="2806700"/>
                  </a:lnTo>
                  <a:lnTo>
                    <a:pt x="22961" y="2794000"/>
                  </a:lnTo>
                  <a:lnTo>
                    <a:pt x="21132" y="2794000"/>
                  </a:lnTo>
                  <a:lnTo>
                    <a:pt x="20561" y="2781300"/>
                  </a:lnTo>
                  <a:lnTo>
                    <a:pt x="20218" y="2781300"/>
                  </a:lnTo>
                  <a:lnTo>
                    <a:pt x="20243" y="114300"/>
                  </a:lnTo>
                  <a:lnTo>
                    <a:pt x="20612" y="101600"/>
                  </a:lnTo>
                  <a:lnTo>
                    <a:pt x="22047" y="101600"/>
                  </a:lnTo>
                  <a:lnTo>
                    <a:pt x="23101" y="88900"/>
                  </a:lnTo>
                  <a:lnTo>
                    <a:pt x="25654" y="88900"/>
                  </a:lnTo>
                  <a:lnTo>
                    <a:pt x="27495" y="76200"/>
                  </a:lnTo>
                  <a:lnTo>
                    <a:pt x="31191" y="76200"/>
                  </a:lnTo>
                  <a:lnTo>
                    <a:pt x="33667" y="63500"/>
                  </a:lnTo>
                  <a:lnTo>
                    <a:pt x="41148" y="63500"/>
                  </a:lnTo>
                  <a:lnTo>
                    <a:pt x="44386" y="50800"/>
                  </a:lnTo>
                  <a:lnTo>
                    <a:pt x="53708" y="50800"/>
                  </a:lnTo>
                  <a:lnTo>
                    <a:pt x="57594" y="38100"/>
                  </a:lnTo>
                  <a:lnTo>
                    <a:pt x="72478" y="38100"/>
                  </a:lnTo>
                  <a:lnTo>
                    <a:pt x="77025" y="25400"/>
                  </a:lnTo>
                  <a:lnTo>
                    <a:pt x="2363813" y="25400"/>
                  </a:lnTo>
                  <a:lnTo>
                    <a:pt x="2360879" y="25996"/>
                  </a:lnTo>
                  <a:lnTo>
                    <a:pt x="2335936" y="42811"/>
                  </a:lnTo>
                  <a:lnTo>
                    <a:pt x="2313051" y="98209"/>
                  </a:lnTo>
                  <a:lnTo>
                    <a:pt x="2313051" y="2794736"/>
                  </a:lnTo>
                  <a:lnTo>
                    <a:pt x="2335936" y="2849969"/>
                  </a:lnTo>
                  <a:lnTo>
                    <a:pt x="2377186" y="2870200"/>
                  </a:lnTo>
                  <a:lnTo>
                    <a:pt x="2377186" y="0"/>
                  </a:lnTo>
                  <a:lnTo>
                    <a:pt x="89941" y="0"/>
                  </a:lnTo>
                  <a:lnTo>
                    <a:pt x="84480" y="12700"/>
                  </a:lnTo>
                  <a:lnTo>
                    <a:pt x="58877" y="12700"/>
                  </a:lnTo>
                  <a:lnTo>
                    <a:pt x="54571" y="25400"/>
                  </a:lnTo>
                  <a:lnTo>
                    <a:pt x="41287" y="25400"/>
                  </a:lnTo>
                  <a:lnTo>
                    <a:pt x="36817" y="38100"/>
                  </a:lnTo>
                  <a:lnTo>
                    <a:pt x="29184" y="38100"/>
                  </a:lnTo>
                  <a:lnTo>
                    <a:pt x="25641" y="50800"/>
                  </a:lnTo>
                  <a:lnTo>
                    <a:pt x="19164" y="50800"/>
                  </a:lnTo>
                  <a:lnTo>
                    <a:pt x="16230" y="63500"/>
                  </a:lnTo>
                  <a:lnTo>
                    <a:pt x="11252" y="63500"/>
                  </a:lnTo>
                  <a:lnTo>
                    <a:pt x="8978" y="76200"/>
                  </a:lnTo>
                  <a:lnTo>
                    <a:pt x="6781" y="76200"/>
                  </a:lnTo>
                  <a:lnTo>
                    <a:pt x="5016" y="88900"/>
                  </a:lnTo>
                  <a:lnTo>
                    <a:pt x="2260" y="88900"/>
                  </a:lnTo>
                  <a:lnTo>
                    <a:pt x="1270" y="101600"/>
                  </a:lnTo>
                  <a:lnTo>
                    <a:pt x="622" y="101600"/>
                  </a:lnTo>
                  <a:lnTo>
                    <a:pt x="165" y="114300"/>
                  </a:lnTo>
                  <a:lnTo>
                    <a:pt x="0" y="114300"/>
                  </a:lnTo>
                  <a:lnTo>
                    <a:pt x="0" y="2781300"/>
                  </a:lnTo>
                  <a:lnTo>
                    <a:pt x="165" y="2781300"/>
                  </a:lnTo>
                  <a:lnTo>
                    <a:pt x="622" y="2794000"/>
                  </a:lnTo>
                  <a:lnTo>
                    <a:pt x="2362" y="2794000"/>
                  </a:lnTo>
                  <a:lnTo>
                    <a:pt x="3619" y="2806700"/>
                  </a:lnTo>
                  <a:lnTo>
                    <a:pt x="5016" y="2806700"/>
                  </a:lnTo>
                  <a:lnTo>
                    <a:pt x="6946" y="2819400"/>
                  </a:lnTo>
                  <a:lnTo>
                    <a:pt x="11252" y="2819400"/>
                  </a:lnTo>
                  <a:lnTo>
                    <a:pt x="13525" y="2832100"/>
                  </a:lnTo>
                  <a:lnTo>
                    <a:pt x="16230" y="2832100"/>
                  </a:lnTo>
                  <a:lnTo>
                    <a:pt x="19164" y="2844800"/>
                  </a:lnTo>
                  <a:lnTo>
                    <a:pt x="25641" y="2844800"/>
                  </a:lnTo>
                  <a:lnTo>
                    <a:pt x="29502" y="2857500"/>
                  </a:lnTo>
                  <a:lnTo>
                    <a:pt x="41287" y="2857500"/>
                  </a:lnTo>
                  <a:lnTo>
                    <a:pt x="45161" y="2870200"/>
                  </a:lnTo>
                  <a:lnTo>
                    <a:pt x="58877" y="2870200"/>
                  </a:lnTo>
                  <a:lnTo>
                    <a:pt x="63741" y="2882900"/>
                  </a:lnTo>
                  <a:lnTo>
                    <a:pt x="2560358" y="2882900"/>
                  </a:lnTo>
                  <a:lnTo>
                    <a:pt x="2565666" y="2870200"/>
                  </a:lnTo>
                  <a:lnTo>
                    <a:pt x="2579001" y="2870200"/>
                  </a:lnTo>
                  <a:lnTo>
                    <a:pt x="2583269" y="2857500"/>
                  </a:lnTo>
                  <a:lnTo>
                    <a:pt x="2595041" y="2857500"/>
                  </a:lnTo>
                  <a:lnTo>
                    <a:pt x="2598597" y="2844800"/>
                  </a:lnTo>
                  <a:lnTo>
                    <a:pt x="2605113" y="2844800"/>
                  </a:lnTo>
                  <a:lnTo>
                    <a:pt x="2608059" y="2832100"/>
                  </a:lnTo>
                  <a:lnTo>
                    <a:pt x="2610789" y="2832100"/>
                  </a:lnTo>
                  <a:lnTo>
                    <a:pt x="2613520" y="2819400"/>
                  </a:lnTo>
                  <a:lnTo>
                    <a:pt x="2617609" y="2819400"/>
                  </a:lnTo>
                  <a:lnTo>
                    <a:pt x="2619400" y="2806700"/>
                  </a:lnTo>
                  <a:lnTo>
                    <a:pt x="2621051" y="2806700"/>
                  </a:lnTo>
                  <a:lnTo>
                    <a:pt x="2622296" y="2794000"/>
                  </a:lnTo>
                  <a:lnTo>
                    <a:pt x="2623210" y="2794000"/>
                  </a:lnTo>
                  <a:lnTo>
                    <a:pt x="2623985" y="2781300"/>
                  </a:lnTo>
                  <a:lnTo>
                    <a:pt x="2624544" y="2781300"/>
                  </a:lnTo>
                  <a:lnTo>
                    <a:pt x="2624544" y="114300"/>
                  </a:lnTo>
                  <a:close/>
                </a:path>
              </a:pathLst>
            </a:custGeom>
            <a:solidFill>
              <a:srgbClr val="2587D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5468408" y="809614"/>
            <a:ext cx="187325" cy="68770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360"/>
              </a:lnSpc>
            </a:pPr>
            <a:r>
              <a:rPr dirty="0" sz="1150" spc="-10" b="1">
                <a:solidFill>
                  <a:srgbClr val="FFFFFF"/>
                </a:solidFill>
                <a:latin typeface="Arial"/>
                <a:cs typeface="Arial"/>
              </a:rPr>
              <a:t>PRIMARY</a:t>
            </a:r>
            <a:endParaRPr sz="11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05580" y="3765469"/>
            <a:ext cx="187325" cy="169291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360"/>
              </a:lnSpc>
            </a:pPr>
            <a:r>
              <a:rPr dirty="0" sz="1150" spc="-10" b="1">
                <a:solidFill>
                  <a:srgbClr val="FFFFFF"/>
                </a:solidFill>
                <a:latin typeface="Arial"/>
                <a:cs typeface="Arial"/>
              </a:rPr>
              <a:t>SECURITY</a:t>
            </a:r>
            <a:r>
              <a:rPr dirty="0" sz="115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FFFFFF"/>
                </a:solidFill>
                <a:latin typeface="Arial"/>
                <a:cs typeface="Arial"/>
              </a:rPr>
              <a:t>STANDARDS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086895" y="6411809"/>
            <a:ext cx="2564765" cy="3617595"/>
            <a:chOff x="3086895" y="6411809"/>
            <a:chExt cx="2564765" cy="3617595"/>
          </a:xfrm>
        </p:grpSpPr>
        <p:sp>
          <p:nvSpPr>
            <p:cNvPr id="19" name="object 19"/>
            <p:cNvSpPr/>
            <p:nvPr/>
          </p:nvSpPr>
          <p:spPr>
            <a:xfrm>
              <a:off x="3096577" y="6419278"/>
              <a:ext cx="2545080" cy="3589654"/>
            </a:xfrm>
            <a:custGeom>
              <a:avLst/>
              <a:gdLst/>
              <a:ahLst/>
              <a:cxnLst/>
              <a:rect l="l" t="t" r="r" b="b"/>
              <a:pathLst>
                <a:path w="2545079" h="3589654">
                  <a:moveTo>
                    <a:pt x="2444369" y="0"/>
                  </a:moveTo>
                  <a:lnTo>
                    <a:pt x="101346" y="0"/>
                  </a:lnTo>
                  <a:lnTo>
                    <a:pt x="61944" y="7908"/>
                  </a:lnTo>
                  <a:lnTo>
                    <a:pt x="29815" y="29412"/>
                  </a:lnTo>
                  <a:lnTo>
                    <a:pt x="8115" y="61244"/>
                  </a:lnTo>
                  <a:lnTo>
                    <a:pt x="0" y="100139"/>
                  </a:lnTo>
                  <a:lnTo>
                    <a:pt x="0" y="3489198"/>
                  </a:lnTo>
                  <a:lnTo>
                    <a:pt x="8115" y="3528076"/>
                  </a:lnTo>
                  <a:lnTo>
                    <a:pt x="29815" y="3559902"/>
                  </a:lnTo>
                  <a:lnTo>
                    <a:pt x="61944" y="3581411"/>
                  </a:lnTo>
                  <a:lnTo>
                    <a:pt x="101346" y="3589337"/>
                  </a:lnTo>
                  <a:lnTo>
                    <a:pt x="2444369" y="3589337"/>
                  </a:lnTo>
                  <a:lnTo>
                    <a:pt x="2483343" y="3581411"/>
                  </a:lnTo>
                  <a:lnTo>
                    <a:pt x="2515201" y="3559902"/>
                  </a:lnTo>
                  <a:lnTo>
                    <a:pt x="2536678" y="3528076"/>
                  </a:lnTo>
                  <a:lnTo>
                    <a:pt x="2544508" y="3489198"/>
                  </a:lnTo>
                  <a:lnTo>
                    <a:pt x="2544508" y="100139"/>
                  </a:lnTo>
                  <a:lnTo>
                    <a:pt x="2536678" y="61244"/>
                  </a:lnTo>
                  <a:lnTo>
                    <a:pt x="2515201" y="29412"/>
                  </a:lnTo>
                  <a:lnTo>
                    <a:pt x="2483343" y="7908"/>
                  </a:lnTo>
                  <a:lnTo>
                    <a:pt x="2444369" y="0"/>
                  </a:lnTo>
                  <a:close/>
                </a:path>
              </a:pathLst>
            </a:custGeom>
            <a:solidFill>
              <a:srgbClr val="F5F2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086887" y="6411810"/>
              <a:ext cx="2564765" cy="3617595"/>
            </a:xfrm>
            <a:custGeom>
              <a:avLst/>
              <a:gdLst/>
              <a:ahLst/>
              <a:cxnLst/>
              <a:rect l="l" t="t" r="r" b="b"/>
              <a:pathLst>
                <a:path w="2564765" h="3617595">
                  <a:moveTo>
                    <a:pt x="2564358" y="114300"/>
                  </a:moveTo>
                  <a:lnTo>
                    <a:pt x="2564206" y="114300"/>
                  </a:lnTo>
                  <a:lnTo>
                    <a:pt x="2563761" y="101600"/>
                  </a:lnTo>
                  <a:lnTo>
                    <a:pt x="2563050" y="101600"/>
                  </a:lnTo>
                  <a:lnTo>
                    <a:pt x="2562060" y="88900"/>
                  </a:lnTo>
                  <a:lnTo>
                    <a:pt x="2560815" y="88900"/>
                  </a:lnTo>
                  <a:lnTo>
                    <a:pt x="2559456" y="76200"/>
                  </a:lnTo>
                  <a:lnTo>
                    <a:pt x="2555570" y="76200"/>
                  </a:lnTo>
                  <a:lnTo>
                    <a:pt x="2553347" y="63500"/>
                  </a:lnTo>
                  <a:lnTo>
                    <a:pt x="2548471" y="63500"/>
                  </a:lnTo>
                  <a:lnTo>
                    <a:pt x="2545600" y="50800"/>
                  </a:lnTo>
                  <a:lnTo>
                    <a:pt x="2543835" y="50800"/>
                  </a:lnTo>
                  <a:lnTo>
                    <a:pt x="2543835" y="102501"/>
                  </a:lnTo>
                  <a:lnTo>
                    <a:pt x="2543670" y="101600"/>
                  </a:lnTo>
                  <a:lnTo>
                    <a:pt x="2543822" y="101600"/>
                  </a:lnTo>
                  <a:lnTo>
                    <a:pt x="2543835" y="102501"/>
                  </a:lnTo>
                  <a:lnTo>
                    <a:pt x="2543835" y="50800"/>
                  </a:lnTo>
                  <a:lnTo>
                    <a:pt x="2542540" y="50800"/>
                  </a:lnTo>
                  <a:lnTo>
                    <a:pt x="2541473" y="47028"/>
                  </a:lnTo>
                  <a:lnTo>
                    <a:pt x="2541473" y="90462"/>
                  </a:lnTo>
                  <a:lnTo>
                    <a:pt x="2541168" y="88900"/>
                  </a:lnTo>
                  <a:lnTo>
                    <a:pt x="2541346" y="88900"/>
                  </a:lnTo>
                  <a:lnTo>
                    <a:pt x="2541473" y="90462"/>
                  </a:lnTo>
                  <a:lnTo>
                    <a:pt x="2541473" y="47028"/>
                  </a:lnTo>
                  <a:lnTo>
                    <a:pt x="2538958" y="38100"/>
                  </a:lnTo>
                  <a:lnTo>
                    <a:pt x="2537955" y="38100"/>
                  </a:lnTo>
                  <a:lnTo>
                    <a:pt x="2537955" y="82575"/>
                  </a:lnTo>
                  <a:lnTo>
                    <a:pt x="2533688" y="76200"/>
                  </a:lnTo>
                  <a:lnTo>
                    <a:pt x="2537066" y="76200"/>
                  </a:lnTo>
                  <a:lnTo>
                    <a:pt x="2537955" y="82575"/>
                  </a:lnTo>
                  <a:lnTo>
                    <a:pt x="2537955" y="38100"/>
                  </a:lnTo>
                  <a:lnTo>
                    <a:pt x="2533358" y="38100"/>
                  </a:lnTo>
                  <a:lnTo>
                    <a:pt x="2533358" y="75717"/>
                  </a:lnTo>
                  <a:lnTo>
                    <a:pt x="2520111" y="55956"/>
                  </a:lnTo>
                  <a:lnTo>
                    <a:pt x="2511501" y="50190"/>
                  </a:lnTo>
                  <a:lnTo>
                    <a:pt x="2511298" y="43281"/>
                  </a:lnTo>
                  <a:lnTo>
                    <a:pt x="2511298" y="50050"/>
                  </a:lnTo>
                  <a:lnTo>
                    <a:pt x="2493480" y="38100"/>
                  </a:lnTo>
                  <a:lnTo>
                    <a:pt x="2507716" y="38100"/>
                  </a:lnTo>
                  <a:lnTo>
                    <a:pt x="2511298" y="50050"/>
                  </a:lnTo>
                  <a:lnTo>
                    <a:pt x="2511298" y="43281"/>
                  </a:lnTo>
                  <a:lnTo>
                    <a:pt x="2511145" y="38100"/>
                  </a:lnTo>
                  <a:lnTo>
                    <a:pt x="2514803" y="50800"/>
                  </a:lnTo>
                  <a:lnTo>
                    <a:pt x="2523452" y="50800"/>
                  </a:lnTo>
                  <a:lnTo>
                    <a:pt x="2526436" y="63500"/>
                  </a:lnTo>
                  <a:lnTo>
                    <a:pt x="2531033" y="63500"/>
                  </a:lnTo>
                  <a:lnTo>
                    <a:pt x="2533358" y="75717"/>
                  </a:lnTo>
                  <a:lnTo>
                    <a:pt x="2533358" y="38100"/>
                  </a:lnTo>
                  <a:lnTo>
                    <a:pt x="2528328" y="38100"/>
                  </a:lnTo>
                  <a:lnTo>
                    <a:pt x="2523947" y="25400"/>
                  </a:lnTo>
                  <a:lnTo>
                    <a:pt x="2511348" y="25400"/>
                  </a:lnTo>
                  <a:lnTo>
                    <a:pt x="2506726" y="12700"/>
                  </a:lnTo>
                  <a:lnTo>
                    <a:pt x="2493149" y="12700"/>
                  </a:lnTo>
                  <a:lnTo>
                    <a:pt x="2493149" y="37884"/>
                  </a:lnTo>
                  <a:lnTo>
                    <a:pt x="2489377" y="35344"/>
                  </a:lnTo>
                  <a:lnTo>
                    <a:pt x="2451646" y="27978"/>
                  </a:lnTo>
                  <a:lnTo>
                    <a:pt x="2294801" y="27978"/>
                  </a:lnTo>
                  <a:lnTo>
                    <a:pt x="2257399" y="35344"/>
                  </a:lnTo>
                  <a:lnTo>
                    <a:pt x="2226767" y="55956"/>
                  </a:lnTo>
                  <a:lnTo>
                    <a:pt x="2206028" y="86715"/>
                  </a:lnTo>
                  <a:lnTo>
                    <a:pt x="2198281" y="124498"/>
                  </a:lnTo>
                  <a:lnTo>
                    <a:pt x="2198281" y="3520795"/>
                  </a:lnTo>
                  <a:lnTo>
                    <a:pt x="2206028" y="3558095"/>
                  </a:lnTo>
                  <a:lnTo>
                    <a:pt x="2226767" y="3588689"/>
                  </a:lnTo>
                  <a:lnTo>
                    <a:pt x="2234742" y="3594100"/>
                  </a:lnTo>
                  <a:lnTo>
                    <a:pt x="83883" y="3594100"/>
                  </a:lnTo>
                  <a:lnTo>
                    <a:pt x="79222" y="3581400"/>
                  </a:lnTo>
                  <a:lnTo>
                    <a:pt x="60185" y="3581400"/>
                  </a:lnTo>
                  <a:lnTo>
                    <a:pt x="56248" y="3568700"/>
                  </a:lnTo>
                  <a:lnTo>
                    <a:pt x="56629" y="3581400"/>
                  </a:lnTo>
                  <a:lnTo>
                    <a:pt x="52832" y="3568700"/>
                  </a:lnTo>
                  <a:lnTo>
                    <a:pt x="43764" y="3568700"/>
                  </a:lnTo>
                  <a:lnTo>
                    <a:pt x="40601" y="3556000"/>
                  </a:lnTo>
                  <a:lnTo>
                    <a:pt x="35674" y="3556000"/>
                  </a:lnTo>
                  <a:lnTo>
                    <a:pt x="33058" y="3543300"/>
                  </a:lnTo>
                  <a:lnTo>
                    <a:pt x="33324" y="3556000"/>
                  </a:lnTo>
                  <a:lnTo>
                    <a:pt x="30899" y="3543300"/>
                  </a:lnTo>
                  <a:lnTo>
                    <a:pt x="27305" y="3543300"/>
                  </a:lnTo>
                  <a:lnTo>
                    <a:pt x="25501" y="3530600"/>
                  </a:lnTo>
                  <a:lnTo>
                    <a:pt x="23012" y="3530600"/>
                  </a:lnTo>
                  <a:lnTo>
                    <a:pt x="21894" y="3517900"/>
                  </a:lnTo>
                  <a:lnTo>
                    <a:pt x="20548" y="3517900"/>
                  </a:lnTo>
                  <a:lnTo>
                    <a:pt x="20205" y="3505200"/>
                  </a:lnTo>
                  <a:lnTo>
                    <a:pt x="20231" y="114300"/>
                  </a:lnTo>
                  <a:lnTo>
                    <a:pt x="20599" y="101600"/>
                  </a:lnTo>
                  <a:lnTo>
                    <a:pt x="21996" y="101600"/>
                  </a:lnTo>
                  <a:lnTo>
                    <a:pt x="23012" y="88900"/>
                  </a:lnTo>
                  <a:lnTo>
                    <a:pt x="25501" y="88900"/>
                  </a:lnTo>
                  <a:lnTo>
                    <a:pt x="27305" y="76200"/>
                  </a:lnTo>
                  <a:lnTo>
                    <a:pt x="30899" y="76200"/>
                  </a:lnTo>
                  <a:lnTo>
                    <a:pt x="33324" y="63500"/>
                  </a:lnTo>
                  <a:lnTo>
                    <a:pt x="37922" y="63500"/>
                  </a:lnTo>
                  <a:lnTo>
                    <a:pt x="40906" y="50800"/>
                  </a:lnTo>
                  <a:lnTo>
                    <a:pt x="49555" y="50800"/>
                  </a:lnTo>
                  <a:lnTo>
                    <a:pt x="53213" y="38100"/>
                  </a:lnTo>
                  <a:lnTo>
                    <a:pt x="52832" y="50800"/>
                  </a:lnTo>
                  <a:lnTo>
                    <a:pt x="56629" y="38100"/>
                  </a:lnTo>
                  <a:lnTo>
                    <a:pt x="71120" y="38100"/>
                  </a:lnTo>
                  <a:lnTo>
                    <a:pt x="75565" y="25400"/>
                  </a:lnTo>
                  <a:lnTo>
                    <a:pt x="2488793" y="25400"/>
                  </a:lnTo>
                  <a:lnTo>
                    <a:pt x="2493149" y="37884"/>
                  </a:lnTo>
                  <a:lnTo>
                    <a:pt x="2493149" y="12700"/>
                  </a:lnTo>
                  <a:lnTo>
                    <a:pt x="2481186" y="12700"/>
                  </a:lnTo>
                  <a:lnTo>
                    <a:pt x="2475827" y="0"/>
                  </a:lnTo>
                  <a:lnTo>
                    <a:pt x="88036" y="0"/>
                  </a:lnTo>
                  <a:lnTo>
                    <a:pt x="83172" y="12700"/>
                  </a:lnTo>
                  <a:lnTo>
                    <a:pt x="57632" y="12700"/>
                  </a:lnTo>
                  <a:lnTo>
                    <a:pt x="53009" y="25400"/>
                  </a:lnTo>
                  <a:lnTo>
                    <a:pt x="40411" y="25400"/>
                  </a:lnTo>
                  <a:lnTo>
                    <a:pt x="36042" y="38100"/>
                  </a:lnTo>
                  <a:lnTo>
                    <a:pt x="25400" y="38100"/>
                  </a:lnTo>
                  <a:lnTo>
                    <a:pt x="21818" y="50800"/>
                  </a:lnTo>
                  <a:lnTo>
                    <a:pt x="16141" y="50800"/>
                  </a:lnTo>
                  <a:lnTo>
                    <a:pt x="13462" y="63500"/>
                  </a:lnTo>
                  <a:lnTo>
                    <a:pt x="11010" y="63500"/>
                  </a:lnTo>
                  <a:lnTo>
                    <a:pt x="8788" y="76200"/>
                  </a:lnTo>
                  <a:lnTo>
                    <a:pt x="4902" y="76200"/>
                  </a:lnTo>
                  <a:lnTo>
                    <a:pt x="3543" y="88900"/>
                  </a:lnTo>
                  <a:lnTo>
                    <a:pt x="2197" y="88900"/>
                  </a:lnTo>
                  <a:lnTo>
                    <a:pt x="1308" y="101600"/>
                  </a:lnTo>
                  <a:lnTo>
                    <a:pt x="596" y="101600"/>
                  </a:lnTo>
                  <a:lnTo>
                    <a:pt x="152" y="114300"/>
                  </a:lnTo>
                  <a:lnTo>
                    <a:pt x="0" y="114300"/>
                  </a:lnTo>
                  <a:lnTo>
                    <a:pt x="0" y="3505200"/>
                  </a:lnTo>
                  <a:lnTo>
                    <a:pt x="152" y="3505200"/>
                  </a:lnTo>
                  <a:lnTo>
                    <a:pt x="596" y="3517900"/>
                  </a:lnTo>
                  <a:lnTo>
                    <a:pt x="1308" y="3517900"/>
                  </a:lnTo>
                  <a:lnTo>
                    <a:pt x="2298" y="3530600"/>
                  </a:lnTo>
                  <a:lnTo>
                    <a:pt x="4902" y="3530600"/>
                  </a:lnTo>
                  <a:lnTo>
                    <a:pt x="6629" y="3543300"/>
                  </a:lnTo>
                  <a:lnTo>
                    <a:pt x="8597" y="3543300"/>
                  </a:lnTo>
                  <a:lnTo>
                    <a:pt x="11010" y="3556000"/>
                  </a:lnTo>
                  <a:lnTo>
                    <a:pt x="15887" y="3556000"/>
                  </a:lnTo>
                  <a:lnTo>
                    <a:pt x="18757" y="3568700"/>
                  </a:lnTo>
                  <a:lnTo>
                    <a:pt x="25400" y="3568700"/>
                  </a:lnTo>
                  <a:lnTo>
                    <a:pt x="28562" y="3581400"/>
                  </a:lnTo>
                  <a:lnTo>
                    <a:pt x="36042" y="3581400"/>
                  </a:lnTo>
                  <a:lnTo>
                    <a:pt x="40411" y="3594100"/>
                  </a:lnTo>
                  <a:lnTo>
                    <a:pt x="58064" y="3594100"/>
                  </a:lnTo>
                  <a:lnTo>
                    <a:pt x="62395" y="3606800"/>
                  </a:lnTo>
                  <a:lnTo>
                    <a:pt x="2253462" y="3606800"/>
                  </a:lnTo>
                  <a:lnTo>
                    <a:pt x="2257399" y="3609467"/>
                  </a:lnTo>
                  <a:lnTo>
                    <a:pt x="2294801" y="3617315"/>
                  </a:lnTo>
                  <a:lnTo>
                    <a:pt x="2451646" y="3617315"/>
                  </a:lnTo>
                  <a:lnTo>
                    <a:pt x="2489377" y="3609467"/>
                  </a:lnTo>
                  <a:lnTo>
                    <a:pt x="2493314" y="3606800"/>
                  </a:lnTo>
                  <a:lnTo>
                    <a:pt x="2501519" y="3606800"/>
                  </a:lnTo>
                  <a:lnTo>
                    <a:pt x="2504300" y="3599383"/>
                  </a:lnTo>
                  <a:lnTo>
                    <a:pt x="2512098" y="3594100"/>
                  </a:lnTo>
                  <a:lnTo>
                    <a:pt x="2523947" y="3594100"/>
                  </a:lnTo>
                  <a:lnTo>
                    <a:pt x="2528328" y="3581400"/>
                  </a:lnTo>
                  <a:lnTo>
                    <a:pt x="2535809" y="3581400"/>
                  </a:lnTo>
                  <a:lnTo>
                    <a:pt x="2538958" y="3568700"/>
                  </a:lnTo>
                  <a:lnTo>
                    <a:pt x="2545600" y="3568700"/>
                  </a:lnTo>
                  <a:lnTo>
                    <a:pt x="2548217" y="3556000"/>
                  </a:lnTo>
                  <a:lnTo>
                    <a:pt x="2553347" y="3556000"/>
                  </a:lnTo>
                  <a:lnTo>
                    <a:pt x="2555570" y="3543300"/>
                  </a:lnTo>
                  <a:lnTo>
                    <a:pt x="2557729" y="3543300"/>
                  </a:lnTo>
                  <a:lnTo>
                    <a:pt x="2559456" y="3530600"/>
                  </a:lnTo>
                  <a:lnTo>
                    <a:pt x="2562161" y="3530600"/>
                  </a:lnTo>
                  <a:lnTo>
                    <a:pt x="2563050" y="3517900"/>
                  </a:lnTo>
                  <a:lnTo>
                    <a:pt x="2563761" y="3517900"/>
                  </a:lnTo>
                  <a:lnTo>
                    <a:pt x="2564206" y="3505200"/>
                  </a:lnTo>
                  <a:lnTo>
                    <a:pt x="2564358" y="3505200"/>
                  </a:lnTo>
                  <a:lnTo>
                    <a:pt x="2564358" y="114300"/>
                  </a:lnTo>
                  <a:close/>
                </a:path>
              </a:pathLst>
            </a:custGeom>
            <a:solidFill>
              <a:srgbClr val="5A45D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5358798" y="6540590"/>
            <a:ext cx="187325" cy="147066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360"/>
              </a:lnSpc>
            </a:pPr>
            <a:r>
              <a:rPr dirty="0" sz="1150" spc="-10" b="1">
                <a:solidFill>
                  <a:srgbClr val="FFFFFF"/>
                </a:solidFill>
                <a:latin typeface="Arial"/>
                <a:cs typeface="Arial"/>
              </a:rPr>
              <a:t>PROTOTYPE</a:t>
            </a:r>
            <a:r>
              <a:rPr dirty="0" sz="115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115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spc="-20" b="1">
                <a:solidFill>
                  <a:srgbClr val="FFFFFF"/>
                </a:solidFill>
                <a:latin typeface="Arial"/>
                <a:cs typeface="Arial"/>
              </a:rPr>
              <a:t>DEMO</a:t>
            </a:r>
            <a:endParaRPr sz="11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203811" y="839777"/>
            <a:ext cx="147320" cy="63500"/>
          </a:xfrm>
          <a:prstGeom prst="rect">
            <a:avLst/>
          </a:prstGeom>
        </p:spPr>
        <p:txBody>
          <a:bodyPr wrap="square" lIns="0" tIns="317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50" spc="-50" b="1">
                <a:solidFill>
                  <a:srgbClr val="14345F"/>
                </a:solidFill>
                <a:latin typeface="Arial"/>
                <a:cs typeface="Arial"/>
              </a:rPr>
              <a:t>•</a:t>
            </a:r>
            <a:endParaRPr sz="8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05879" y="1002654"/>
            <a:ext cx="160655" cy="1528445"/>
          </a:xfrm>
          <a:prstGeom prst="rect">
            <a:avLst/>
          </a:prstGeom>
        </p:spPr>
        <p:txBody>
          <a:bodyPr wrap="square" lIns="0" tIns="1270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u="sng" sz="95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World</a:t>
            </a:r>
            <a:r>
              <a:rPr dirty="0" u="sng" sz="950" spc="-25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5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Monitor</a:t>
            </a:r>
            <a:r>
              <a:rPr dirty="0" u="sng" sz="950" spc="-65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50" spc="-1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Application</a:t>
            </a:r>
            <a:endParaRPr sz="9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721211" y="839777"/>
            <a:ext cx="147320" cy="63500"/>
          </a:xfrm>
          <a:prstGeom prst="rect">
            <a:avLst/>
          </a:prstGeom>
        </p:spPr>
        <p:txBody>
          <a:bodyPr wrap="square" lIns="0" tIns="317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50" spc="-50">
                <a:solidFill>
                  <a:srgbClr val="14345F"/>
                </a:solidFill>
                <a:latin typeface="Arial"/>
                <a:cs typeface="Arial"/>
              </a:rPr>
              <a:t>•</a:t>
            </a:r>
            <a:endParaRPr sz="8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667599" y="1020330"/>
            <a:ext cx="160655" cy="2290445"/>
          </a:xfrm>
          <a:prstGeom prst="rect">
            <a:avLst/>
          </a:prstGeom>
        </p:spPr>
        <p:txBody>
          <a:bodyPr wrap="square" lIns="0" tIns="1270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u="sng" sz="95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World</a:t>
            </a:r>
            <a:r>
              <a:rPr dirty="0" u="sng" sz="950" spc="-25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5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Monitor</a:t>
            </a:r>
            <a:r>
              <a:rPr dirty="0" u="sng" sz="950" spc="-2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5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Open</a:t>
            </a:r>
            <a:r>
              <a:rPr dirty="0" u="sng" sz="950" spc="-2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5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Source</a:t>
            </a:r>
            <a:r>
              <a:rPr dirty="0" u="sng" sz="950" spc="-25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50" spc="-1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Repository</a:t>
            </a:r>
            <a:endParaRPr sz="9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148124" y="839777"/>
            <a:ext cx="147320" cy="63500"/>
          </a:xfrm>
          <a:prstGeom prst="rect">
            <a:avLst/>
          </a:prstGeom>
        </p:spPr>
        <p:txBody>
          <a:bodyPr wrap="square" lIns="0" tIns="317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50" spc="-50">
                <a:solidFill>
                  <a:srgbClr val="14345F"/>
                </a:solidFill>
                <a:latin typeface="Arial"/>
                <a:cs typeface="Arial"/>
              </a:rPr>
              <a:t>•</a:t>
            </a:r>
            <a:endParaRPr sz="8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094512" y="1020330"/>
            <a:ext cx="160655" cy="2244090"/>
          </a:xfrm>
          <a:prstGeom prst="rect">
            <a:avLst/>
          </a:prstGeom>
        </p:spPr>
        <p:txBody>
          <a:bodyPr wrap="square" lIns="0" tIns="1270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950" b="1">
                <a:solidFill>
                  <a:srgbClr val="14345F"/>
                </a:solidFill>
                <a:latin typeface="Arial"/>
                <a:cs typeface="Arial"/>
              </a:rPr>
              <a:t>World</a:t>
            </a:r>
            <a:r>
              <a:rPr dirty="0" sz="950" spc="-15" b="1">
                <a:solidFill>
                  <a:srgbClr val="14345F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14345F"/>
                </a:solidFill>
                <a:latin typeface="Arial"/>
                <a:cs typeface="Arial"/>
              </a:rPr>
              <a:t>Monitor</a:t>
            </a:r>
            <a:r>
              <a:rPr dirty="0" sz="950" spc="-20" b="1">
                <a:solidFill>
                  <a:srgbClr val="14345F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14345F"/>
                </a:solidFill>
                <a:latin typeface="Arial"/>
                <a:cs typeface="Arial"/>
              </a:rPr>
              <a:t>Security</a:t>
            </a:r>
            <a:r>
              <a:rPr dirty="0" sz="950" spc="-50" b="1">
                <a:solidFill>
                  <a:srgbClr val="14345F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14345F"/>
                </a:solidFill>
                <a:latin typeface="Arial"/>
                <a:cs typeface="Arial"/>
              </a:rPr>
              <a:t>Assessment</a:t>
            </a:r>
            <a:r>
              <a:rPr dirty="0" sz="950" spc="-10" b="1">
                <a:solidFill>
                  <a:srgbClr val="14345F"/>
                </a:solidFill>
                <a:latin typeface="Arial"/>
                <a:cs typeface="Arial"/>
              </a:rPr>
              <a:t> </a:t>
            </a:r>
            <a:r>
              <a:rPr dirty="0" sz="950" spc="-50" b="1">
                <a:solidFill>
                  <a:srgbClr val="14345F"/>
                </a:solidFill>
                <a:latin typeface="Arial"/>
                <a:cs typeface="Arial"/>
              </a:rPr>
              <a:t>—</a:t>
            </a:r>
            <a:endParaRPr sz="9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853207" y="990600"/>
            <a:ext cx="140335" cy="1181735"/>
          </a:xfrm>
          <a:prstGeom prst="rect">
            <a:avLst/>
          </a:prstGeom>
        </p:spPr>
        <p:txBody>
          <a:bodyPr wrap="square" lIns="0" tIns="3810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u="sng" sz="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team</a:t>
            </a:r>
            <a:r>
              <a:rPr dirty="0" u="sng" sz="800" spc="-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assessment</a:t>
            </a:r>
            <a:r>
              <a:rPr dirty="0" u="sng" sz="800" spc="-1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/</a:t>
            </a:r>
            <a:r>
              <a:rPr dirty="0" u="sng" sz="800" spc="-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report</a:t>
            </a:r>
            <a:endParaRPr sz="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178116" y="3765469"/>
            <a:ext cx="133350" cy="59690"/>
          </a:xfrm>
          <a:prstGeom prst="rect">
            <a:avLst/>
          </a:prstGeom>
        </p:spPr>
        <p:txBody>
          <a:bodyPr wrap="square" lIns="0" tIns="444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750" spc="-50">
                <a:solidFill>
                  <a:srgbClr val="173A69"/>
                </a:solidFill>
                <a:latin typeface="Arial"/>
                <a:cs typeface="Arial"/>
              </a:rPr>
              <a:t>•</a:t>
            </a:r>
            <a:endParaRPr sz="7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178116" y="3904217"/>
            <a:ext cx="133350" cy="727075"/>
          </a:xfrm>
          <a:prstGeom prst="rect">
            <a:avLst/>
          </a:prstGeom>
        </p:spPr>
        <p:txBody>
          <a:bodyPr wrap="square" lIns="0" tIns="444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u="sng" sz="75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OWASP</a:t>
            </a:r>
            <a:r>
              <a:rPr dirty="0" u="sng" sz="750" spc="-5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75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Top </a:t>
            </a:r>
            <a:r>
              <a:rPr dirty="0" u="sng" sz="750" spc="-25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10</a:t>
            </a:r>
            <a:endParaRPr sz="7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846328" y="3765469"/>
            <a:ext cx="133350" cy="59690"/>
          </a:xfrm>
          <a:prstGeom prst="rect">
            <a:avLst/>
          </a:prstGeom>
        </p:spPr>
        <p:txBody>
          <a:bodyPr wrap="square" lIns="0" tIns="444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750" spc="-50">
                <a:solidFill>
                  <a:srgbClr val="173A69"/>
                </a:solidFill>
                <a:latin typeface="Arial"/>
                <a:cs typeface="Arial"/>
              </a:rPr>
              <a:t>•</a:t>
            </a:r>
            <a:endParaRPr sz="7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846328" y="3904217"/>
            <a:ext cx="133350" cy="1322705"/>
          </a:xfrm>
          <a:prstGeom prst="rect">
            <a:avLst/>
          </a:prstGeom>
        </p:spPr>
        <p:txBody>
          <a:bodyPr wrap="square" lIns="0" tIns="444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u="sng" sz="75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OWASP</a:t>
            </a:r>
            <a:r>
              <a:rPr dirty="0" u="sng" sz="750" spc="5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75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API</a:t>
            </a:r>
            <a:r>
              <a:rPr dirty="0" u="sng" sz="750" spc="5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75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Security</a:t>
            </a:r>
            <a:r>
              <a:rPr dirty="0" u="sng" sz="750" spc="5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75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Top</a:t>
            </a:r>
            <a:r>
              <a:rPr dirty="0" u="sng" sz="750" spc="1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750" spc="-25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10</a:t>
            </a:r>
            <a:endParaRPr sz="7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514541" y="3765469"/>
            <a:ext cx="133350" cy="59690"/>
          </a:xfrm>
          <a:prstGeom prst="rect">
            <a:avLst/>
          </a:prstGeom>
        </p:spPr>
        <p:txBody>
          <a:bodyPr wrap="square" lIns="0" tIns="444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750" spc="-50">
                <a:solidFill>
                  <a:srgbClr val="173A69"/>
                </a:solidFill>
                <a:latin typeface="Arial"/>
                <a:cs typeface="Arial"/>
              </a:rPr>
              <a:t>•</a:t>
            </a:r>
            <a:endParaRPr sz="7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398918" y="3904217"/>
            <a:ext cx="248920" cy="1698625"/>
          </a:xfrm>
          <a:prstGeom prst="rect">
            <a:avLst/>
          </a:prstGeom>
        </p:spPr>
        <p:txBody>
          <a:bodyPr wrap="square" lIns="0" tIns="3175" rIns="0" bIns="0" rtlCol="0" vert="vert">
            <a:spAutoFit/>
          </a:bodyPr>
          <a:lstStyle/>
          <a:p>
            <a:pPr marL="12700" marR="5080">
              <a:lnSpc>
                <a:spcPct val="101200"/>
              </a:lnSpc>
              <a:spcBef>
                <a:spcPts val="25"/>
              </a:spcBef>
            </a:pPr>
            <a:r>
              <a:rPr dirty="0" u="sng" sz="75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OWASP</a:t>
            </a:r>
            <a:r>
              <a:rPr dirty="0" u="sng" sz="750" spc="15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75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Session</a:t>
            </a:r>
            <a:r>
              <a:rPr dirty="0" u="sng" sz="750" spc="2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75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Management</a:t>
            </a:r>
            <a:r>
              <a:rPr dirty="0" u="sng" sz="750" spc="2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750" spc="-1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Cheat</a:t>
            </a:r>
            <a:r>
              <a:rPr dirty="0" u="none" sz="750" spc="-10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u="sng" sz="750" spc="-1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Sheet</a:t>
            </a:r>
            <a:endParaRPr sz="7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182753" y="3765469"/>
            <a:ext cx="133350" cy="59690"/>
          </a:xfrm>
          <a:prstGeom prst="rect">
            <a:avLst/>
          </a:prstGeom>
        </p:spPr>
        <p:txBody>
          <a:bodyPr wrap="square" lIns="0" tIns="444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750" spc="-50">
                <a:solidFill>
                  <a:srgbClr val="173A69"/>
                </a:solidFill>
                <a:latin typeface="Arial"/>
                <a:cs typeface="Arial"/>
              </a:rPr>
              <a:t>•</a:t>
            </a:r>
            <a:endParaRPr sz="7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182753" y="3904217"/>
            <a:ext cx="133350" cy="2069464"/>
          </a:xfrm>
          <a:prstGeom prst="rect">
            <a:avLst/>
          </a:prstGeom>
        </p:spPr>
        <p:txBody>
          <a:bodyPr wrap="square" lIns="0" tIns="444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u="sng" sz="75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OWASP</a:t>
            </a:r>
            <a:r>
              <a:rPr dirty="0" u="sng" sz="750" spc="2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75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HTTP</a:t>
            </a:r>
            <a:r>
              <a:rPr dirty="0" u="sng" sz="750" spc="2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75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Security</a:t>
            </a:r>
            <a:r>
              <a:rPr dirty="0" u="sng" sz="750" spc="2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75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Headers</a:t>
            </a:r>
            <a:r>
              <a:rPr dirty="0" u="sng" sz="750" spc="2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75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Cheat</a:t>
            </a:r>
            <a:r>
              <a:rPr dirty="0" u="sng" sz="750" spc="2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750" spc="-2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Sheet</a:t>
            </a:r>
            <a:endParaRPr sz="7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850966" y="3765469"/>
            <a:ext cx="133350" cy="59690"/>
          </a:xfrm>
          <a:prstGeom prst="rect">
            <a:avLst/>
          </a:prstGeom>
        </p:spPr>
        <p:txBody>
          <a:bodyPr wrap="square" lIns="0" tIns="444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750" spc="-50">
                <a:solidFill>
                  <a:srgbClr val="173A69"/>
                </a:solidFill>
                <a:latin typeface="Arial"/>
                <a:cs typeface="Arial"/>
              </a:rPr>
              <a:t>•</a:t>
            </a:r>
            <a:endParaRPr sz="7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850966" y="3904217"/>
            <a:ext cx="133350" cy="2091055"/>
          </a:xfrm>
          <a:prstGeom prst="rect">
            <a:avLst/>
          </a:prstGeom>
        </p:spPr>
        <p:txBody>
          <a:bodyPr wrap="square" lIns="0" tIns="444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u="sng" sz="75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OWASP</a:t>
            </a:r>
            <a:r>
              <a:rPr dirty="0" u="sng" sz="750" spc="2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75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User</a:t>
            </a:r>
            <a:r>
              <a:rPr dirty="0" u="sng" sz="750" spc="2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75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Privacy</a:t>
            </a:r>
            <a:r>
              <a:rPr dirty="0" u="sng" sz="750" spc="2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75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Protection</a:t>
            </a:r>
            <a:r>
              <a:rPr dirty="0" u="sng" sz="750" spc="2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75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Cheat</a:t>
            </a:r>
            <a:r>
              <a:rPr dirty="0" u="sng" sz="750" spc="25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750" spc="-2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Sheet</a:t>
            </a:r>
            <a:endParaRPr sz="75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519178" y="3765469"/>
            <a:ext cx="133350" cy="59690"/>
          </a:xfrm>
          <a:prstGeom prst="rect">
            <a:avLst/>
          </a:prstGeom>
        </p:spPr>
        <p:txBody>
          <a:bodyPr wrap="square" lIns="0" tIns="444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750" spc="-50">
                <a:solidFill>
                  <a:srgbClr val="173A69"/>
                </a:solidFill>
                <a:latin typeface="Arial"/>
                <a:cs typeface="Arial"/>
              </a:rPr>
              <a:t>•</a:t>
            </a:r>
            <a:endParaRPr sz="7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519178" y="3904217"/>
            <a:ext cx="133350" cy="2047239"/>
          </a:xfrm>
          <a:prstGeom prst="rect">
            <a:avLst/>
          </a:prstGeom>
        </p:spPr>
        <p:txBody>
          <a:bodyPr wrap="square" lIns="0" tIns="444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u="sng" sz="75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OWASP</a:t>
            </a:r>
            <a:r>
              <a:rPr dirty="0" u="sng" sz="750" spc="15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75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Cryptographic</a:t>
            </a:r>
            <a:r>
              <a:rPr dirty="0" u="sng" sz="750" spc="15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75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Storage</a:t>
            </a:r>
            <a:r>
              <a:rPr dirty="0" u="sng" sz="750" spc="15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75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Cheat</a:t>
            </a:r>
            <a:r>
              <a:rPr dirty="0" u="sng" sz="750" spc="15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750" spc="-2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Sheet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4034028" y="6684708"/>
            <a:ext cx="1204595" cy="2844800"/>
            <a:chOff x="4034028" y="6684708"/>
            <a:chExt cx="1204595" cy="2844800"/>
          </a:xfrm>
        </p:grpSpPr>
        <p:sp>
          <p:nvSpPr>
            <p:cNvPr id="42" name="object 42"/>
            <p:cNvSpPr/>
            <p:nvPr/>
          </p:nvSpPr>
          <p:spPr>
            <a:xfrm>
              <a:off x="4323588" y="6775195"/>
              <a:ext cx="904875" cy="904875"/>
            </a:xfrm>
            <a:custGeom>
              <a:avLst/>
              <a:gdLst/>
              <a:ahLst/>
              <a:cxnLst/>
              <a:rect l="l" t="t" r="r" b="b"/>
              <a:pathLst>
                <a:path w="904875" h="904875">
                  <a:moveTo>
                    <a:pt x="832485" y="0"/>
                  </a:moveTo>
                  <a:lnTo>
                    <a:pt x="72389" y="0"/>
                  </a:lnTo>
                  <a:lnTo>
                    <a:pt x="44270" y="5467"/>
                  </a:lnTo>
                  <a:lnTo>
                    <a:pt x="21279" y="20906"/>
                  </a:lnTo>
                  <a:lnTo>
                    <a:pt x="5745" y="43989"/>
                  </a:lnTo>
                  <a:lnTo>
                    <a:pt x="0" y="72389"/>
                  </a:lnTo>
                  <a:lnTo>
                    <a:pt x="0" y="832484"/>
                  </a:lnTo>
                  <a:lnTo>
                    <a:pt x="5745" y="860427"/>
                  </a:lnTo>
                  <a:lnTo>
                    <a:pt x="21279" y="883357"/>
                  </a:lnTo>
                  <a:lnTo>
                    <a:pt x="44270" y="898949"/>
                  </a:lnTo>
                  <a:lnTo>
                    <a:pt x="72389" y="904874"/>
                  </a:lnTo>
                  <a:lnTo>
                    <a:pt x="832485" y="904874"/>
                  </a:lnTo>
                  <a:lnTo>
                    <a:pt x="860721" y="898949"/>
                  </a:lnTo>
                  <a:lnTo>
                    <a:pt x="883749" y="883357"/>
                  </a:lnTo>
                  <a:lnTo>
                    <a:pt x="899243" y="860427"/>
                  </a:lnTo>
                  <a:lnTo>
                    <a:pt x="904875" y="832484"/>
                  </a:lnTo>
                  <a:lnTo>
                    <a:pt x="904875" y="72389"/>
                  </a:lnTo>
                  <a:lnTo>
                    <a:pt x="899243" y="43989"/>
                  </a:lnTo>
                  <a:lnTo>
                    <a:pt x="883749" y="20906"/>
                  </a:lnTo>
                  <a:lnTo>
                    <a:pt x="860721" y="5467"/>
                  </a:lnTo>
                  <a:lnTo>
                    <a:pt x="8324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4313764" y="6765021"/>
              <a:ext cx="925194" cy="924560"/>
            </a:xfrm>
            <a:custGeom>
              <a:avLst/>
              <a:gdLst/>
              <a:ahLst/>
              <a:cxnLst/>
              <a:rect l="l" t="t" r="r" b="b"/>
              <a:pathLst>
                <a:path w="925195" h="924559">
                  <a:moveTo>
                    <a:pt x="858767" y="923290"/>
                  </a:moveTo>
                  <a:lnTo>
                    <a:pt x="65956" y="923290"/>
                  </a:lnTo>
                  <a:lnTo>
                    <a:pt x="69524" y="924560"/>
                  </a:lnTo>
                  <a:lnTo>
                    <a:pt x="855207" y="924560"/>
                  </a:lnTo>
                  <a:lnTo>
                    <a:pt x="858767" y="923290"/>
                  </a:lnTo>
                  <a:close/>
                </a:path>
                <a:path w="925195" h="924559">
                  <a:moveTo>
                    <a:pt x="863250" y="2540"/>
                  </a:moveTo>
                  <a:lnTo>
                    <a:pt x="61481" y="2540"/>
                  </a:lnTo>
                  <a:lnTo>
                    <a:pt x="58042" y="3810"/>
                  </a:lnTo>
                  <a:lnTo>
                    <a:pt x="50452" y="6350"/>
                  </a:lnTo>
                  <a:lnTo>
                    <a:pt x="46793" y="8890"/>
                  </a:lnTo>
                  <a:lnTo>
                    <a:pt x="43233" y="10160"/>
                  </a:lnTo>
                  <a:lnTo>
                    <a:pt x="39764" y="12700"/>
                  </a:lnTo>
                  <a:lnTo>
                    <a:pt x="36417" y="13970"/>
                  </a:lnTo>
                  <a:lnTo>
                    <a:pt x="33178" y="16510"/>
                  </a:lnTo>
                  <a:lnTo>
                    <a:pt x="30062" y="19050"/>
                  </a:lnTo>
                  <a:lnTo>
                    <a:pt x="26704" y="21590"/>
                  </a:lnTo>
                  <a:lnTo>
                    <a:pt x="23849" y="24129"/>
                  </a:lnTo>
                  <a:lnTo>
                    <a:pt x="21456" y="26670"/>
                  </a:lnTo>
                  <a:lnTo>
                    <a:pt x="18550" y="30479"/>
                  </a:lnTo>
                  <a:lnTo>
                    <a:pt x="16117" y="34290"/>
                  </a:lnTo>
                  <a:lnTo>
                    <a:pt x="14097" y="36829"/>
                  </a:lnTo>
                  <a:lnTo>
                    <a:pt x="11944" y="39370"/>
                  </a:lnTo>
                  <a:lnTo>
                    <a:pt x="9712" y="43179"/>
                  </a:lnTo>
                  <a:lnTo>
                    <a:pt x="8114" y="46990"/>
                  </a:lnTo>
                  <a:lnTo>
                    <a:pt x="4796" y="54610"/>
                  </a:lnTo>
                  <a:lnTo>
                    <a:pt x="3509" y="58420"/>
                  </a:lnTo>
                  <a:lnTo>
                    <a:pt x="2533" y="62229"/>
                  </a:lnTo>
                  <a:lnTo>
                    <a:pt x="1498" y="66040"/>
                  </a:lnTo>
                  <a:lnTo>
                    <a:pt x="784" y="71120"/>
                  </a:lnTo>
                  <a:lnTo>
                    <a:pt x="281" y="74929"/>
                  </a:lnTo>
                  <a:lnTo>
                    <a:pt x="0" y="78740"/>
                  </a:lnTo>
                  <a:lnTo>
                    <a:pt x="0" y="847090"/>
                  </a:lnTo>
                  <a:lnTo>
                    <a:pt x="166" y="849630"/>
                  </a:lnTo>
                  <a:lnTo>
                    <a:pt x="249" y="850900"/>
                  </a:lnTo>
                  <a:lnTo>
                    <a:pt x="332" y="852170"/>
                  </a:lnTo>
                  <a:lnTo>
                    <a:pt x="784" y="854710"/>
                  </a:lnTo>
                  <a:lnTo>
                    <a:pt x="864" y="855980"/>
                  </a:lnTo>
                  <a:lnTo>
                    <a:pt x="1502" y="859287"/>
                  </a:lnTo>
                  <a:lnTo>
                    <a:pt x="1598" y="859790"/>
                  </a:lnTo>
                  <a:lnTo>
                    <a:pt x="2533" y="863600"/>
                  </a:lnTo>
                  <a:lnTo>
                    <a:pt x="9712" y="881380"/>
                  </a:lnTo>
                  <a:lnTo>
                    <a:pt x="11944" y="886460"/>
                  </a:lnTo>
                  <a:lnTo>
                    <a:pt x="13825" y="889000"/>
                  </a:lnTo>
                  <a:lnTo>
                    <a:pt x="16117" y="891540"/>
                  </a:lnTo>
                  <a:lnTo>
                    <a:pt x="18550" y="895350"/>
                  </a:lnTo>
                  <a:lnTo>
                    <a:pt x="21456" y="897890"/>
                  </a:lnTo>
                  <a:lnTo>
                    <a:pt x="23849" y="900430"/>
                  </a:lnTo>
                  <a:lnTo>
                    <a:pt x="26704" y="904240"/>
                  </a:lnTo>
                  <a:lnTo>
                    <a:pt x="30062" y="906780"/>
                  </a:lnTo>
                  <a:lnTo>
                    <a:pt x="33178" y="909320"/>
                  </a:lnTo>
                  <a:lnTo>
                    <a:pt x="36014" y="910590"/>
                  </a:lnTo>
                  <a:lnTo>
                    <a:pt x="39352" y="913130"/>
                  </a:lnTo>
                  <a:lnTo>
                    <a:pt x="42801" y="915670"/>
                  </a:lnTo>
                  <a:lnTo>
                    <a:pt x="46793" y="916940"/>
                  </a:lnTo>
                  <a:lnTo>
                    <a:pt x="49999" y="918210"/>
                  </a:lnTo>
                  <a:lnTo>
                    <a:pt x="54202" y="920750"/>
                  </a:lnTo>
                  <a:lnTo>
                    <a:pt x="58042" y="922020"/>
                  </a:lnTo>
                  <a:lnTo>
                    <a:pt x="61481" y="923290"/>
                  </a:lnTo>
                  <a:lnTo>
                    <a:pt x="863250" y="923290"/>
                  </a:lnTo>
                  <a:lnTo>
                    <a:pt x="866689" y="922020"/>
                  </a:lnTo>
                  <a:lnTo>
                    <a:pt x="874280" y="919480"/>
                  </a:lnTo>
                  <a:lnTo>
                    <a:pt x="877940" y="916940"/>
                  </a:lnTo>
                  <a:lnTo>
                    <a:pt x="881932" y="915670"/>
                  </a:lnTo>
                  <a:lnTo>
                    <a:pt x="885380" y="913130"/>
                  </a:lnTo>
                  <a:lnTo>
                    <a:pt x="888316" y="911860"/>
                  </a:lnTo>
                  <a:lnTo>
                    <a:pt x="891553" y="909320"/>
                  </a:lnTo>
                  <a:lnTo>
                    <a:pt x="894670" y="906780"/>
                  </a:lnTo>
                  <a:lnTo>
                    <a:pt x="896349" y="905510"/>
                  </a:lnTo>
                  <a:lnTo>
                    <a:pt x="76180" y="905510"/>
                  </a:lnTo>
                  <a:lnTo>
                    <a:pt x="72561" y="904240"/>
                  </a:lnTo>
                  <a:lnTo>
                    <a:pt x="69987" y="904240"/>
                  </a:lnTo>
                  <a:lnTo>
                    <a:pt x="66488" y="902970"/>
                  </a:lnTo>
                  <a:lnTo>
                    <a:pt x="64015" y="902970"/>
                  </a:lnTo>
                  <a:lnTo>
                    <a:pt x="60647" y="901700"/>
                  </a:lnTo>
                  <a:lnTo>
                    <a:pt x="61120" y="901700"/>
                  </a:lnTo>
                  <a:lnTo>
                    <a:pt x="57831" y="900430"/>
                  </a:lnTo>
                  <a:lnTo>
                    <a:pt x="58284" y="900430"/>
                  </a:lnTo>
                  <a:lnTo>
                    <a:pt x="55077" y="899160"/>
                  </a:lnTo>
                  <a:lnTo>
                    <a:pt x="55519" y="899160"/>
                  </a:lnTo>
                  <a:lnTo>
                    <a:pt x="52392" y="897890"/>
                  </a:lnTo>
                  <a:lnTo>
                    <a:pt x="52825" y="897890"/>
                  </a:lnTo>
                  <a:lnTo>
                    <a:pt x="49789" y="896620"/>
                  </a:lnTo>
                  <a:lnTo>
                    <a:pt x="50210" y="896620"/>
                  </a:lnTo>
                  <a:lnTo>
                    <a:pt x="47275" y="894080"/>
                  </a:lnTo>
                  <a:lnTo>
                    <a:pt x="47666" y="894080"/>
                  </a:lnTo>
                  <a:lnTo>
                    <a:pt x="44832" y="892810"/>
                  </a:lnTo>
                  <a:lnTo>
                    <a:pt x="45214" y="892810"/>
                  </a:lnTo>
                  <a:lnTo>
                    <a:pt x="43846" y="891540"/>
                  </a:lnTo>
                  <a:lnTo>
                    <a:pt x="42851" y="891540"/>
                  </a:lnTo>
                  <a:lnTo>
                    <a:pt x="40227" y="889000"/>
                  </a:lnTo>
                  <a:lnTo>
                    <a:pt x="40579" y="889000"/>
                  </a:lnTo>
                  <a:lnTo>
                    <a:pt x="39322" y="887730"/>
                  </a:lnTo>
                  <a:lnTo>
                    <a:pt x="38407" y="887730"/>
                  </a:lnTo>
                  <a:lnTo>
                    <a:pt x="36014" y="885190"/>
                  </a:lnTo>
                  <a:lnTo>
                    <a:pt x="36335" y="885190"/>
                  </a:lnTo>
                  <a:lnTo>
                    <a:pt x="34053" y="882650"/>
                  </a:lnTo>
                  <a:lnTo>
                    <a:pt x="34366" y="882650"/>
                  </a:lnTo>
                  <a:lnTo>
                    <a:pt x="32213" y="880110"/>
                  </a:lnTo>
                  <a:lnTo>
                    <a:pt x="32505" y="880110"/>
                  </a:lnTo>
                  <a:lnTo>
                    <a:pt x="30485" y="877570"/>
                  </a:lnTo>
                  <a:lnTo>
                    <a:pt x="30756" y="877570"/>
                  </a:lnTo>
                  <a:lnTo>
                    <a:pt x="28875" y="875030"/>
                  </a:lnTo>
                  <a:lnTo>
                    <a:pt x="29127" y="875030"/>
                  </a:lnTo>
                  <a:lnTo>
                    <a:pt x="27377" y="872490"/>
                  </a:lnTo>
                  <a:lnTo>
                    <a:pt x="27618" y="872490"/>
                  </a:lnTo>
                  <a:lnTo>
                    <a:pt x="26021" y="869950"/>
                  </a:lnTo>
                  <a:lnTo>
                    <a:pt x="26231" y="869950"/>
                  </a:lnTo>
                  <a:lnTo>
                    <a:pt x="24773" y="867410"/>
                  </a:lnTo>
                  <a:lnTo>
                    <a:pt x="24974" y="867410"/>
                  </a:lnTo>
                  <a:lnTo>
                    <a:pt x="24110" y="864870"/>
                  </a:lnTo>
                  <a:lnTo>
                    <a:pt x="23849" y="864870"/>
                  </a:lnTo>
                  <a:lnTo>
                    <a:pt x="22702" y="861060"/>
                  </a:lnTo>
                  <a:lnTo>
                    <a:pt x="22853" y="861060"/>
                  </a:lnTo>
                  <a:lnTo>
                    <a:pt x="22173" y="859287"/>
                  </a:lnTo>
                  <a:lnTo>
                    <a:pt x="21466" y="855980"/>
                  </a:lnTo>
                  <a:lnTo>
                    <a:pt x="21295" y="855980"/>
                  </a:lnTo>
                  <a:lnTo>
                    <a:pt x="20661" y="852170"/>
                  </a:lnTo>
                  <a:lnTo>
                    <a:pt x="20279" y="849630"/>
                  </a:lnTo>
                  <a:lnTo>
                    <a:pt x="20125" y="847090"/>
                  </a:lnTo>
                  <a:lnTo>
                    <a:pt x="20078" y="78740"/>
                  </a:lnTo>
                  <a:lnTo>
                    <a:pt x="20330" y="76200"/>
                  </a:lnTo>
                  <a:lnTo>
                    <a:pt x="20732" y="73660"/>
                  </a:lnTo>
                  <a:lnTo>
                    <a:pt x="21295" y="69850"/>
                  </a:lnTo>
                  <a:lnTo>
                    <a:pt x="22009" y="67310"/>
                  </a:lnTo>
                  <a:lnTo>
                    <a:pt x="21878" y="67310"/>
                  </a:lnTo>
                  <a:lnTo>
                    <a:pt x="22853" y="63500"/>
                  </a:lnTo>
                  <a:lnTo>
                    <a:pt x="23084" y="63500"/>
                  </a:lnTo>
                  <a:lnTo>
                    <a:pt x="23849" y="60960"/>
                  </a:lnTo>
                  <a:lnTo>
                    <a:pt x="24110" y="60960"/>
                  </a:lnTo>
                  <a:lnTo>
                    <a:pt x="24974" y="58420"/>
                  </a:lnTo>
                  <a:lnTo>
                    <a:pt x="24773" y="58420"/>
                  </a:lnTo>
                  <a:lnTo>
                    <a:pt x="26231" y="55879"/>
                  </a:lnTo>
                  <a:lnTo>
                    <a:pt x="26021" y="55879"/>
                  </a:lnTo>
                  <a:lnTo>
                    <a:pt x="27618" y="53340"/>
                  </a:lnTo>
                  <a:lnTo>
                    <a:pt x="27377" y="53340"/>
                  </a:lnTo>
                  <a:lnTo>
                    <a:pt x="29127" y="50800"/>
                  </a:lnTo>
                  <a:lnTo>
                    <a:pt x="28875" y="50800"/>
                  </a:lnTo>
                  <a:lnTo>
                    <a:pt x="30756" y="48260"/>
                  </a:lnTo>
                  <a:lnTo>
                    <a:pt x="30485" y="48260"/>
                  </a:lnTo>
                  <a:lnTo>
                    <a:pt x="32505" y="45720"/>
                  </a:lnTo>
                  <a:lnTo>
                    <a:pt x="32213" y="45720"/>
                  </a:lnTo>
                  <a:lnTo>
                    <a:pt x="34366" y="43179"/>
                  </a:lnTo>
                  <a:lnTo>
                    <a:pt x="34053" y="43179"/>
                  </a:lnTo>
                  <a:lnTo>
                    <a:pt x="36335" y="40640"/>
                  </a:lnTo>
                  <a:lnTo>
                    <a:pt x="36014" y="40640"/>
                  </a:lnTo>
                  <a:lnTo>
                    <a:pt x="38407" y="38100"/>
                  </a:lnTo>
                  <a:lnTo>
                    <a:pt x="39322" y="38100"/>
                  </a:lnTo>
                  <a:lnTo>
                    <a:pt x="40579" y="36829"/>
                  </a:lnTo>
                  <a:lnTo>
                    <a:pt x="40227" y="36829"/>
                  </a:lnTo>
                  <a:lnTo>
                    <a:pt x="42851" y="34290"/>
                  </a:lnTo>
                  <a:lnTo>
                    <a:pt x="42478" y="34290"/>
                  </a:lnTo>
                  <a:lnTo>
                    <a:pt x="45214" y="33020"/>
                  </a:lnTo>
                  <a:lnTo>
                    <a:pt x="44832" y="33020"/>
                  </a:lnTo>
                  <a:lnTo>
                    <a:pt x="47666" y="30479"/>
                  </a:lnTo>
                  <a:lnTo>
                    <a:pt x="48743" y="30479"/>
                  </a:lnTo>
                  <a:lnTo>
                    <a:pt x="50210" y="29210"/>
                  </a:lnTo>
                  <a:lnTo>
                    <a:pt x="49789" y="29210"/>
                  </a:lnTo>
                  <a:lnTo>
                    <a:pt x="52825" y="27940"/>
                  </a:lnTo>
                  <a:lnTo>
                    <a:pt x="52392" y="27940"/>
                  </a:lnTo>
                  <a:lnTo>
                    <a:pt x="55519" y="26670"/>
                  </a:lnTo>
                  <a:lnTo>
                    <a:pt x="55077" y="26670"/>
                  </a:lnTo>
                  <a:lnTo>
                    <a:pt x="58284" y="25400"/>
                  </a:lnTo>
                  <a:lnTo>
                    <a:pt x="57831" y="25400"/>
                  </a:lnTo>
                  <a:lnTo>
                    <a:pt x="61120" y="24129"/>
                  </a:lnTo>
                  <a:lnTo>
                    <a:pt x="60647" y="24129"/>
                  </a:lnTo>
                  <a:lnTo>
                    <a:pt x="64015" y="22860"/>
                  </a:lnTo>
                  <a:lnTo>
                    <a:pt x="66488" y="22860"/>
                  </a:lnTo>
                  <a:lnTo>
                    <a:pt x="69987" y="21590"/>
                  </a:lnTo>
                  <a:lnTo>
                    <a:pt x="72561" y="21590"/>
                  </a:lnTo>
                  <a:lnTo>
                    <a:pt x="76180" y="20320"/>
                  </a:lnTo>
                  <a:lnTo>
                    <a:pt x="896349" y="20320"/>
                  </a:lnTo>
                  <a:lnTo>
                    <a:pt x="894670" y="19050"/>
                  </a:lnTo>
                  <a:lnTo>
                    <a:pt x="891553" y="16510"/>
                  </a:lnTo>
                  <a:lnTo>
                    <a:pt x="888718" y="13970"/>
                  </a:lnTo>
                  <a:lnTo>
                    <a:pt x="885380" y="12700"/>
                  </a:lnTo>
                  <a:lnTo>
                    <a:pt x="881932" y="10160"/>
                  </a:lnTo>
                  <a:lnTo>
                    <a:pt x="877940" y="8890"/>
                  </a:lnTo>
                  <a:lnTo>
                    <a:pt x="874732" y="6350"/>
                  </a:lnTo>
                  <a:lnTo>
                    <a:pt x="870530" y="5079"/>
                  </a:lnTo>
                  <a:lnTo>
                    <a:pt x="866689" y="3810"/>
                  </a:lnTo>
                  <a:lnTo>
                    <a:pt x="863250" y="2540"/>
                  </a:lnTo>
                  <a:close/>
                </a:path>
                <a:path w="925195" h="924559">
                  <a:moveTo>
                    <a:pt x="75678" y="904240"/>
                  </a:moveTo>
                  <a:lnTo>
                    <a:pt x="76180" y="905510"/>
                  </a:lnTo>
                  <a:lnTo>
                    <a:pt x="79358" y="905510"/>
                  </a:lnTo>
                  <a:lnTo>
                    <a:pt x="75678" y="904240"/>
                  </a:lnTo>
                  <a:close/>
                </a:path>
                <a:path w="925195" h="924559">
                  <a:moveTo>
                    <a:pt x="849054" y="904240"/>
                  </a:moveTo>
                  <a:lnTo>
                    <a:pt x="845375" y="905510"/>
                  </a:lnTo>
                  <a:lnTo>
                    <a:pt x="848551" y="905510"/>
                  </a:lnTo>
                  <a:lnTo>
                    <a:pt x="849054" y="904240"/>
                  </a:lnTo>
                  <a:close/>
                </a:path>
                <a:path w="925195" h="924559">
                  <a:moveTo>
                    <a:pt x="882253" y="890270"/>
                  </a:moveTo>
                  <a:lnTo>
                    <a:pt x="879519" y="892810"/>
                  </a:lnTo>
                  <a:lnTo>
                    <a:pt x="879900" y="892810"/>
                  </a:lnTo>
                  <a:lnTo>
                    <a:pt x="877065" y="894080"/>
                  </a:lnTo>
                  <a:lnTo>
                    <a:pt x="877458" y="894080"/>
                  </a:lnTo>
                  <a:lnTo>
                    <a:pt x="874522" y="896620"/>
                  </a:lnTo>
                  <a:lnTo>
                    <a:pt x="874944" y="896620"/>
                  </a:lnTo>
                  <a:lnTo>
                    <a:pt x="871908" y="897890"/>
                  </a:lnTo>
                  <a:lnTo>
                    <a:pt x="872340" y="897890"/>
                  </a:lnTo>
                  <a:lnTo>
                    <a:pt x="869213" y="899160"/>
                  </a:lnTo>
                  <a:lnTo>
                    <a:pt x="869655" y="899160"/>
                  </a:lnTo>
                  <a:lnTo>
                    <a:pt x="866448" y="900430"/>
                  </a:lnTo>
                  <a:lnTo>
                    <a:pt x="866900" y="900430"/>
                  </a:lnTo>
                  <a:lnTo>
                    <a:pt x="863612" y="901700"/>
                  </a:lnTo>
                  <a:lnTo>
                    <a:pt x="864085" y="901700"/>
                  </a:lnTo>
                  <a:lnTo>
                    <a:pt x="860717" y="902970"/>
                  </a:lnTo>
                  <a:lnTo>
                    <a:pt x="858244" y="902970"/>
                  </a:lnTo>
                  <a:lnTo>
                    <a:pt x="854745" y="904240"/>
                  </a:lnTo>
                  <a:lnTo>
                    <a:pt x="852171" y="904240"/>
                  </a:lnTo>
                  <a:lnTo>
                    <a:pt x="848551" y="905510"/>
                  </a:lnTo>
                  <a:lnTo>
                    <a:pt x="896349" y="905510"/>
                  </a:lnTo>
                  <a:lnTo>
                    <a:pt x="898028" y="904240"/>
                  </a:lnTo>
                  <a:lnTo>
                    <a:pt x="900541" y="901700"/>
                  </a:lnTo>
                  <a:lnTo>
                    <a:pt x="903277" y="897890"/>
                  </a:lnTo>
                  <a:lnTo>
                    <a:pt x="906183" y="895350"/>
                  </a:lnTo>
                  <a:lnTo>
                    <a:pt x="908615" y="891540"/>
                  </a:lnTo>
                  <a:lnTo>
                    <a:pt x="881881" y="891540"/>
                  </a:lnTo>
                  <a:lnTo>
                    <a:pt x="882253" y="890270"/>
                  </a:lnTo>
                  <a:close/>
                </a:path>
                <a:path w="925195" h="924559">
                  <a:moveTo>
                    <a:pt x="42478" y="890270"/>
                  </a:moveTo>
                  <a:lnTo>
                    <a:pt x="42851" y="891540"/>
                  </a:lnTo>
                  <a:lnTo>
                    <a:pt x="43846" y="891540"/>
                  </a:lnTo>
                  <a:lnTo>
                    <a:pt x="42478" y="890270"/>
                  </a:lnTo>
                  <a:close/>
                </a:path>
                <a:path w="925195" h="924559">
                  <a:moveTo>
                    <a:pt x="886667" y="886460"/>
                  </a:moveTo>
                  <a:lnTo>
                    <a:pt x="884153" y="889000"/>
                  </a:lnTo>
                  <a:lnTo>
                    <a:pt x="884505" y="889000"/>
                  </a:lnTo>
                  <a:lnTo>
                    <a:pt x="881881" y="891540"/>
                  </a:lnTo>
                  <a:lnTo>
                    <a:pt x="908615" y="891540"/>
                  </a:lnTo>
                  <a:lnTo>
                    <a:pt x="910636" y="889000"/>
                  </a:lnTo>
                  <a:lnTo>
                    <a:pt x="911712" y="887730"/>
                  </a:lnTo>
                  <a:lnTo>
                    <a:pt x="886325" y="887730"/>
                  </a:lnTo>
                  <a:lnTo>
                    <a:pt x="886667" y="886460"/>
                  </a:lnTo>
                  <a:close/>
                </a:path>
                <a:path w="925195" h="924559">
                  <a:moveTo>
                    <a:pt x="38065" y="886460"/>
                  </a:moveTo>
                  <a:lnTo>
                    <a:pt x="38407" y="887730"/>
                  </a:lnTo>
                  <a:lnTo>
                    <a:pt x="39322" y="887730"/>
                  </a:lnTo>
                  <a:lnTo>
                    <a:pt x="38065" y="886460"/>
                  </a:lnTo>
                  <a:close/>
                </a:path>
                <a:path w="925195" h="924559">
                  <a:moveTo>
                    <a:pt x="901054" y="863600"/>
                  </a:moveTo>
                  <a:lnTo>
                    <a:pt x="899758" y="867410"/>
                  </a:lnTo>
                  <a:lnTo>
                    <a:pt x="899948" y="867410"/>
                  </a:lnTo>
                  <a:lnTo>
                    <a:pt x="898500" y="869950"/>
                  </a:lnTo>
                  <a:lnTo>
                    <a:pt x="898711" y="869950"/>
                  </a:lnTo>
                  <a:lnTo>
                    <a:pt x="897114" y="872490"/>
                  </a:lnTo>
                  <a:lnTo>
                    <a:pt x="897355" y="872490"/>
                  </a:lnTo>
                  <a:lnTo>
                    <a:pt x="895605" y="875030"/>
                  </a:lnTo>
                  <a:lnTo>
                    <a:pt x="895856" y="875030"/>
                  </a:lnTo>
                  <a:lnTo>
                    <a:pt x="893977" y="877570"/>
                  </a:lnTo>
                  <a:lnTo>
                    <a:pt x="894247" y="877570"/>
                  </a:lnTo>
                  <a:lnTo>
                    <a:pt x="892227" y="880110"/>
                  </a:lnTo>
                  <a:lnTo>
                    <a:pt x="892519" y="880110"/>
                  </a:lnTo>
                  <a:lnTo>
                    <a:pt x="890367" y="882650"/>
                  </a:lnTo>
                  <a:lnTo>
                    <a:pt x="890678" y="882650"/>
                  </a:lnTo>
                  <a:lnTo>
                    <a:pt x="888396" y="885190"/>
                  </a:lnTo>
                  <a:lnTo>
                    <a:pt x="888718" y="885190"/>
                  </a:lnTo>
                  <a:lnTo>
                    <a:pt x="886325" y="887730"/>
                  </a:lnTo>
                  <a:lnTo>
                    <a:pt x="911712" y="887730"/>
                  </a:lnTo>
                  <a:lnTo>
                    <a:pt x="912788" y="886460"/>
                  </a:lnTo>
                  <a:lnTo>
                    <a:pt x="915019" y="881380"/>
                  </a:lnTo>
                  <a:lnTo>
                    <a:pt x="916618" y="878840"/>
                  </a:lnTo>
                  <a:lnTo>
                    <a:pt x="919937" y="871220"/>
                  </a:lnTo>
                  <a:lnTo>
                    <a:pt x="921223" y="867410"/>
                  </a:lnTo>
                  <a:lnTo>
                    <a:pt x="921873" y="864870"/>
                  </a:lnTo>
                  <a:lnTo>
                    <a:pt x="900883" y="864870"/>
                  </a:lnTo>
                  <a:lnTo>
                    <a:pt x="901054" y="863600"/>
                  </a:lnTo>
                  <a:close/>
                </a:path>
                <a:path w="925195" h="924559">
                  <a:moveTo>
                    <a:pt x="23677" y="863600"/>
                  </a:moveTo>
                  <a:lnTo>
                    <a:pt x="23849" y="864870"/>
                  </a:lnTo>
                  <a:lnTo>
                    <a:pt x="24110" y="864870"/>
                  </a:lnTo>
                  <a:lnTo>
                    <a:pt x="23677" y="863600"/>
                  </a:lnTo>
                  <a:close/>
                </a:path>
                <a:path w="925195" h="924559">
                  <a:moveTo>
                    <a:pt x="903537" y="854710"/>
                  </a:moveTo>
                  <a:lnTo>
                    <a:pt x="902559" y="859287"/>
                  </a:lnTo>
                  <a:lnTo>
                    <a:pt x="901879" y="861060"/>
                  </a:lnTo>
                  <a:lnTo>
                    <a:pt x="902030" y="861060"/>
                  </a:lnTo>
                  <a:lnTo>
                    <a:pt x="900883" y="864870"/>
                  </a:lnTo>
                  <a:lnTo>
                    <a:pt x="921873" y="864870"/>
                  </a:lnTo>
                  <a:lnTo>
                    <a:pt x="922199" y="863600"/>
                  </a:lnTo>
                  <a:lnTo>
                    <a:pt x="923234" y="859790"/>
                  </a:lnTo>
                  <a:lnTo>
                    <a:pt x="923769" y="855980"/>
                  </a:lnTo>
                  <a:lnTo>
                    <a:pt x="903437" y="855980"/>
                  </a:lnTo>
                  <a:lnTo>
                    <a:pt x="903537" y="854710"/>
                  </a:lnTo>
                  <a:close/>
                </a:path>
                <a:path w="925195" h="924559">
                  <a:moveTo>
                    <a:pt x="21195" y="854710"/>
                  </a:moveTo>
                  <a:lnTo>
                    <a:pt x="21295" y="855980"/>
                  </a:lnTo>
                  <a:lnTo>
                    <a:pt x="21466" y="855980"/>
                  </a:lnTo>
                  <a:lnTo>
                    <a:pt x="21195" y="854710"/>
                  </a:lnTo>
                  <a:close/>
                </a:path>
                <a:path w="925195" h="924559">
                  <a:moveTo>
                    <a:pt x="922510" y="63500"/>
                  </a:moveTo>
                  <a:lnTo>
                    <a:pt x="901879" y="63500"/>
                  </a:lnTo>
                  <a:lnTo>
                    <a:pt x="902854" y="67310"/>
                  </a:lnTo>
                  <a:lnTo>
                    <a:pt x="902723" y="67310"/>
                  </a:lnTo>
                  <a:lnTo>
                    <a:pt x="903537" y="69850"/>
                  </a:lnTo>
                  <a:lnTo>
                    <a:pt x="904071" y="73660"/>
                  </a:lnTo>
                  <a:lnTo>
                    <a:pt x="904453" y="76200"/>
                  </a:lnTo>
                  <a:lnTo>
                    <a:pt x="904570" y="847090"/>
                  </a:lnTo>
                  <a:lnTo>
                    <a:pt x="904402" y="849630"/>
                  </a:lnTo>
                  <a:lnTo>
                    <a:pt x="903991" y="852170"/>
                  </a:lnTo>
                  <a:lnTo>
                    <a:pt x="903437" y="855980"/>
                  </a:lnTo>
                  <a:lnTo>
                    <a:pt x="923769" y="855980"/>
                  </a:lnTo>
                  <a:lnTo>
                    <a:pt x="924450" y="850900"/>
                  </a:lnTo>
                  <a:lnTo>
                    <a:pt x="924732" y="847090"/>
                  </a:lnTo>
                  <a:lnTo>
                    <a:pt x="924732" y="78740"/>
                  </a:lnTo>
                  <a:lnTo>
                    <a:pt x="924566" y="76200"/>
                  </a:lnTo>
                  <a:lnTo>
                    <a:pt x="924484" y="74929"/>
                  </a:lnTo>
                  <a:lnTo>
                    <a:pt x="924401" y="73660"/>
                  </a:lnTo>
                  <a:lnTo>
                    <a:pt x="923947" y="71120"/>
                  </a:lnTo>
                  <a:lnTo>
                    <a:pt x="923867" y="69850"/>
                  </a:lnTo>
                  <a:lnTo>
                    <a:pt x="923133" y="66040"/>
                  </a:lnTo>
                  <a:lnTo>
                    <a:pt x="922510" y="63500"/>
                  </a:lnTo>
                  <a:close/>
                </a:path>
                <a:path w="925195" h="924559">
                  <a:moveTo>
                    <a:pt x="23084" y="63500"/>
                  </a:moveTo>
                  <a:lnTo>
                    <a:pt x="22853" y="63500"/>
                  </a:lnTo>
                  <a:lnTo>
                    <a:pt x="22702" y="64770"/>
                  </a:lnTo>
                  <a:lnTo>
                    <a:pt x="23084" y="63500"/>
                  </a:lnTo>
                  <a:close/>
                </a:path>
                <a:path w="925195" h="924559">
                  <a:moveTo>
                    <a:pt x="921873" y="60960"/>
                  </a:moveTo>
                  <a:lnTo>
                    <a:pt x="900883" y="60960"/>
                  </a:lnTo>
                  <a:lnTo>
                    <a:pt x="902030" y="64770"/>
                  </a:lnTo>
                  <a:lnTo>
                    <a:pt x="901879" y="63500"/>
                  </a:lnTo>
                  <a:lnTo>
                    <a:pt x="922510" y="63500"/>
                  </a:lnTo>
                  <a:lnTo>
                    <a:pt x="921873" y="60960"/>
                  </a:lnTo>
                  <a:close/>
                </a:path>
                <a:path w="925195" h="924559">
                  <a:moveTo>
                    <a:pt x="24110" y="60960"/>
                  </a:moveTo>
                  <a:lnTo>
                    <a:pt x="23849" y="60960"/>
                  </a:lnTo>
                  <a:lnTo>
                    <a:pt x="23677" y="62229"/>
                  </a:lnTo>
                  <a:lnTo>
                    <a:pt x="24110" y="60960"/>
                  </a:lnTo>
                  <a:close/>
                </a:path>
                <a:path w="925195" h="924559">
                  <a:moveTo>
                    <a:pt x="911847" y="38100"/>
                  </a:moveTo>
                  <a:lnTo>
                    <a:pt x="886325" y="38100"/>
                  </a:lnTo>
                  <a:lnTo>
                    <a:pt x="888718" y="40640"/>
                  </a:lnTo>
                  <a:lnTo>
                    <a:pt x="888396" y="40640"/>
                  </a:lnTo>
                  <a:lnTo>
                    <a:pt x="890678" y="43179"/>
                  </a:lnTo>
                  <a:lnTo>
                    <a:pt x="890367" y="43179"/>
                  </a:lnTo>
                  <a:lnTo>
                    <a:pt x="892519" y="45720"/>
                  </a:lnTo>
                  <a:lnTo>
                    <a:pt x="892227" y="45720"/>
                  </a:lnTo>
                  <a:lnTo>
                    <a:pt x="894247" y="48260"/>
                  </a:lnTo>
                  <a:lnTo>
                    <a:pt x="893977" y="48260"/>
                  </a:lnTo>
                  <a:lnTo>
                    <a:pt x="895856" y="50800"/>
                  </a:lnTo>
                  <a:lnTo>
                    <a:pt x="895605" y="50800"/>
                  </a:lnTo>
                  <a:lnTo>
                    <a:pt x="897355" y="53340"/>
                  </a:lnTo>
                  <a:lnTo>
                    <a:pt x="897114" y="53340"/>
                  </a:lnTo>
                  <a:lnTo>
                    <a:pt x="898711" y="55879"/>
                  </a:lnTo>
                  <a:lnTo>
                    <a:pt x="898500" y="55879"/>
                  </a:lnTo>
                  <a:lnTo>
                    <a:pt x="899948" y="58420"/>
                  </a:lnTo>
                  <a:lnTo>
                    <a:pt x="899758" y="58420"/>
                  </a:lnTo>
                  <a:lnTo>
                    <a:pt x="901054" y="62229"/>
                  </a:lnTo>
                  <a:lnTo>
                    <a:pt x="900883" y="60960"/>
                  </a:lnTo>
                  <a:lnTo>
                    <a:pt x="921873" y="60960"/>
                  </a:lnTo>
                  <a:lnTo>
                    <a:pt x="921223" y="58420"/>
                  </a:lnTo>
                  <a:lnTo>
                    <a:pt x="919937" y="54610"/>
                  </a:lnTo>
                  <a:lnTo>
                    <a:pt x="918469" y="50800"/>
                  </a:lnTo>
                  <a:lnTo>
                    <a:pt x="916618" y="46990"/>
                  </a:lnTo>
                  <a:lnTo>
                    <a:pt x="915019" y="43179"/>
                  </a:lnTo>
                  <a:lnTo>
                    <a:pt x="912788" y="39370"/>
                  </a:lnTo>
                  <a:lnTo>
                    <a:pt x="911847" y="38100"/>
                  </a:lnTo>
                  <a:close/>
                </a:path>
                <a:path w="925195" h="924559">
                  <a:moveTo>
                    <a:pt x="39322" y="38100"/>
                  </a:moveTo>
                  <a:lnTo>
                    <a:pt x="38407" y="38100"/>
                  </a:lnTo>
                  <a:lnTo>
                    <a:pt x="38065" y="39370"/>
                  </a:lnTo>
                  <a:lnTo>
                    <a:pt x="39322" y="38100"/>
                  </a:lnTo>
                  <a:close/>
                </a:path>
                <a:path w="925195" h="924559">
                  <a:moveTo>
                    <a:pt x="906183" y="30479"/>
                  </a:moveTo>
                  <a:lnTo>
                    <a:pt x="877065" y="30479"/>
                  </a:lnTo>
                  <a:lnTo>
                    <a:pt x="879900" y="33020"/>
                  </a:lnTo>
                  <a:lnTo>
                    <a:pt x="879519" y="33020"/>
                  </a:lnTo>
                  <a:lnTo>
                    <a:pt x="882253" y="34290"/>
                  </a:lnTo>
                  <a:lnTo>
                    <a:pt x="881881" y="34290"/>
                  </a:lnTo>
                  <a:lnTo>
                    <a:pt x="884505" y="36829"/>
                  </a:lnTo>
                  <a:lnTo>
                    <a:pt x="884153" y="36829"/>
                  </a:lnTo>
                  <a:lnTo>
                    <a:pt x="886667" y="39370"/>
                  </a:lnTo>
                  <a:lnTo>
                    <a:pt x="886325" y="38100"/>
                  </a:lnTo>
                  <a:lnTo>
                    <a:pt x="911847" y="38100"/>
                  </a:lnTo>
                  <a:lnTo>
                    <a:pt x="910907" y="36829"/>
                  </a:lnTo>
                  <a:lnTo>
                    <a:pt x="908615" y="34290"/>
                  </a:lnTo>
                  <a:lnTo>
                    <a:pt x="906183" y="30479"/>
                  </a:lnTo>
                  <a:close/>
                </a:path>
                <a:path w="925195" h="924559">
                  <a:moveTo>
                    <a:pt x="48743" y="30479"/>
                  </a:moveTo>
                  <a:lnTo>
                    <a:pt x="47666" y="30479"/>
                  </a:lnTo>
                  <a:lnTo>
                    <a:pt x="47275" y="31750"/>
                  </a:lnTo>
                  <a:lnTo>
                    <a:pt x="48743" y="30479"/>
                  </a:lnTo>
                  <a:close/>
                </a:path>
                <a:path w="925195" h="924559">
                  <a:moveTo>
                    <a:pt x="896349" y="20320"/>
                  </a:moveTo>
                  <a:lnTo>
                    <a:pt x="848551" y="20320"/>
                  </a:lnTo>
                  <a:lnTo>
                    <a:pt x="852171" y="21590"/>
                  </a:lnTo>
                  <a:lnTo>
                    <a:pt x="854745" y="21590"/>
                  </a:lnTo>
                  <a:lnTo>
                    <a:pt x="858244" y="22860"/>
                  </a:lnTo>
                  <a:lnTo>
                    <a:pt x="860717" y="22860"/>
                  </a:lnTo>
                  <a:lnTo>
                    <a:pt x="864085" y="24129"/>
                  </a:lnTo>
                  <a:lnTo>
                    <a:pt x="863612" y="24129"/>
                  </a:lnTo>
                  <a:lnTo>
                    <a:pt x="866900" y="25400"/>
                  </a:lnTo>
                  <a:lnTo>
                    <a:pt x="866448" y="25400"/>
                  </a:lnTo>
                  <a:lnTo>
                    <a:pt x="869655" y="26670"/>
                  </a:lnTo>
                  <a:lnTo>
                    <a:pt x="869213" y="26670"/>
                  </a:lnTo>
                  <a:lnTo>
                    <a:pt x="872340" y="27940"/>
                  </a:lnTo>
                  <a:lnTo>
                    <a:pt x="871908" y="27940"/>
                  </a:lnTo>
                  <a:lnTo>
                    <a:pt x="874944" y="29210"/>
                  </a:lnTo>
                  <a:lnTo>
                    <a:pt x="874522" y="29210"/>
                  </a:lnTo>
                  <a:lnTo>
                    <a:pt x="877458" y="31750"/>
                  </a:lnTo>
                  <a:lnTo>
                    <a:pt x="877065" y="30479"/>
                  </a:lnTo>
                  <a:lnTo>
                    <a:pt x="906183" y="30479"/>
                  </a:lnTo>
                  <a:lnTo>
                    <a:pt x="903277" y="26670"/>
                  </a:lnTo>
                  <a:lnTo>
                    <a:pt x="900874" y="24129"/>
                  </a:lnTo>
                  <a:lnTo>
                    <a:pt x="898028" y="21590"/>
                  </a:lnTo>
                  <a:lnTo>
                    <a:pt x="896349" y="20320"/>
                  </a:lnTo>
                  <a:close/>
                </a:path>
                <a:path w="925195" h="924559">
                  <a:moveTo>
                    <a:pt x="855207" y="1270"/>
                  </a:moveTo>
                  <a:lnTo>
                    <a:pt x="69524" y="1270"/>
                  </a:lnTo>
                  <a:lnTo>
                    <a:pt x="65463" y="2540"/>
                  </a:lnTo>
                  <a:lnTo>
                    <a:pt x="858767" y="2540"/>
                  </a:lnTo>
                  <a:lnTo>
                    <a:pt x="855207" y="1270"/>
                  </a:lnTo>
                  <a:close/>
                </a:path>
                <a:path w="925195" h="924559">
                  <a:moveTo>
                    <a:pt x="846390" y="0"/>
                  </a:moveTo>
                  <a:lnTo>
                    <a:pt x="77829" y="0"/>
                  </a:lnTo>
                  <a:lnTo>
                    <a:pt x="73647" y="1270"/>
                  </a:lnTo>
                  <a:lnTo>
                    <a:pt x="850582" y="1270"/>
                  </a:lnTo>
                  <a:lnTo>
                    <a:pt x="846390" y="0"/>
                  </a:lnTo>
                  <a:close/>
                </a:path>
              </a:pathLst>
            </a:custGeom>
            <a:solidFill>
              <a:srgbClr val="8A7B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83913" y="6835520"/>
              <a:ext cx="784225" cy="784225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4323588" y="8615108"/>
              <a:ext cx="904875" cy="904875"/>
            </a:xfrm>
            <a:custGeom>
              <a:avLst/>
              <a:gdLst/>
              <a:ahLst/>
              <a:cxnLst/>
              <a:rect l="l" t="t" r="r" b="b"/>
              <a:pathLst>
                <a:path w="904875" h="904875">
                  <a:moveTo>
                    <a:pt x="832485" y="0"/>
                  </a:moveTo>
                  <a:lnTo>
                    <a:pt x="72389" y="0"/>
                  </a:lnTo>
                  <a:lnTo>
                    <a:pt x="44270" y="5440"/>
                  </a:lnTo>
                  <a:lnTo>
                    <a:pt x="21279" y="20872"/>
                  </a:lnTo>
                  <a:lnTo>
                    <a:pt x="5745" y="43965"/>
                  </a:lnTo>
                  <a:lnTo>
                    <a:pt x="0" y="72389"/>
                  </a:lnTo>
                  <a:lnTo>
                    <a:pt x="0" y="832484"/>
                  </a:lnTo>
                  <a:lnTo>
                    <a:pt x="5745" y="860400"/>
                  </a:lnTo>
                  <a:lnTo>
                    <a:pt x="21279" y="883323"/>
                  </a:lnTo>
                  <a:lnTo>
                    <a:pt x="44270" y="898925"/>
                  </a:lnTo>
                  <a:lnTo>
                    <a:pt x="72389" y="904874"/>
                  </a:lnTo>
                  <a:lnTo>
                    <a:pt x="832485" y="904874"/>
                  </a:lnTo>
                  <a:lnTo>
                    <a:pt x="860721" y="898925"/>
                  </a:lnTo>
                  <a:lnTo>
                    <a:pt x="883749" y="883323"/>
                  </a:lnTo>
                  <a:lnTo>
                    <a:pt x="899243" y="860400"/>
                  </a:lnTo>
                  <a:lnTo>
                    <a:pt x="904875" y="832484"/>
                  </a:lnTo>
                  <a:lnTo>
                    <a:pt x="904875" y="72389"/>
                  </a:lnTo>
                  <a:lnTo>
                    <a:pt x="899243" y="43965"/>
                  </a:lnTo>
                  <a:lnTo>
                    <a:pt x="883749" y="20872"/>
                  </a:lnTo>
                  <a:lnTo>
                    <a:pt x="860721" y="5440"/>
                  </a:lnTo>
                  <a:lnTo>
                    <a:pt x="8324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4313764" y="8604894"/>
              <a:ext cx="925194" cy="924560"/>
            </a:xfrm>
            <a:custGeom>
              <a:avLst/>
              <a:gdLst/>
              <a:ahLst/>
              <a:cxnLst/>
              <a:rect l="l" t="t" r="r" b="b"/>
              <a:pathLst>
                <a:path w="925195" h="924559">
                  <a:moveTo>
                    <a:pt x="863250" y="922020"/>
                  </a:moveTo>
                  <a:lnTo>
                    <a:pt x="61481" y="922020"/>
                  </a:lnTo>
                  <a:lnTo>
                    <a:pt x="61964" y="923290"/>
                  </a:lnTo>
                  <a:lnTo>
                    <a:pt x="65956" y="923290"/>
                  </a:lnTo>
                  <a:lnTo>
                    <a:pt x="70027" y="924560"/>
                  </a:lnTo>
                  <a:lnTo>
                    <a:pt x="855207" y="924560"/>
                  </a:lnTo>
                  <a:lnTo>
                    <a:pt x="863250" y="922020"/>
                  </a:lnTo>
                  <a:close/>
                </a:path>
                <a:path w="925195" h="924559">
                  <a:moveTo>
                    <a:pt x="862768" y="2540"/>
                  </a:moveTo>
                  <a:lnTo>
                    <a:pt x="61964" y="2540"/>
                  </a:lnTo>
                  <a:lnTo>
                    <a:pt x="54202" y="5080"/>
                  </a:lnTo>
                  <a:lnTo>
                    <a:pt x="50452" y="6350"/>
                  </a:lnTo>
                  <a:lnTo>
                    <a:pt x="46793" y="8890"/>
                  </a:lnTo>
                  <a:lnTo>
                    <a:pt x="43233" y="10160"/>
                  </a:lnTo>
                  <a:lnTo>
                    <a:pt x="39764" y="12700"/>
                  </a:lnTo>
                  <a:lnTo>
                    <a:pt x="36417" y="13970"/>
                  </a:lnTo>
                  <a:lnTo>
                    <a:pt x="33178" y="16510"/>
                  </a:lnTo>
                  <a:lnTo>
                    <a:pt x="29690" y="19050"/>
                  </a:lnTo>
                  <a:lnTo>
                    <a:pt x="26704" y="21590"/>
                  </a:lnTo>
                  <a:lnTo>
                    <a:pt x="24190" y="24130"/>
                  </a:lnTo>
                  <a:lnTo>
                    <a:pt x="21134" y="27940"/>
                  </a:lnTo>
                  <a:lnTo>
                    <a:pt x="18550" y="30480"/>
                  </a:lnTo>
                  <a:lnTo>
                    <a:pt x="16408" y="33020"/>
                  </a:lnTo>
                  <a:lnTo>
                    <a:pt x="14097" y="36830"/>
                  </a:lnTo>
                  <a:lnTo>
                    <a:pt x="11944" y="39370"/>
                  </a:lnTo>
                  <a:lnTo>
                    <a:pt x="9712" y="43180"/>
                  </a:lnTo>
                  <a:lnTo>
                    <a:pt x="8114" y="46990"/>
                  </a:lnTo>
                  <a:lnTo>
                    <a:pt x="6455" y="50800"/>
                  </a:lnTo>
                  <a:lnTo>
                    <a:pt x="0" y="78740"/>
                  </a:lnTo>
                  <a:lnTo>
                    <a:pt x="0" y="847090"/>
                  </a:lnTo>
                  <a:lnTo>
                    <a:pt x="166" y="849630"/>
                  </a:lnTo>
                  <a:lnTo>
                    <a:pt x="249" y="850900"/>
                  </a:lnTo>
                  <a:lnTo>
                    <a:pt x="332" y="852170"/>
                  </a:lnTo>
                  <a:lnTo>
                    <a:pt x="784" y="854710"/>
                  </a:lnTo>
                  <a:lnTo>
                    <a:pt x="864" y="855980"/>
                  </a:lnTo>
                  <a:lnTo>
                    <a:pt x="1502" y="859287"/>
                  </a:lnTo>
                  <a:lnTo>
                    <a:pt x="1598" y="859790"/>
                  </a:lnTo>
                  <a:lnTo>
                    <a:pt x="2533" y="863600"/>
                  </a:lnTo>
                  <a:lnTo>
                    <a:pt x="9712" y="881380"/>
                  </a:lnTo>
                  <a:lnTo>
                    <a:pt x="11694" y="885190"/>
                  </a:lnTo>
                  <a:lnTo>
                    <a:pt x="13825" y="889000"/>
                  </a:lnTo>
                  <a:lnTo>
                    <a:pt x="16117" y="891540"/>
                  </a:lnTo>
                  <a:lnTo>
                    <a:pt x="18550" y="895350"/>
                  </a:lnTo>
                  <a:lnTo>
                    <a:pt x="21134" y="897890"/>
                  </a:lnTo>
                  <a:lnTo>
                    <a:pt x="23849" y="900430"/>
                  </a:lnTo>
                  <a:lnTo>
                    <a:pt x="26704" y="904240"/>
                  </a:lnTo>
                  <a:lnTo>
                    <a:pt x="29690" y="906780"/>
                  </a:lnTo>
                  <a:lnTo>
                    <a:pt x="32797" y="909320"/>
                  </a:lnTo>
                  <a:lnTo>
                    <a:pt x="36014" y="910590"/>
                  </a:lnTo>
                  <a:lnTo>
                    <a:pt x="39352" y="913130"/>
                  </a:lnTo>
                  <a:lnTo>
                    <a:pt x="42801" y="915670"/>
                  </a:lnTo>
                  <a:lnTo>
                    <a:pt x="49999" y="918210"/>
                  </a:lnTo>
                  <a:lnTo>
                    <a:pt x="54202" y="920750"/>
                  </a:lnTo>
                  <a:lnTo>
                    <a:pt x="58042" y="922020"/>
                  </a:lnTo>
                  <a:lnTo>
                    <a:pt x="866689" y="922020"/>
                  </a:lnTo>
                  <a:lnTo>
                    <a:pt x="874280" y="919480"/>
                  </a:lnTo>
                  <a:lnTo>
                    <a:pt x="878382" y="916940"/>
                  </a:lnTo>
                  <a:lnTo>
                    <a:pt x="881932" y="915670"/>
                  </a:lnTo>
                  <a:lnTo>
                    <a:pt x="885380" y="913130"/>
                  </a:lnTo>
                  <a:lnTo>
                    <a:pt x="888316" y="911860"/>
                  </a:lnTo>
                  <a:lnTo>
                    <a:pt x="891936" y="909320"/>
                  </a:lnTo>
                  <a:lnTo>
                    <a:pt x="895042" y="906780"/>
                  </a:lnTo>
                  <a:lnTo>
                    <a:pt x="896535" y="905510"/>
                  </a:lnTo>
                  <a:lnTo>
                    <a:pt x="76180" y="905510"/>
                  </a:lnTo>
                  <a:lnTo>
                    <a:pt x="72561" y="904240"/>
                  </a:lnTo>
                  <a:lnTo>
                    <a:pt x="69987" y="904240"/>
                  </a:lnTo>
                  <a:lnTo>
                    <a:pt x="66488" y="902970"/>
                  </a:lnTo>
                  <a:lnTo>
                    <a:pt x="64015" y="902970"/>
                  </a:lnTo>
                  <a:lnTo>
                    <a:pt x="60647" y="901700"/>
                  </a:lnTo>
                  <a:lnTo>
                    <a:pt x="61120" y="901700"/>
                  </a:lnTo>
                  <a:lnTo>
                    <a:pt x="57831" y="900430"/>
                  </a:lnTo>
                  <a:lnTo>
                    <a:pt x="58284" y="900430"/>
                  </a:lnTo>
                  <a:lnTo>
                    <a:pt x="55077" y="899160"/>
                  </a:lnTo>
                  <a:lnTo>
                    <a:pt x="55519" y="899160"/>
                  </a:lnTo>
                  <a:lnTo>
                    <a:pt x="52392" y="897890"/>
                  </a:lnTo>
                  <a:lnTo>
                    <a:pt x="52825" y="897890"/>
                  </a:lnTo>
                  <a:lnTo>
                    <a:pt x="49789" y="896620"/>
                  </a:lnTo>
                  <a:lnTo>
                    <a:pt x="50210" y="896620"/>
                  </a:lnTo>
                  <a:lnTo>
                    <a:pt x="47275" y="894080"/>
                  </a:lnTo>
                  <a:lnTo>
                    <a:pt x="47666" y="894080"/>
                  </a:lnTo>
                  <a:lnTo>
                    <a:pt x="44832" y="892810"/>
                  </a:lnTo>
                  <a:lnTo>
                    <a:pt x="45214" y="892810"/>
                  </a:lnTo>
                  <a:lnTo>
                    <a:pt x="43846" y="891540"/>
                  </a:lnTo>
                  <a:lnTo>
                    <a:pt x="42851" y="891540"/>
                  </a:lnTo>
                  <a:lnTo>
                    <a:pt x="40227" y="889000"/>
                  </a:lnTo>
                  <a:lnTo>
                    <a:pt x="40579" y="889000"/>
                  </a:lnTo>
                  <a:lnTo>
                    <a:pt x="39322" y="887730"/>
                  </a:lnTo>
                  <a:lnTo>
                    <a:pt x="38407" y="887730"/>
                  </a:lnTo>
                  <a:lnTo>
                    <a:pt x="36014" y="885190"/>
                  </a:lnTo>
                  <a:lnTo>
                    <a:pt x="36335" y="885190"/>
                  </a:lnTo>
                  <a:lnTo>
                    <a:pt x="34053" y="882650"/>
                  </a:lnTo>
                  <a:lnTo>
                    <a:pt x="34366" y="882650"/>
                  </a:lnTo>
                  <a:lnTo>
                    <a:pt x="32213" y="880110"/>
                  </a:lnTo>
                  <a:lnTo>
                    <a:pt x="32505" y="880110"/>
                  </a:lnTo>
                  <a:lnTo>
                    <a:pt x="30485" y="877570"/>
                  </a:lnTo>
                  <a:lnTo>
                    <a:pt x="30756" y="877570"/>
                  </a:lnTo>
                  <a:lnTo>
                    <a:pt x="28875" y="875030"/>
                  </a:lnTo>
                  <a:lnTo>
                    <a:pt x="29127" y="875030"/>
                  </a:lnTo>
                  <a:lnTo>
                    <a:pt x="27377" y="872490"/>
                  </a:lnTo>
                  <a:lnTo>
                    <a:pt x="27619" y="872490"/>
                  </a:lnTo>
                  <a:lnTo>
                    <a:pt x="26021" y="869950"/>
                  </a:lnTo>
                  <a:lnTo>
                    <a:pt x="26231" y="869950"/>
                  </a:lnTo>
                  <a:lnTo>
                    <a:pt x="24773" y="867410"/>
                  </a:lnTo>
                  <a:lnTo>
                    <a:pt x="24974" y="867410"/>
                  </a:lnTo>
                  <a:lnTo>
                    <a:pt x="24110" y="864870"/>
                  </a:lnTo>
                  <a:lnTo>
                    <a:pt x="23849" y="864870"/>
                  </a:lnTo>
                  <a:lnTo>
                    <a:pt x="22702" y="861060"/>
                  </a:lnTo>
                  <a:lnTo>
                    <a:pt x="22853" y="861060"/>
                  </a:lnTo>
                  <a:lnTo>
                    <a:pt x="22173" y="859287"/>
                  </a:lnTo>
                  <a:lnTo>
                    <a:pt x="21466" y="855980"/>
                  </a:lnTo>
                  <a:lnTo>
                    <a:pt x="21295" y="855980"/>
                  </a:lnTo>
                  <a:lnTo>
                    <a:pt x="20661" y="852170"/>
                  </a:lnTo>
                  <a:lnTo>
                    <a:pt x="20279" y="849630"/>
                  </a:lnTo>
                  <a:lnTo>
                    <a:pt x="20125" y="847090"/>
                  </a:lnTo>
                  <a:lnTo>
                    <a:pt x="20078" y="78740"/>
                  </a:lnTo>
                  <a:lnTo>
                    <a:pt x="20330" y="76200"/>
                  </a:lnTo>
                  <a:lnTo>
                    <a:pt x="20732" y="73660"/>
                  </a:lnTo>
                  <a:lnTo>
                    <a:pt x="21295" y="69850"/>
                  </a:lnTo>
                  <a:lnTo>
                    <a:pt x="22009" y="67310"/>
                  </a:lnTo>
                  <a:lnTo>
                    <a:pt x="21878" y="67310"/>
                  </a:lnTo>
                  <a:lnTo>
                    <a:pt x="22853" y="63500"/>
                  </a:lnTo>
                  <a:lnTo>
                    <a:pt x="23084" y="63500"/>
                  </a:lnTo>
                  <a:lnTo>
                    <a:pt x="23849" y="60960"/>
                  </a:lnTo>
                  <a:lnTo>
                    <a:pt x="23677" y="60960"/>
                  </a:lnTo>
                  <a:lnTo>
                    <a:pt x="24974" y="58420"/>
                  </a:lnTo>
                  <a:lnTo>
                    <a:pt x="24773" y="58420"/>
                  </a:lnTo>
                  <a:lnTo>
                    <a:pt x="26231" y="55880"/>
                  </a:lnTo>
                  <a:lnTo>
                    <a:pt x="26021" y="55880"/>
                  </a:lnTo>
                  <a:lnTo>
                    <a:pt x="27618" y="53340"/>
                  </a:lnTo>
                  <a:lnTo>
                    <a:pt x="27377" y="53340"/>
                  </a:lnTo>
                  <a:lnTo>
                    <a:pt x="29127" y="50800"/>
                  </a:lnTo>
                  <a:lnTo>
                    <a:pt x="28875" y="50800"/>
                  </a:lnTo>
                  <a:lnTo>
                    <a:pt x="30756" y="48260"/>
                  </a:lnTo>
                  <a:lnTo>
                    <a:pt x="30485" y="48260"/>
                  </a:lnTo>
                  <a:lnTo>
                    <a:pt x="32505" y="45720"/>
                  </a:lnTo>
                  <a:lnTo>
                    <a:pt x="32213" y="45720"/>
                  </a:lnTo>
                  <a:lnTo>
                    <a:pt x="34366" y="43180"/>
                  </a:lnTo>
                  <a:lnTo>
                    <a:pt x="34053" y="43180"/>
                  </a:lnTo>
                  <a:lnTo>
                    <a:pt x="36335" y="40640"/>
                  </a:lnTo>
                  <a:lnTo>
                    <a:pt x="36014" y="40640"/>
                  </a:lnTo>
                  <a:lnTo>
                    <a:pt x="38407" y="38100"/>
                  </a:lnTo>
                  <a:lnTo>
                    <a:pt x="39322" y="38100"/>
                  </a:lnTo>
                  <a:lnTo>
                    <a:pt x="40579" y="36830"/>
                  </a:lnTo>
                  <a:lnTo>
                    <a:pt x="40227" y="36830"/>
                  </a:lnTo>
                  <a:lnTo>
                    <a:pt x="42851" y="34290"/>
                  </a:lnTo>
                  <a:lnTo>
                    <a:pt x="42478" y="34290"/>
                  </a:lnTo>
                  <a:lnTo>
                    <a:pt x="45214" y="33020"/>
                  </a:lnTo>
                  <a:lnTo>
                    <a:pt x="44832" y="33020"/>
                  </a:lnTo>
                  <a:lnTo>
                    <a:pt x="47666" y="30480"/>
                  </a:lnTo>
                  <a:lnTo>
                    <a:pt x="48743" y="30480"/>
                  </a:lnTo>
                  <a:lnTo>
                    <a:pt x="50210" y="29210"/>
                  </a:lnTo>
                  <a:lnTo>
                    <a:pt x="49789" y="29210"/>
                  </a:lnTo>
                  <a:lnTo>
                    <a:pt x="52825" y="27940"/>
                  </a:lnTo>
                  <a:lnTo>
                    <a:pt x="52392" y="27940"/>
                  </a:lnTo>
                  <a:lnTo>
                    <a:pt x="55519" y="26670"/>
                  </a:lnTo>
                  <a:lnTo>
                    <a:pt x="55077" y="26670"/>
                  </a:lnTo>
                  <a:lnTo>
                    <a:pt x="58284" y="25400"/>
                  </a:lnTo>
                  <a:lnTo>
                    <a:pt x="57831" y="25400"/>
                  </a:lnTo>
                  <a:lnTo>
                    <a:pt x="61120" y="24130"/>
                  </a:lnTo>
                  <a:lnTo>
                    <a:pt x="60647" y="24130"/>
                  </a:lnTo>
                  <a:lnTo>
                    <a:pt x="64015" y="22860"/>
                  </a:lnTo>
                  <a:lnTo>
                    <a:pt x="66488" y="22860"/>
                  </a:lnTo>
                  <a:lnTo>
                    <a:pt x="69987" y="21590"/>
                  </a:lnTo>
                  <a:lnTo>
                    <a:pt x="72561" y="21590"/>
                  </a:lnTo>
                  <a:lnTo>
                    <a:pt x="76180" y="20320"/>
                  </a:lnTo>
                  <a:lnTo>
                    <a:pt x="896535" y="20320"/>
                  </a:lnTo>
                  <a:lnTo>
                    <a:pt x="895042" y="19050"/>
                  </a:lnTo>
                  <a:lnTo>
                    <a:pt x="891553" y="16510"/>
                  </a:lnTo>
                  <a:lnTo>
                    <a:pt x="888718" y="13970"/>
                  </a:lnTo>
                  <a:lnTo>
                    <a:pt x="884958" y="12700"/>
                  </a:lnTo>
                  <a:lnTo>
                    <a:pt x="881932" y="10160"/>
                  </a:lnTo>
                  <a:lnTo>
                    <a:pt x="878382" y="8890"/>
                  </a:lnTo>
                  <a:lnTo>
                    <a:pt x="874732" y="6350"/>
                  </a:lnTo>
                  <a:lnTo>
                    <a:pt x="870530" y="5080"/>
                  </a:lnTo>
                  <a:lnTo>
                    <a:pt x="862768" y="2540"/>
                  </a:lnTo>
                  <a:close/>
                </a:path>
                <a:path w="925195" h="924559">
                  <a:moveTo>
                    <a:pt x="75678" y="904240"/>
                  </a:moveTo>
                  <a:lnTo>
                    <a:pt x="76180" y="905510"/>
                  </a:lnTo>
                  <a:lnTo>
                    <a:pt x="79358" y="905510"/>
                  </a:lnTo>
                  <a:lnTo>
                    <a:pt x="75678" y="904240"/>
                  </a:lnTo>
                  <a:close/>
                </a:path>
                <a:path w="925195" h="924559">
                  <a:moveTo>
                    <a:pt x="849054" y="904240"/>
                  </a:moveTo>
                  <a:lnTo>
                    <a:pt x="845375" y="905510"/>
                  </a:lnTo>
                  <a:lnTo>
                    <a:pt x="848551" y="905510"/>
                  </a:lnTo>
                  <a:lnTo>
                    <a:pt x="849054" y="904240"/>
                  </a:lnTo>
                  <a:close/>
                </a:path>
                <a:path w="925195" h="924559">
                  <a:moveTo>
                    <a:pt x="882253" y="890270"/>
                  </a:moveTo>
                  <a:lnTo>
                    <a:pt x="879519" y="892810"/>
                  </a:lnTo>
                  <a:lnTo>
                    <a:pt x="879900" y="892810"/>
                  </a:lnTo>
                  <a:lnTo>
                    <a:pt x="877065" y="894080"/>
                  </a:lnTo>
                  <a:lnTo>
                    <a:pt x="877458" y="894080"/>
                  </a:lnTo>
                  <a:lnTo>
                    <a:pt x="874522" y="896620"/>
                  </a:lnTo>
                  <a:lnTo>
                    <a:pt x="874944" y="896620"/>
                  </a:lnTo>
                  <a:lnTo>
                    <a:pt x="871908" y="897890"/>
                  </a:lnTo>
                  <a:lnTo>
                    <a:pt x="872340" y="897890"/>
                  </a:lnTo>
                  <a:lnTo>
                    <a:pt x="869213" y="899160"/>
                  </a:lnTo>
                  <a:lnTo>
                    <a:pt x="869655" y="899160"/>
                  </a:lnTo>
                  <a:lnTo>
                    <a:pt x="866448" y="900430"/>
                  </a:lnTo>
                  <a:lnTo>
                    <a:pt x="866900" y="900430"/>
                  </a:lnTo>
                  <a:lnTo>
                    <a:pt x="863612" y="901700"/>
                  </a:lnTo>
                  <a:lnTo>
                    <a:pt x="864085" y="901700"/>
                  </a:lnTo>
                  <a:lnTo>
                    <a:pt x="860717" y="902970"/>
                  </a:lnTo>
                  <a:lnTo>
                    <a:pt x="858244" y="902970"/>
                  </a:lnTo>
                  <a:lnTo>
                    <a:pt x="854745" y="904240"/>
                  </a:lnTo>
                  <a:lnTo>
                    <a:pt x="852171" y="904240"/>
                  </a:lnTo>
                  <a:lnTo>
                    <a:pt x="848551" y="905510"/>
                  </a:lnTo>
                  <a:lnTo>
                    <a:pt x="896535" y="905510"/>
                  </a:lnTo>
                  <a:lnTo>
                    <a:pt x="898028" y="904240"/>
                  </a:lnTo>
                  <a:lnTo>
                    <a:pt x="900541" y="901700"/>
                  </a:lnTo>
                  <a:lnTo>
                    <a:pt x="903277" y="897890"/>
                  </a:lnTo>
                  <a:lnTo>
                    <a:pt x="906183" y="895350"/>
                  </a:lnTo>
                  <a:lnTo>
                    <a:pt x="908324" y="892810"/>
                  </a:lnTo>
                  <a:lnTo>
                    <a:pt x="909095" y="891540"/>
                  </a:lnTo>
                  <a:lnTo>
                    <a:pt x="881881" y="891540"/>
                  </a:lnTo>
                  <a:lnTo>
                    <a:pt x="882253" y="890270"/>
                  </a:lnTo>
                  <a:close/>
                </a:path>
                <a:path w="925195" h="924559">
                  <a:moveTo>
                    <a:pt x="63533" y="901700"/>
                  </a:moveTo>
                  <a:lnTo>
                    <a:pt x="64015" y="902970"/>
                  </a:lnTo>
                  <a:lnTo>
                    <a:pt x="66970" y="902970"/>
                  </a:lnTo>
                  <a:lnTo>
                    <a:pt x="63533" y="901700"/>
                  </a:lnTo>
                  <a:close/>
                </a:path>
                <a:path w="925195" h="924559">
                  <a:moveTo>
                    <a:pt x="861189" y="901700"/>
                  </a:moveTo>
                  <a:lnTo>
                    <a:pt x="857761" y="902970"/>
                  </a:lnTo>
                  <a:lnTo>
                    <a:pt x="860717" y="902970"/>
                  </a:lnTo>
                  <a:lnTo>
                    <a:pt x="861189" y="901700"/>
                  </a:lnTo>
                  <a:close/>
                </a:path>
                <a:path w="925195" h="924559">
                  <a:moveTo>
                    <a:pt x="42478" y="890270"/>
                  </a:moveTo>
                  <a:lnTo>
                    <a:pt x="42851" y="891540"/>
                  </a:lnTo>
                  <a:lnTo>
                    <a:pt x="43846" y="891540"/>
                  </a:lnTo>
                  <a:lnTo>
                    <a:pt x="42478" y="890270"/>
                  </a:lnTo>
                  <a:close/>
                </a:path>
                <a:path w="925195" h="924559">
                  <a:moveTo>
                    <a:pt x="886667" y="886460"/>
                  </a:moveTo>
                  <a:lnTo>
                    <a:pt x="884153" y="889000"/>
                  </a:lnTo>
                  <a:lnTo>
                    <a:pt x="884505" y="889000"/>
                  </a:lnTo>
                  <a:lnTo>
                    <a:pt x="881881" y="891540"/>
                  </a:lnTo>
                  <a:lnTo>
                    <a:pt x="909095" y="891540"/>
                  </a:lnTo>
                  <a:lnTo>
                    <a:pt x="910636" y="889000"/>
                  </a:lnTo>
                  <a:lnTo>
                    <a:pt x="911712" y="887730"/>
                  </a:lnTo>
                  <a:lnTo>
                    <a:pt x="886325" y="887730"/>
                  </a:lnTo>
                  <a:lnTo>
                    <a:pt x="886667" y="886460"/>
                  </a:lnTo>
                  <a:close/>
                </a:path>
                <a:path w="925195" h="924559">
                  <a:moveTo>
                    <a:pt x="38065" y="886460"/>
                  </a:moveTo>
                  <a:lnTo>
                    <a:pt x="38407" y="887730"/>
                  </a:lnTo>
                  <a:lnTo>
                    <a:pt x="39322" y="887730"/>
                  </a:lnTo>
                  <a:lnTo>
                    <a:pt x="38065" y="886460"/>
                  </a:lnTo>
                  <a:close/>
                </a:path>
                <a:path w="925195" h="924559">
                  <a:moveTo>
                    <a:pt x="901054" y="863600"/>
                  </a:moveTo>
                  <a:lnTo>
                    <a:pt x="899758" y="867410"/>
                  </a:lnTo>
                  <a:lnTo>
                    <a:pt x="899948" y="867410"/>
                  </a:lnTo>
                  <a:lnTo>
                    <a:pt x="898500" y="869950"/>
                  </a:lnTo>
                  <a:lnTo>
                    <a:pt x="898711" y="869950"/>
                  </a:lnTo>
                  <a:lnTo>
                    <a:pt x="897114" y="872490"/>
                  </a:lnTo>
                  <a:lnTo>
                    <a:pt x="897355" y="872490"/>
                  </a:lnTo>
                  <a:lnTo>
                    <a:pt x="895605" y="875030"/>
                  </a:lnTo>
                  <a:lnTo>
                    <a:pt x="895856" y="875030"/>
                  </a:lnTo>
                  <a:lnTo>
                    <a:pt x="893977" y="877570"/>
                  </a:lnTo>
                  <a:lnTo>
                    <a:pt x="894247" y="877570"/>
                  </a:lnTo>
                  <a:lnTo>
                    <a:pt x="892227" y="880110"/>
                  </a:lnTo>
                  <a:lnTo>
                    <a:pt x="892519" y="880110"/>
                  </a:lnTo>
                  <a:lnTo>
                    <a:pt x="890367" y="882650"/>
                  </a:lnTo>
                  <a:lnTo>
                    <a:pt x="890678" y="882650"/>
                  </a:lnTo>
                  <a:lnTo>
                    <a:pt x="888396" y="885190"/>
                  </a:lnTo>
                  <a:lnTo>
                    <a:pt x="888718" y="885190"/>
                  </a:lnTo>
                  <a:lnTo>
                    <a:pt x="886325" y="887730"/>
                  </a:lnTo>
                  <a:lnTo>
                    <a:pt x="911712" y="887730"/>
                  </a:lnTo>
                  <a:lnTo>
                    <a:pt x="912788" y="886460"/>
                  </a:lnTo>
                  <a:lnTo>
                    <a:pt x="915019" y="881380"/>
                  </a:lnTo>
                  <a:lnTo>
                    <a:pt x="916618" y="878840"/>
                  </a:lnTo>
                  <a:lnTo>
                    <a:pt x="919937" y="871220"/>
                  </a:lnTo>
                  <a:lnTo>
                    <a:pt x="921223" y="867410"/>
                  </a:lnTo>
                  <a:lnTo>
                    <a:pt x="921873" y="864870"/>
                  </a:lnTo>
                  <a:lnTo>
                    <a:pt x="900883" y="864870"/>
                  </a:lnTo>
                  <a:lnTo>
                    <a:pt x="901054" y="863600"/>
                  </a:lnTo>
                  <a:close/>
                </a:path>
                <a:path w="925195" h="924559">
                  <a:moveTo>
                    <a:pt x="23677" y="863600"/>
                  </a:moveTo>
                  <a:lnTo>
                    <a:pt x="23849" y="864870"/>
                  </a:lnTo>
                  <a:lnTo>
                    <a:pt x="24110" y="864870"/>
                  </a:lnTo>
                  <a:lnTo>
                    <a:pt x="23677" y="863600"/>
                  </a:lnTo>
                  <a:close/>
                </a:path>
                <a:path w="925195" h="924559">
                  <a:moveTo>
                    <a:pt x="903537" y="854710"/>
                  </a:moveTo>
                  <a:lnTo>
                    <a:pt x="902559" y="859287"/>
                  </a:lnTo>
                  <a:lnTo>
                    <a:pt x="901879" y="861060"/>
                  </a:lnTo>
                  <a:lnTo>
                    <a:pt x="902030" y="861060"/>
                  </a:lnTo>
                  <a:lnTo>
                    <a:pt x="900883" y="864870"/>
                  </a:lnTo>
                  <a:lnTo>
                    <a:pt x="921873" y="864870"/>
                  </a:lnTo>
                  <a:lnTo>
                    <a:pt x="922199" y="863600"/>
                  </a:lnTo>
                  <a:lnTo>
                    <a:pt x="923234" y="859790"/>
                  </a:lnTo>
                  <a:lnTo>
                    <a:pt x="923769" y="855980"/>
                  </a:lnTo>
                  <a:lnTo>
                    <a:pt x="903437" y="855980"/>
                  </a:lnTo>
                  <a:lnTo>
                    <a:pt x="903537" y="854710"/>
                  </a:lnTo>
                  <a:close/>
                </a:path>
                <a:path w="925195" h="924559">
                  <a:moveTo>
                    <a:pt x="21195" y="854710"/>
                  </a:moveTo>
                  <a:lnTo>
                    <a:pt x="21295" y="855980"/>
                  </a:lnTo>
                  <a:lnTo>
                    <a:pt x="21466" y="855980"/>
                  </a:lnTo>
                  <a:lnTo>
                    <a:pt x="21195" y="854710"/>
                  </a:lnTo>
                  <a:close/>
                </a:path>
                <a:path w="925195" h="924559">
                  <a:moveTo>
                    <a:pt x="922510" y="63500"/>
                  </a:moveTo>
                  <a:lnTo>
                    <a:pt x="901879" y="63500"/>
                  </a:lnTo>
                  <a:lnTo>
                    <a:pt x="902854" y="67310"/>
                  </a:lnTo>
                  <a:lnTo>
                    <a:pt x="902723" y="67310"/>
                  </a:lnTo>
                  <a:lnTo>
                    <a:pt x="903537" y="69850"/>
                  </a:lnTo>
                  <a:lnTo>
                    <a:pt x="904071" y="73660"/>
                  </a:lnTo>
                  <a:lnTo>
                    <a:pt x="904453" y="76200"/>
                  </a:lnTo>
                  <a:lnTo>
                    <a:pt x="904570" y="847090"/>
                  </a:lnTo>
                  <a:lnTo>
                    <a:pt x="904402" y="849630"/>
                  </a:lnTo>
                  <a:lnTo>
                    <a:pt x="903991" y="852170"/>
                  </a:lnTo>
                  <a:lnTo>
                    <a:pt x="903437" y="855980"/>
                  </a:lnTo>
                  <a:lnTo>
                    <a:pt x="923769" y="855980"/>
                  </a:lnTo>
                  <a:lnTo>
                    <a:pt x="924450" y="850900"/>
                  </a:lnTo>
                  <a:lnTo>
                    <a:pt x="924732" y="847090"/>
                  </a:lnTo>
                  <a:lnTo>
                    <a:pt x="924732" y="78740"/>
                  </a:lnTo>
                  <a:lnTo>
                    <a:pt x="924566" y="76200"/>
                  </a:lnTo>
                  <a:lnTo>
                    <a:pt x="924484" y="74930"/>
                  </a:lnTo>
                  <a:lnTo>
                    <a:pt x="924401" y="73660"/>
                  </a:lnTo>
                  <a:lnTo>
                    <a:pt x="923947" y="71120"/>
                  </a:lnTo>
                  <a:lnTo>
                    <a:pt x="923867" y="69850"/>
                  </a:lnTo>
                  <a:lnTo>
                    <a:pt x="923133" y="66040"/>
                  </a:lnTo>
                  <a:lnTo>
                    <a:pt x="922510" y="63500"/>
                  </a:lnTo>
                  <a:close/>
                </a:path>
                <a:path w="925195" h="924559">
                  <a:moveTo>
                    <a:pt x="23084" y="63500"/>
                  </a:moveTo>
                  <a:lnTo>
                    <a:pt x="22853" y="63500"/>
                  </a:lnTo>
                  <a:lnTo>
                    <a:pt x="22702" y="64770"/>
                  </a:lnTo>
                  <a:lnTo>
                    <a:pt x="23084" y="63500"/>
                  </a:lnTo>
                  <a:close/>
                </a:path>
                <a:path w="925195" h="924559">
                  <a:moveTo>
                    <a:pt x="911618" y="38100"/>
                  </a:moveTo>
                  <a:lnTo>
                    <a:pt x="886325" y="38100"/>
                  </a:lnTo>
                  <a:lnTo>
                    <a:pt x="888718" y="40640"/>
                  </a:lnTo>
                  <a:lnTo>
                    <a:pt x="888396" y="40640"/>
                  </a:lnTo>
                  <a:lnTo>
                    <a:pt x="890678" y="43180"/>
                  </a:lnTo>
                  <a:lnTo>
                    <a:pt x="890367" y="43180"/>
                  </a:lnTo>
                  <a:lnTo>
                    <a:pt x="892519" y="45720"/>
                  </a:lnTo>
                  <a:lnTo>
                    <a:pt x="892227" y="45720"/>
                  </a:lnTo>
                  <a:lnTo>
                    <a:pt x="894247" y="48260"/>
                  </a:lnTo>
                  <a:lnTo>
                    <a:pt x="893977" y="48260"/>
                  </a:lnTo>
                  <a:lnTo>
                    <a:pt x="895856" y="50800"/>
                  </a:lnTo>
                  <a:lnTo>
                    <a:pt x="895605" y="50800"/>
                  </a:lnTo>
                  <a:lnTo>
                    <a:pt x="897355" y="53340"/>
                  </a:lnTo>
                  <a:lnTo>
                    <a:pt x="897114" y="53340"/>
                  </a:lnTo>
                  <a:lnTo>
                    <a:pt x="898711" y="55880"/>
                  </a:lnTo>
                  <a:lnTo>
                    <a:pt x="898500" y="55880"/>
                  </a:lnTo>
                  <a:lnTo>
                    <a:pt x="899948" y="58420"/>
                  </a:lnTo>
                  <a:lnTo>
                    <a:pt x="899758" y="58420"/>
                  </a:lnTo>
                  <a:lnTo>
                    <a:pt x="901054" y="60960"/>
                  </a:lnTo>
                  <a:lnTo>
                    <a:pt x="900883" y="60960"/>
                  </a:lnTo>
                  <a:lnTo>
                    <a:pt x="902030" y="64770"/>
                  </a:lnTo>
                  <a:lnTo>
                    <a:pt x="901879" y="63500"/>
                  </a:lnTo>
                  <a:lnTo>
                    <a:pt x="922510" y="63500"/>
                  </a:lnTo>
                  <a:lnTo>
                    <a:pt x="921223" y="58420"/>
                  </a:lnTo>
                  <a:lnTo>
                    <a:pt x="919937" y="54610"/>
                  </a:lnTo>
                  <a:lnTo>
                    <a:pt x="918277" y="50800"/>
                  </a:lnTo>
                  <a:lnTo>
                    <a:pt x="916829" y="46990"/>
                  </a:lnTo>
                  <a:lnTo>
                    <a:pt x="915019" y="43180"/>
                  </a:lnTo>
                  <a:lnTo>
                    <a:pt x="913039" y="40640"/>
                  </a:lnTo>
                  <a:lnTo>
                    <a:pt x="911618" y="38100"/>
                  </a:lnTo>
                  <a:close/>
                </a:path>
                <a:path w="925195" h="924559">
                  <a:moveTo>
                    <a:pt x="39322" y="38100"/>
                  </a:moveTo>
                  <a:lnTo>
                    <a:pt x="38407" y="38100"/>
                  </a:lnTo>
                  <a:lnTo>
                    <a:pt x="38065" y="39370"/>
                  </a:lnTo>
                  <a:lnTo>
                    <a:pt x="39322" y="38100"/>
                  </a:lnTo>
                  <a:close/>
                </a:path>
                <a:path w="925195" h="924559">
                  <a:moveTo>
                    <a:pt x="906183" y="30480"/>
                  </a:moveTo>
                  <a:lnTo>
                    <a:pt x="877065" y="30480"/>
                  </a:lnTo>
                  <a:lnTo>
                    <a:pt x="879900" y="33020"/>
                  </a:lnTo>
                  <a:lnTo>
                    <a:pt x="879519" y="33020"/>
                  </a:lnTo>
                  <a:lnTo>
                    <a:pt x="882253" y="34290"/>
                  </a:lnTo>
                  <a:lnTo>
                    <a:pt x="881881" y="34290"/>
                  </a:lnTo>
                  <a:lnTo>
                    <a:pt x="884505" y="36830"/>
                  </a:lnTo>
                  <a:lnTo>
                    <a:pt x="884153" y="36830"/>
                  </a:lnTo>
                  <a:lnTo>
                    <a:pt x="886667" y="39370"/>
                  </a:lnTo>
                  <a:lnTo>
                    <a:pt x="886325" y="38100"/>
                  </a:lnTo>
                  <a:lnTo>
                    <a:pt x="911618" y="38100"/>
                  </a:lnTo>
                  <a:lnTo>
                    <a:pt x="910907" y="36830"/>
                  </a:lnTo>
                  <a:lnTo>
                    <a:pt x="908615" y="34290"/>
                  </a:lnTo>
                  <a:lnTo>
                    <a:pt x="906183" y="30480"/>
                  </a:lnTo>
                  <a:close/>
                </a:path>
                <a:path w="925195" h="924559">
                  <a:moveTo>
                    <a:pt x="48743" y="30480"/>
                  </a:moveTo>
                  <a:lnTo>
                    <a:pt x="47666" y="30480"/>
                  </a:lnTo>
                  <a:lnTo>
                    <a:pt x="47275" y="31750"/>
                  </a:lnTo>
                  <a:lnTo>
                    <a:pt x="48743" y="30480"/>
                  </a:lnTo>
                  <a:close/>
                </a:path>
                <a:path w="925195" h="924559">
                  <a:moveTo>
                    <a:pt x="896535" y="20320"/>
                  </a:moveTo>
                  <a:lnTo>
                    <a:pt x="848551" y="20320"/>
                  </a:lnTo>
                  <a:lnTo>
                    <a:pt x="852171" y="21590"/>
                  </a:lnTo>
                  <a:lnTo>
                    <a:pt x="854745" y="21590"/>
                  </a:lnTo>
                  <a:lnTo>
                    <a:pt x="858244" y="22860"/>
                  </a:lnTo>
                  <a:lnTo>
                    <a:pt x="860717" y="22860"/>
                  </a:lnTo>
                  <a:lnTo>
                    <a:pt x="864085" y="24130"/>
                  </a:lnTo>
                  <a:lnTo>
                    <a:pt x="863612" y="24130"/>
                  </a:lnTo>
                  <a:lnTo>
                    <a:pt x="866900" y="25400"/>
                  </a:lnTo>
                  <a:lnTo>
                    <a:pt x="866448" y="25400"/>
                  </a:lnTo>
                  <a:lnTo>
                    <a:pt x="869655" y="26670"/>
                  </a:lnTo>
                  <a:lnTo>
                    <a:pt x="869213" y="26670"/>
                  </a:lnTo>
                  <a:lnTo>
                    <a:pt x="872340" y="27940"/>
                  </a:lnTo>
                  <a:lnTo>
                    <a:pt x="871908" y="27940"/>
                  </a:lnTo>
                  <a:lnTo>
                    <a:pt x="874944" y="29210"/>
                  </a:lnTo>
                  <a:lnTo>
                    <a:pt x="874522" y="29210"/>
                  </a:lnTo>
                  <a:lnTo>
                    <a:pt x="877458" y="31750"/>
                  </a:lnTo>
                  <a:lnTo>
                    <a:pt x="877065" y="30480"/>
                  </a:lnTo>
                  <a:lnTo>
                    <a:pt x="906183" y="30480"/>
                  </a:lnTo>
                  <a:lnTo>
                    <a:pt x="903598" y="27940"/>
                  </a:lnTo>
                  <a:lnTo>
                    <a:pt x="900541" y="24130"/>
                  </a:lnTo>
                  <a:lnTo>
                    <a:pt x="898028" y="21590"/>
                  </a:lnTo>
                  <a:lnTo>
                    <a:pt x="896535" y="20320"/>
                  </a:lnTo>
                  <a:close/>
                </a:path>
                <a:path w="925195" h="924559">
                  <a:moveTo>
                    <a:pt x="854704" y="1270"/>
                  </a:moveTo>
                  <a:lnTo>
                    <a:pt x="69524" y="1270"/>
                  </a:lnTo>
                  <a:lnTo>
                    <a:pt x="65463" y="2540"/>
                  </a:lnTo>
                  <a:lnTo>
                    <a:pt x="858767" y="2540"/>
                  </a:lnTo>
                  <a:lnTo>
                    <a:pt x="854704" y="1270"/>
                  </a:lnTo>
                  <a:close/>
                </a:path>
                <a:path w="925195" h="924559">
                  <a:moveTo>
                    <a:pt x="846903" y="0"/>
                  </a:moveTo>
                  <a:lnTo>
                    <a:pt x="77829" y="0"/>
                  </a:lnTo>
                  <a:lnTo>
                    <a:pt x="73647" y="1270"/>
                  </a:lnTo>
                  <a:lnTo>
                    <a:pt x="850582" y="1270"/>
                  </a:lnTo>
                  <a:lnTo>
                    <a:pt x="846903" y="0"/>
                  </a:lnTo>
                  <a:close/>
                </a:path>
              </a:pathLst>
            </a:custGeom>
            <a:solidFill>
              <a:srgbClr val="8A7B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83913" y="8675433"/>
              <a:ext cx="784225" cy="784225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4034028" y="6684708"/>
              <a:ext cx="217170" cy="1085850"/>
            </a:xfrm>
            <a:custGeom>
              <a:avLst/>
              <a:gdLst/>
              <a:ahLst/>
              <a:cxnLst/>
              <a:rect l="l" t="t" r="r" b="b"/>
              <a:pathLst>
                <a:path w="217170" h="1085850">
                  <a:moveTo>
                    <a:pt x="156845" y="0"/>
                  </a:moveTo>
                  <a:lnTo>
                    <a:pt x="60325" y="0"/>
                  </a:lnTo>
                  <a:lnTo>
                    <a:pt x="36903" y="4519"/>
                  </a:lnTo>
                  <a:lnTo>
                    <a:pt x="17746" y="17373"/>
                  </a:lnTo>
                  <a:lnTo>
                    <a:pt x="4798" y="36621"/>
                  </a:lnTo>
                  <a:lnTo>
                    <a:pt x="0" y="60325"/>
                  </a:lnTo>
                  <a:lnTo>
                    <a:pt x="0" y="1025524"/>
                  </a:lnTo>
                  <a:lnTo>
                    <a:pt x="4798" y="1048769"/>
                  </a:lnTo>
                  <a:lnTo>
                    <a:pt x="17746" y="1067865"/>
                  </a:lnTo>
                  <a:lnTo>
                    <a:pt x="36903" y="1080871"/>
                  </a:lnTo>
                  <a:lnTo>
                    <a:pt x="60325" y="1085849"/>
                  </a:lnTo>
                  <a:lnTo>
                    <a:pt x="156845" y="1085849"/>
                  </a:lnTo>
                  <a:lnTo>
                    <a:pt x="180383" y="1080871"/>
                  </a:lnTo>
                  <a:lnTo>
                    <a:pt x="199577" y="1067865"/>
                  </a:lnTo>
                  <a:lnTo>
                    <a:pt x="212486" y="1048769"/>
                  </a:lnTo>
                  <a:lnTo>
                    <a:pt x="217170" y="1025524"/>
                  </a:lnTo>
                  <a:lnTo>
                    <a:pt x="217170" y="60325"/>
                  </a:lnTo>
                  <a:lnTo>
                    <a:pt x="212486" y="36621"/>
                  </a:lnTo>
                  <a:lnTo>
                    <a:pt x="199577" y="17373"/>
                  </a:lnTo>
                  <a:lnTo>
                    <a:pt x="180383" y="4519"/>
                  </a:lnTo>
                  <a:lnTo>
                    <a:pt x="156845" y="0"/>
                  </a:lnTo>
                  <a:close/>
                </a:path>
              </a:pathLst>
            </a:custGeom>
            <a:solidFill>
              <a:srgbClr val="C4BD9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 txBox="1"/>
          <p:nvPr/>
        </p:nvSpPr>
        <p:spPr>
          <a:xfrm>
            <a:off x="4058584" y="6948900"/>
            <a:ext cx="133350" cy="556260"/>
          </a:xfrm>
          <a:prstGeom prst="rect">
            <a:avLst/>
          </a:prstGeom>
        </p:spPr>
        <p:txBody>
          <a:bodyPr wrap="square" lIns="0" tIns="444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u="sng" sz="75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LIVE</a:t>
            </a:r>
            <a:r>
              <a:rPr dirty="0" u="sng" sz="750" spc="-1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750" spc="-2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DEMO</a:t>
            </a:r>
            <a:endParaRPr sz="75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4034028" y="8458263"/>
            <a:ext cx="217170" cy="1218565"/>
          </a:xfrm>
          <a:custGeom>
            <a:avLst/>
            <a:gdLst/>
            <a:ahLst/>
            <a:cxnLst/>
            <a:rect l="l" t="t" r="r" b="b"/>
            <a:pathLst>
              <a:path w="217170" h="1218565">
                <a:moveTo>
                  <a:pt x="156845" y="0"/>
                </a:moveTo>
                <a:lnTo>
                  <a:pt x="60325" y="0"/>
                </a:lnTo>
                <a:lnTo>
                  <a:pt x="36903" y="4497"/>
                </a:lnTo>
                <a:lnTo>
                  <a:pt x="17746" y="17343"/>
                </a:lnTo>
                <a:lnTo>
                  <a:pt x="4798" y="36599"/>
                </a:lnTo>
                <a:lnTo>
                  <a:pt x="0" y="60325"/>
                </a:lnTo>
                <a:lnTo>
                  <a:pt x="0" y="1158240"/>
                </a:lnTo>
                <a:lnTo>
                  <a:pt x="4798" y="1181456"/>
                </a:lnTo>
                <a:lnTo>
                  <a:pt x="17746" y="1200542"/>
                </a:lnTo>
                <a:lnTo>
                  <a:pt x="36903" y="1213558"/>
                </a:lnTo>
                <a:lnTo>
                  <a:pt x="60325" y="1218565"/>
                </a:lnTo>
                <a:lnTo>
                  <a:pt x="156845" y="1218565"/>
                </a:lnTo>
                <a:lnTo>
                  <a:pt x="180383" y="1213558"/>
                </a:lnTo>
                <a:lnTo>
                  <a:pt x="199577" y="1200542"/>
                </a:lnTo>
                <a:lnTo>
                  <a:pt x="212486" y="1181456"/>
                </a:lnTo>
                <a:lnTo>
                  <a:pt x="217170" y="1158240"/>
                </a:lnTo>
                <a:lnTo>
                  <a:pt x="217170" y="60325"/>
                </a:lnTo>
                <a:lnTo>
                  <a:pt x="212486" y="36599"/>
                </a:lnTo>
                <a:lnTo>
                  <a:pt x="199577" y="17343"/>
                </a:lnTo>
                <a:lnTo>
                  <a:pt x="180383" y="4497"/>
                </a:lnTo>
                <a:lnTo>
                  <a:pt x="156845" y="0"/>
                </a:lnTo>
                <a:close/>
              </a:path>
            </a:pathLst>
          </a:custGeom>
          <a:solidFill>
            <a:srgbClr val="C4BD9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4076402" y="8488233"/>
            <a:ext cx="127000" cy="1156970"/>
          </a:xfrm>
          <a:prstGeom prst="rect">
            <a:avLst/>
          </a:prstGeom>
        </p:spPr>
        <p:txBody>
          <a:bodyPr wrap="square" lIns="0" tIns="571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u="sng" sz="70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GITHUB</a:t>
            </a:r>
            <a:r>
              <a:rPr dirty="0" u="sng" sz="700" spc="2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70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/</a:t>
            </a:r>
            <a:r>
              <a:rPr dirty="0" u="sng" sz="700" spc="25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70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PROJECT</a:t>
            </a:r>
            <a:r>
              <a:rPr dirty="0" u="sng" sz="700" spc="25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700" spc="-2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REPO</a:t>
            </a:r>
            <a:endParaRPr sz="700">
              <a:latin typeface="Arial"/>
              <a:cs typeface="Arial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3891358" y="6581763"/>
            <a:ext cx="20320" cy="3336290"/>
          </a:xfrm>
          <a:custGeom>
            <a:avLst/>
            <a:gdLst/>
            <a:ahLst/>
            <a:cxnLst/>
            <a:rect l="l" t="t" r="r" b="b"/>
            <a:pathLst>
              <a:path w="20320" h="3336290">
                <a:moveTo>
                  <a:pt x="20109" y="0"/>
                </a:moveTo>
                <a:lnTo>
                  <a:pt x="0" y="0"/>
                </a:lnTo>
                <a:lnTo>
                  <a:pt x="0" y="3335892"/>
                </a:lnTo>
                <a:lnTo>
                  <a:pt x="20109" y="3335892"/>
                </a:lnTo>
                <a:lnTo>
                  <a:pt x="20109" y="0"/>
                </a:lnTo>
                <a:close/>
              </a:path>
            </a:pathLst>
          </a:custGeom>
          <a:solidFill>
            <a:srgbClr val="C9C1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3690195" y="6569064"/>
            <a:ext cx="153670" cy="643255"/>
          </a:xfrm>
          <a:prstGeom prst="rect">
            <a:avLst/>
          </a:prstGeom>
        </p:spPr>
        <p:txBody>
          <a:bodyPr wrap="square" lIns="0" tIns="190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900" b="1">
                <a:solidFill>
                  <a:srgbClr val="14345F"/>
                </a:solidFill>
                <a:latin typeface="Arial"/>
                <a:cs typeface="Arial"/>
              </a:rPr>
              <a:t>Demo</a:t>
            </a:r>
            <a:r>
              <a:rPr dirty="0" sz="900" spc="-15" b="1">
                <a:solidFill>
                  <a:srgbClr val="14345F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14345F"/>
                </a:solidFill>
                <a:latin typeface="Arial"/>
                <a:cs typeface="Arial"/>
              </a:rPr>
              <a:t>flow: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4" name="object 5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70553" y="6491668"/>
            <a:ext cx="241300" cy="240907"/>
          </a:xfrm>
          <a:prstGeom prst="rect">
            <a:avLst/>
          </a:prstGeom>
        </p:spPr>
      </p:pic>
      <p:sp>
        <p:nvSpPr>
          <p:cNvPr id="55" name="object 55"/>
          <p:cNvSpPr txBox="1"/>
          <p:nvPr/>
        </p:nvSpPr>
        <p:spPr>
          <a:xfrm>
            <a:off x="3417386" y="6524352"/>
            <a:ext cx="121920" cy="15811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840"/>
              </a:lnSpc>
            </a:pPr>
            <a:r>
              <a:rPr dirty="0" sz="750" spc="345" b="1">
                <a:solidFill>
                  <a:srgbClr val="FFFFFF"/>
                </a:solidFill>
                <a:latin typeface="Gadugi"/>
                <a:cs typeface="Gadugi"/>
              </a:rPr>
              <a:t/>
            </a:r>
            <a:endParaRPr sz="750">
              <a:latin typeface="Gadugi"/>
              <a:cs typeface="Gadug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212367" y="6464581"/>
            <a:ext cx="127000" cy="352425"/>
          </a:xfrm>
          <a:prstGeom prst="rect">
            <a:avLst/>
          </a:prstGeom>
        </p:spPr>
        <p:txBody>
          <a:bodyPr wrap="square" lIns="0" tIns="571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700" spc="-10">
                <a:solidFill>
                  <a:srgbClr val="173A69"/>
                </a:solidFill>
                <a:latin typeface="Arial"/>
                <a:cs typeface="Arial"/>
              </a:rPr>
              <a:t>Security</a:t>
            </a:r>
            <a:endParaRPr sz="7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390736" y="6810364"/>
            <a:ext cx="154305" cy="109220"/>
          </a:xfrm>
          <a:prstGeom prst="rect">
            <a:avLst/>
          </a:prstGeom>
        </p:spPr>
        <p:txBody>
          <a:bodyPr wrap="square" lIns="0" tIns="21590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750" spc="-50">
                <a:solidFill>
                  <a:srgbClr val="5D6270"/>
                </a:solidFill>
                <a:latin typeface="Segoe UI Symbol"/>
                <a:cs typeface="Segoe UI Symbol"/>
              </a:rPr>
              <a:t>→</a:t>
            </a:r>
            <a:endParaRPr sz="750">
              <a:latin typeface="Segoe UI Symbol"/>
              <a:cs typeface="Segoe UI Symbol"/>
            </a:endParaRPr>
          </a:p>
        </p:txBody>
      </p:sp>
      <p:pic>
        <p:nvPicPr>
          <p:cNvPr id="58" name="object 5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70553" y="6998398"/>
            <a:ext cx="241300" cy="240897"/>
          </a:xfrm>
          <a:prstGeom prst="rect">
            <a:avLst/>
          </a:prstGeom>
        </p:spPr>
      </p:pic>
      <p:sp>
        <p:nvSpPr>
          <p:cNvPr id="59" name="object 59"/>
          <p:cNvSpPr txBox="1"/>
          <p:nvPr/>
        </p:nvSpPr>
        <p:spPr>
          <a:xfrm>
            <a:off x="3425027" y="7039086"/>
            <a:ext cx="121920" cy="15811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840"/>
              </a:lnSpc>
            </a:pPr>
            <a:r>
              <a:rPr dirty="0" sz="750" spc="345" b="1">
                <a:solidFill>
                  <a:srgbClr val="FFFFFF"/>
                </a:solidFill>
                <a:latin typeface="Gadugi"/>
                <a:cs typeface="Gadugi"/>
              </a:rPr>
              <a:t/>
            </a:r>
            <a:endParaRPr sz="750">
              <a:latin typeface="Gadugi"/>
              <a:cs typeface="Gadug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206375" y="7002891"/>
            <a:ext cx="127000" cy="231775"/>
          </a:xfrm>
          <a:prstGeom prst="rect">
            <a:avLst/>
          </a:prstGeom>
        </p:spPr>
        <p:txBody>
          <a:bodyPr wrap="square" lIns="0" tIns="571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700" spc="-20">
                <a:solidFill>
                  <a:srgbClr val="173A69"/>
                </a:solidFill>
                <a:latin typeface="Arial"/>
                <a:cs typeface="Arial"/>
              </a:rPr>
              <a:t>Scan</a:t>
            </a:r>
            <a:endParaRPr sz="7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3390736" y="7317084"/>
            <a:ext cx="154305" cy="109220"/>
          </a:xfrm>
          <a:prstGeom prst="rect">
            <a:avLst/>
          </a:prstGeom>
        </p:spPr>
        <p:txBody>
          <a:bodyPr wrap="square" lIns="0" tIns="21590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750" spc="-50">
                <a:solidFill>
                  <a:srgbClr val="5D6270"/>
                </a:solidFill>
                <a:latin typeface="Segoe UI Symbol"/>
                <a:cs typeface="Segoe UI Symbol"/>
              </a:rPr>
              <a:t>→</a:t>
            </a:r>
            <a:endParaRPr sz="750">
              <a:latin typeface="Segoe UI Symbol"/>
              <a:cs typeface="Segoe UI Symbol"/>
            </a:endParaRPr>
          </a:p>
        </p:txBody>
      </p:sp>
      <p:pic>
        <p:nvPicPr>
          <p:cNvPr id="62" name="object 6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370553" y="7505128"/>
            <a:ext cx="241300" cy="240877"/>
          </a:xfrm>
          <a:prstGeom prst="rect">
            <a:avLst/>
          </a:prstGeom>
        </p:spPr>
      </p:pic>
      <p:sp>
        <p:nvSpPr>
          <p:cNvPr id="63" name="object 63"/>
          <p:cNvSpPr txBox="1"/>
          <p:nvPr/>
        </p:nvSpPr>
        <p:spPr>
          <a:xfrm>
            <a:off x="3209139" y="7445827"/>
            <a:ext cx="367665" cy="322580"/>
          </a:xfrm>
          <a:prstGeom prst="rect">
            <a:avLst/>
          </a:prstGeom>
        </p:spPr>
        <p:txBody>
          <a:bodyPr wrap="square" lIns="0" tIns="21590" rIns="0" bIns="0" rtlCol="0" vert="vert">
            <a:spAutoFit/>
          </a:bodyPr>
          <a:lstStyle/>
          <a:p>
            <a:pPr algn="ctr" marL="27940">
              <a:lnSpc>
                <a:spcPct val="100000"/>
              </a:lnSpc>
              <a:spcBef>
                <a:spcPts val="170"/>
              </a:spcBef>
            </a:pPr>
            <a:r>
              <a:rPr dirty="0" sz="750" spc="-50" b="1">
                <a:solidFill>
                  <a:srgbClr val="FFFFFF"/>
                </a:solidFill>
                <a:latin typeface="Segoe UI Symbol"/>
                <a:cs typeface="Segoe UI Symbol"/>
              </a:rPr>
              <a:t>!</a:t>
            </a:r>
            <a:endParaRPr sz="750">
              <a:latin typeface="Segoe UI Symbol"/>
              <a:cs typeface="Segoe UI Symbol"/>
            </a:endParaRPr>
          </a:p>
          <a:p>
            <a:pPr algn="ctr">
              <a:lnSpc>
                <a:spcPct val="100000"/>
              </a:lnSpc>
              <a:spcBef>
                <a:spcPts val="870"/>
              </a:spcBef>
            </a:pPr>
            <a:r>
              <a:rPr dirty="0" sz="700" spc="-10">
                <a:solidFill>
                  <a:srgbClr val="173A69"/>
                </a:solidFill>
                <a:latin typeface="Arial"/>
                <a:cs typeface="Arial"/>
              </a:rPr>
              <a:t>Finding</a:t>
            </a:r>
            <a:endParaRPr sz="7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3390736" y="7823793"/>
            <a:ext cx="154305" cy="109220"/>
          </a:xfrm>
          <a:prstGeom prst="rect">
            <a:avLst/>
          </a:prstGeom>
        </p:spPr>
        <p:txBody>
          <a:bodyPr wrap="square" lIns="0" tIns="21590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750" spc="-50">
                <a:solidFill>
                  <a:srgbClr val="5D6270"/>
                </a:solidFill>
                <a:latin typeface="Segoe UI Symbol"/>
                <a:cs typeface="Segoe UI Symbol"/>
              </a:rPr>
              <a:t>→</a:t>
            </a:r>
            <a:endParaRPr sz="750">
              <a:latin typeface="Segoe UI Symbol"/>
              <a:cs typeface="Segoe UI Symbol"/>
            </a:endParaRPr>
          </a:p>
        </p:txBody>
      </p:sp>
      <p:pic>
        <p:nvPicPr>
          <p:cNvPr id="65" name="object 6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370553" y="8011858"/>
            <a:ext cx="241300" cy="240868"/>
          </a:xfrm>
          <a:prstGeom prst="rect">
            <a:avLst/>
          </a:prstGeom>
        </p:spPr>
      </p:pic>
      <p:sp>
        <p:nvSpPr>
          <p:cNvPr id="66" name="object 66"/>
          <p:cNvSpPr txBox="1"/>
          <p:nvPr/>
        </p:nvSpPr>
        <p:spPr>
          <a:xfrm>
            <a:off x="3432495" y="8070623"/>
            <a:ext cx="121920" cy="12192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750" spc="-50" b="1">
                <a:solidFill>
                  <a:srgbClr val="FFFFFF"/>
                </a:solidFill>
                <a:latin typeface="BIZ UDPGothic"/>
                <a:cs typeface="BIZ UDPGothic"/>
              </a:rPr>
              <a:t>✓</a:t>
            </a:r>
            <a:endParaRPr sz="750">
              <a:latin typeface="BIZ UDPGothic"/>
              <a:cs typeface="BIZ UDPGothic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3190650" y="7911576"/>
            <a:ext cx="127000" cy="412750"/>
          </a:xfrm>
          <a:prstGeom prst="rect">
            <a:avLst/>
          </a:prstGeom>
        </p:spPr>
        <p:txBody>
          <a:bodyPr wrap="square" lIns="0" tIns="571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700">
                <a:solidFill>
                  <a:srgbClr val="173A69"/>
                </a:solidFill>
                <a:latin typeface="Arial"/>
                <a:cs typeface="Arial"/>
              </a:rPr>
              <a:t>Safe</a:t>
            </a:r>
            <a:r>
              <a:rPr dirty="0" sz="700" spc="10">
                <a:solidFill>
                  <a:srgbClr val="173A69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173A69"/>
                </a:solidFill>
                <a:latin typeface="Arial"/>
                <a:cs typeface="Arial"/>
              </a:rPr>
              <a:t>PoC</a:t>
            </a:r>
            <a:endParaRPr sz="70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3390736" y="8330513"/>
            <a:ext cx="154305" cy="109220"/>
          </a:xfrm>
          <a:prstGeom prst="rect">
            <a:avLst/>
          </a:prstGeom>
        </p:spPr>
        <p:txBody>
          <a:bodyPr wrap="square" lIns="0" tIns="21590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750" spc="-50">
                <a:solidFill>
                  <a:srgbClr val="5D6270"/>
                </a:solidFill>
                <a:latin typeface="Segoe UI Symbol"/>
                <a:cs typeface="Segoe UI Symbol"/>
              </a:rPr>
              <a:t>→</a:t>
            </a:r>
            <a:endParaRPr sz="750">
              <a:latin typeface="Segoe UI Symbol"/>
              <a:cs typeface="Segoe UI Symbol"/>
            </a:endParaRPr>
          </a:p>
        </p:txBody>
      </p:sp>
      <p:pic>
        <p:nvPicPr>
          <p:cNvPr id="69" name="object 6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370553" y="8518588"/>
            <a:ext cx="241300" cy="240858"/>
          </a:xfrm>
          <a:prstGeom prst="rect">
            <a:avLst/>
          </a:prstGeom>
        </p:spPr>
      </p:pic>
      <p:sp>
        <p:nvSpPr>
          <p:cNvPr id="70" name="object 70"/>
          <p:cNvSpPr txBox="1"/>
          <p:nvPr/>
        </p:nvSpPr>
        <p:spPr>
          <a:xfrm>
            <a:off x="3432495" y="8577333"/>
            <a:ext cx="121920" cy="12192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750" spc="-50" b="1">
                <a:solidFill>
                  <a:srgbClr val="FFFFFF"/>
                </a:solidFill>
                <a:latin typeface="BIZ UDPGothic"/>
                <a:cs typeface="BIZ UDPGothic"/>
              </a:rPr>
              <a:t>★</a:t>
            </a:r>
            <a:endParaRPr sz="750">
              <a:latin typeface="BIZ UDPGothic"/>
              <a:cs typeface="BIZ UDPGothic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184477" y="8478601"/>
            <a:ext cx="127000" cy="271780"/>
          </a:xfrm>
          <a:prstGeom prst="rect">
            <a:avLst/>
          </a:prstGeom>
        </p:spPr>
        <p:txBody>
          <a:bodyPr wrap="square" lIns="0" tIns="571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700" spc="-20">
                <a:solidFill>
                  <a:srgbClr val="173A69"/>
                </a:solidFill>
                <a:latin typeface="Arial"/>
                <a:cs typeface="Arial"/>
              </a:rPr>
              <a:t>CVSS</a:t>
            </a:r>
            <a:endParaRPr sz="7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390736" y="8837234"/>
            <a:ext cx="154305" cy="109220"/>
          </a:xfrm>
          <a:prstGeom prst="rect">
            <a:avLst/>
          </a:prstGeom>
        </p:spPr>
        <p:txBody>
          <a:bodyPr wrap="square" lIns="0" tIns="21590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750" spc="-50">
                <a:solidFill>
                  <a:srgbClr val="5D6270"/>
                </a:solidFill>
                <a:latin typeface="Segoe UI Symbol"/>
                <a:cs typeface="Segoe UI Symbol"/>
              </a:rPr>
              <a:t>→</a:t>
            </a:r>
            <a:endParaRPr sz="750">
              <a:latin typeface="Segoe UI Symbol"/>
              <a:cs typeface="Segoe UI Symbol"/>
            </a:endParaRPr>
          </a:p>
        </p:txBody>
      </p:sp>
      <p:pic>
        <p:nvPicPr>
          <p:cNvPr id="73" name="object 7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370553" y="9025318"/>
            <a:ext cx="241300" cy="240837"/>
          </a:xfrm>
          <a:prstGeom prst="rect">
            <a:avLst/>
          </a:prstGeom>
        </p:spPr>
      </p:pic>
      <p:sp>
        <p:nvSpPr>
          <p:cNvPr id="74" name="object 74"/>
          <p:cNvSpPr txBox="1"/>
          <p:nvPr/>
        </p:nvSpPr>
        <p:spPr>
          <a:xfrm>
            <a:off x="3413177" y="9076030"/>
            <a:ext cx="154305" cy="107314"/>
          </a:xfrm>
          <a:prstGeom prst="rect">
            <a:avLst/>
          </a:prstGeom>
        </p:spPr>
        <p:txBody>
          <a:bodyPr wrap="square" lIns="0" tIns="21590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750" spc="-50" b="1">
                <a:solidFill>
                  <a:srgbClr val="FFFFFF"/>
                </a:solidFill>
                <a:latin typeface="Segoe UI Symbol"/>
                <a:cs typeface="Segoe UI Symbol"/>
              </a:rPr>
              <a:t>⚙</a:t>
            </a:r>
            <a:endParaRPr sz="750">
              <a:latin typeface="Segoe UI Symbol"/>
              <a:cs typeface="Segoe UI Symbo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3390736" y="9343943"/>
            <a:ext cx="154305" cy="109220"/>
          </a:xfrm>
          <a:prstGeom prst="rect">
            <a:avLst/>
          </a:prstGeom>
        </p:spPr>
        <p:txBody>
          <a:bodyPr wrap="square" lIns="0" tIns="21590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750" spc="-50">
                <a:solidFill>
                  <a:srgbClr val="5D6270"/>
                </a:solidFill>
                <a:latin typeface="Segoe UI Symbol"/>
                <a:cs typeface="Segoe UI Symbol"/>
              </a:rPr>
              <a:t>→</a:t>
            </a:r>
            <a:endParaRPr sz="750">
              <a:latin typeface="Segoe UI Symbol"/>
              <a:cs typeface="Segoe UI Symbol"/>
            </a:endParaRPr>
          </a:p>
        </p:txBody>
      </p:sp>
      <p:pic>
        <p:nvPicPr>
          <p:cNvPr id="76" name="object 7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370553" y="9532048"/>
            <a:ext cx="241300" cy="240827"/>
          </a:xfrm>
          <a:prstGeom prst="rect">
            <a:avLst/>
          </a:prstGeom>
        </p:spPr>
      </p:pic>
      <p:sp>
        <p:nvSpPr>
          <p:cNvPr id="77" name="object 77"/>
          <p:cNvSpPr txBox="1"/>
          <p:nvPr/>
        </p:nvSpPr>
        <p:spPr>
          <a:xfrm>
            <a:off x="3422447" y="9609876"/>
            <a:ext cx="154305" cy="107950"/>
          </a:xfrm>
          <a:prstGeom prst="rect">
            <a:avLst/>
          </a:prstGeom>
        </p:spPr>
        <p:txBody>
          <a:bodyPr wrap="square" lIns="0" tIns="21590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750" spc="-50" b="1">
                <a:solidFill>
                  <a:srgbClr val="FFFFFF"/>
                </a:solidFill>
                <a:latin typeface="Segoe UI Symbol"/>
                <a:cs typeface="Segoe UI Symbol"/>
              </a:rPr>
              <a:t>↻</a:t>
            </a:r>
            <a:endParaRPr sz="750">
              <a:latin typeface="Segoe UI Symbol"/>
              <a:cs typeface="Segoe UI Symbo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193556" y="8881462"/>
            <a:ext cx="128270" cy="923925"/>
          </a:xfrm>
          <a:prstGeom prst="rect">
            <a:avLst/>
          </a:prstGeom>
        </p:spPr>
        <p:txBody>
          <a:bodyPr wrap="square" lIns="0" tIns="698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  <a:tabLst>
                <a:tab pos="652780" algn="l"/>
              </a:tabLst>
            </a:pPr>
            <a:r>
              <a:rPr dirty="0" sz="700" spc="-10">
                <a:solidFill>
                  <a:srgbClr val="173A69"/>
                </a:solidFill>
                <a:latin typeface="Arial"/>
                <a:cs typeface="Arial"/>
              </a:rPr>
              <a:t>Remediation</a:t>
            </a:r>
            <a:r>
              <a:rPr dirty="0" sz="700">
                <a:solidFill>
                  <a:srgbClr val="173A69"/>
                </a:solidFill>
                <a:latin typeface="Arial"/>
                <a:cs typeface="Arial"/>
              </a:rPr>
              <a:t>	</a:t>
            </a:r>
            <a:r>
              <a:rPr dirty="0" sz="700" spc="-10">
                <a:solidFill>
                  <a:srgbClr val="173A69"/>
                </a:solidFill>
                <a:latin typeface="Arial"/>
                <a:cs typeface="Arial"/>
              </a:rPr>
              <a:t>Retes</a:t>
            </a:r>
            <a:r>
              <a:rPr dirty="0" sz="600" spc="-10">
                <a:solidFill>
                  <a:srgbClr val="173A69"/>
                </a:solidFill>
                <a:latin typeface="Arial"/>
                <a:cs typeface="Arial"/>
              </a:rPr>
              <a:t>t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1550024" y="730597"/>
            <a:ext cx="1377315" cy="2997200"/>
            <a:chOff x="1550024" y="730597"/>
            <a:chExt cx="1377315" cy="2997200"/>
          </a:xfrm>
        </p:grpSpPr>
        <p:sp>
          <p:nvSpPr>
            <p:cNvPr id="80" name="object 80"/>
            <p:cNvSpPr/>
            <p:nvPr/>
          </p:nvSpPr>
          <p:spPr>
            <a:xfrm>
              <a:off x="1559496" y="731837"/>
              <a:ext cx="1357630" cy="2986405"/>
            </a:xfrm>
            <a:custGeom>
              <a:avLst/>
              <a:gdLst/>
              <a:ahLst/>
              <a:cxnLst/>
              <a:rect l="l" t="t" r="r" b="b"/>
              <a:pathLst>
                <a:path w="1357630" h="2986404">
                  <a:moveTo>
                    <a:pt x="1260792" y="0"/>
                  </a:moveTo>
                  <a:lnTo>
                    <a:pt x="96520" y="0"/>
                  </a:lnTo>
                  <a:lnTo>
                    <a:pt x="59187" y="7528"/>
                  </a:lnTo>
                  <a:lnTo>
                    <a:pt x="28586" y="28194"/>
                  </a:lnTo>
                  <a:lnTo>
                    <a:pt x="7822" y="58893"/>
                  </a:lnTo>
                  <a:lnTo>
                    <a:pt x="0" y="96520"/>
                  </a:lnTo>
                  <a:lnTo>
                    <a:pt x="0" y="2889567"/>
                  </a:lnTo>
                  <a:lnTo>
                    <a:pt x="7822" y="2927036"/>
                  </a:lnTo>
                  <a:lnTo>
                    <a:pt x="28586" y="2957682"/>
                  </a:lnTo>
                  <a:lnTo>
                    <a:pt x="59187" y="2978401"/>
                  </a:lnTo>
                  <a:lnTo>
                    <a:pt x="96520" y="2986087"/>
                  </a:lnTo>
                  <a:lnTo>
                    <a:pt x="1260792" y="2986087"/>
                  </a:lnTo>
                  <a:lnTo>
                    <a:pt x="1298600" y="2978401"/>
                  </a:lnTo>
                  <a:lnTo>
                    <a:pt x="1329359" y="2957682"/>
                  </a:lnTo>
                  <a:lnTo>
                    <a:pt x="1349964" y="2927036"/>
                  </a:lnTo>
                  <a:lnTo>
                    <a:pt x="1357312" y="2889567"/>
                  </a:lnTo>
                  <a:lnTo>
                    <a:pt x="1357312" y="96520"/>
                  </a:lnTo>
                  <a:lnTo>
                    <a:pt x="1349964" y="58893"/>
                  </a:lnTo>
                  <a:lnTo>
                    <a:pt x="1329359" y="28194"/>
                  </a:lnTo>
                  <a:lnTo>
                    <a:pt x="1298600" y="7528"/>
                  </a:lnTo>
                  <a:lnTo>
                    <a:pt x="1260792" y="0"/>
                  </a:lnTo>
                  <a:close/>
                </a:path>
              </a:pathLst>
            </a:custGeom>
            <a:solidFill>
              <a:srgbClr val="FFF2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1550022" y="730605"/>
              <a:ext cx="1377315" cy="2997200"/>
            </a:xfrm>
            <a:custGeom>
              <a:avLst/>
              <a:gdLst/>
              <a:ahLst/>
              <a:cxnLst/>
              <a:rect l="l" t="t" r="r" b="b"/>
              <a:pathLst>
                <a:path w="1377314" h="2997200">
                  <a:moveTo>
                    <a:pt x="1377251" y="101600"/>
                  </a:moveTo>
                  <a:lnTo>
                    <a:pt x="1377111" y="101600"/>
                  </a:lnTo>
                  <a:lnTo>
                    <a:pt x="1376680" y="88900"/>
                  </a:lnTo>
                  <a:lnTo>
                    <a:pt x="1376070" y="88900"/>
                  </a:lnTo>
                  <a:lnTo>
                    <a:pt x="1375041" y="76200"/>
                  </a:lnTo>
                  <a:lnTo>
                    <a:pt x="1372539" y="76200"/>
                  </a:lnTo>
                  <a:lnTo>
                    <a:pt x="1370876" y="63500"/>
                  </a:lnTo>
                  <a:lnTo>
                    <a:pt x="1366850" y="63500"/>
                  </a:lnTo>
                  <a:lnTo>
                    <a:pt x="1364513" y="50800"/>
                  </a:lnTo>
                  <a:lnTo>
                    <a:pt x="1359192" y="50800"/>
                  </a:lnTo>
                  <a:lnTo>
                    <a:pt x="1356220" y="38100"/>
                  </a:lnTo>
                  <a:lnTo>
                    <a:pt x="1349730" y="38100"/>
                  </a:lnTo>
                  <a:lnTo>
                    <a:pt x="1346212" y="25400"/>
                  </a:lnTo>
                  <a:lnTo>
                    <a:pt x="1338656" y="25400"/>
                  </a:lnTo>
                  <a:lnTo>
                    <a:pt x="1334262" y="12700"/>
                  </a:lnTo>
                  <a:lnTo>
                    <a:pt x="1322819" y="12700"/>
                  </a:lnTo>
                  <a:lnTo>
                    <a:pt x="1322819" y="2969704"/>
                  </a:lnTo>
                  <a:lnTo>
                    <a:pt x="1322222" y="2971800"/>
                  </a:lnTo>
                  <a:lnTo>
                    <a:pt x="1319695" y="2971800"/>
                  </a:lnTo>
                  <a:lnTo>
                    <a:pt x="1322819" y="2969704"/>
                  </a:lnTo>
                  <a:lnTo>
                    <a:pt x="1322819" y="12700"/>
                  </a:lnTo>
                  <a:lnTo>
                    <a:pt x="1317117" y="12700"/>
                  </a:lnTo>
                  <a:lnTo>
                    <a:pt x="1312392" y="0"/>
                  </a:lnTo>
                  <a:lnTo>
                    <a:pt x="1301394" y="0"/>
                  </a:lnTo>
                  <a:lnTo>
                    <a:pt x="1301394" y="2980994"/>
                  </a:lnTo>
                  <a:lnTo>
                    <a:pt x="1300187" y="2984500"/>
                  </a:lnTo>
                  <a:lnTo>
                    <a:pt x="1300302" y="2981223"/>
                  </a:lnTo>
                  <a:lnTo>
                    <a:pt x="1301394" y="2980994"/>
                  </a:lnTo>
                  <a:lnTo>
                    <a:pt x="1301394" y="0"/>
                  </a:lnTo>
                  <a:lnTo>
                    <a:pt x="1297101" y="0"/>
                  </a:lnTo>
                  <a:lnTo>
                    <a:pt x="1297101" y="2981871"/>
                  </a:lnTo>
                  <a:lnTo>
                    <a:pt x="1296174" y="2984500"/>
                  </a:lnTo>
                  <a:lnTo>
                    <a:pt x="1284135" y="2984500"/>
                  </a:lnTo>
                  <a:lnTo>
                    <a:pt x="1297101" y="2981871"/>
                  </a:lnTo>
                  <a:lnTo>
                    <a:pt x="1297101" y="0"/>
                  </a:lnTo>
                  <a:lnTo>
                    <a:pt x="1099718" y="0"/>
                  </a:lnTo>
                  <a:lnTo>
                    <a:pt x="1099718" y="2984500"/>
                  </a:lnTo>
                  <a:lnTo>
                    <a:pt x="80937" y="2984500"/>
                  </a:lnTo>
                  <a:lnTo>
                    <a:pt x="76454" y="2971800"/>
                  </a:lnTo>
                  <a:lnTo>
                    <a:pt x="76911" y="2984500"/>
                  </a:lnTo>
                  <a:lnTo>
                    <a:pt x="72529" y="2971800"/>
                  </a:lnTo>
                  <a:lnTo>
                    <a:pt x="54876" y="2971800"/>
                  </a:lnTo>
                  <a:lnTo>
                    <a:pt x="51231" y="2959100"/>
                  </a:lnTo>
                  <a:lnTo>
                    <a:pt x="42570" y="2959100"/>
                  </a:lnTo>
                  <a:lnTo>
                    <a:pt x="39535" y="2946400"/>
                  </a:lnTo>
                  <a:lnTo>
                    <a:pt x="32588" y="2946400"/>
                  </a:lnTo>
                  <a:lnTo>
                    <a:pt x="30264" y="2933700"/>
                  </a:lnTo>
                  <a:lnTo>
                    <a:pt x="26835" y="2933700"/>
                  </a:lnTo>
                  <a:lnTo>
                    <a:pt x="25107" y="2921000"/>
                  </a:lnTo>
                  <a:lnTo>
                    <a:pt x="22733" y="2921000"/>
                  </a:lnTo>
                  <a:lnTo>
                    <a:pt x="21653" y="2908300"/>
                  </a:lnTo>
                  <a:lnTo>
                    <a:pt x="21755" y="2921000"/>
                  </a:lnTo>
                  <a:lnTo>
                    <a:pt x="20904" y="2908300"/>
                  </a:lnTo>
                  <a:lnTo>
                    <a:pt x="20370" y="2908300"/>
                  </a:lnTo>
                  <a:lnTo>
                    <a:pt x="20040" y="2895600"/>
                  </a:lnTo>
                  <a:lnTo>
                    <a:pt x="19939" y="101600"/>
                  </a:lnTo>
                  <a:lnTo>
                    <a:pt x="20421" y="88900"/>
                  </a:lnTo>
                  <a:lnTo>
                    <a:pt x="20370" y="101600"/>
                  </a:lnTo>
                  <a:lnTo>
                    <a:pt x="20980" y="88900"/>
                  </a:lnTo>
                  <a:lnTo>
                    <a:pt x="21755" y="88900"/>
                  </a:lnTo>
                  <a:lnTo>
                    <a:pt x="22733" y="76200"/>
                  </a:lnTo>
                  <a:lnTo>
                    <a:pt x="22593" y="88900"/>
                  </a:lnTo>
                  <a:lnTo>
                    <a:pt x="23901" y="76200"/>
                  </a:lnTo>
                  <a:lnTo>
                    <a:pt x="26644" y="76200"/>
                  </a:lnTo>
                  <a:lnTo>
                    <a:pt x="28575" y="63500"/>
                  </a:lnTo>
                  <a:lnTo>
                    <a:pt x="32334" y="63500"/>
                  </a:lnTo>
                  <a:lnTo>
                    <a:pt x="34848" y="50800"/>
                  </a:lnTo>
                  <a:lnTo>
                    <a:pt x="42240" y="50800"/>
                  </a:lnTo>
                  <a:lnTo>
                    <a:pt x="45440" y="38100"/>
                  </a:lnTo>
                  <a:lnTo>
                    <a:pt x="57873" y="38100"/>
                  </a:lnTo>
                  <a:lnTo>
                    <a:pt x="61785" y="25400"/>
                  </a:lnTo>
                  <a:lnTo>
                    <a:pt x="88722" y="25400"/>
                  </a:lnTo>
                  <a:lnTo>
                    <a:pt x="93484" y="12700"/>
                  </a:lnTo>
                  <a:lnTo>
                    <a:pt x="1070254" y="12700"/>
                  </a:lnTo>
                  <a:lnTo>
                    <a:pt x="1024712" y="60134"/>
                  </a:lnTo>
                  <a:lnTo>
                    <a:pt x="1016901" y="97751"/>
                  </a:lnTo>
                  <a:lnTo>
                    <a:pt x="1016901" y="2890799"/>
                  </a:lnTo>
                  <a:lnTo>
                    <a:pt x="1024712" y="2928277"/>
                  </a:lnTo>
                  <a:lnTo>
                    <a:pt x="1076083" y="2979636"/>
                  </a:lnTo>
                  <a:lnTo>
                    <a:pt x="1099718" y="2984500"/>
                  </a:lnTo>
                  <a:lnTo>
                    <a:pt x="1099718" y="0"/>
                  </a:lnTo>
                  <a:lnTo>
                    <a:pt x="64693" y="0"/>
                  </a:lnTo>
                  <a:lnTo>
                    <a:pt x="59982" y="12700"/>
                  </a:lnTo>
                  <a:lnTo>
                    <a:pt x="42443" y="12700"/>
                  </a:lnTo>
                  <a:lnTo>
                    <a:pt x="38430" y="25400"/>
                  </a:lnTo>
                  <a:lnTo>
                    <a:pt x="30886" y="25400"/>
                  </a:lnTo>
                  <a:lnTo>
                    <a:pt x="27686" y="38100"/>
                  </a:lnTo>
                  <a:lnTo>
                    <a:pt x="20866" y="38100"/>
                  </a:lnTo>
                  <a:lnTo>
                    <a:pt x="17919" y="50800"/>
                  </a:lnTo>
                  <a:lnTo>
                    <a:pt x="12827" y="50800"/>
                  </a:lnTo>
                  <a:lnTo>
                    <a:pt x="10464" y="63500"/>
                  </a:lnTo>
                  <a:lnTo>
                    <a:pt x="6388" y="63500"/>
                  </a:lnTo>
                  <a:lnTo>
                    <a:pt x="4711" y="76200"/>
                  </a:lnTo>
                  <a:lnTo>
                    <a:pt x="3251" y="76200"/>
                  </a:lnTo>
                  <a:lnTo>
                    <a:pt x="1955" y="88900"/>
                  </a:lnTo>
                  <a:lnTo>
                    <a:pt x="368" y="88900"/>
                  </a:lnTo>
                  <a:lnTo>
                    <a:pt x="0" y="101600"/>
                  </a:lnTo>
                  <a:lnTo>
                    <a:pt x="0" y="2908300"/>
                  </a:lnTo>
                  <a:lnTo>
                    <a:pt x="1104" y="2908300"/>
                  </a:lnTo>
                  <a:lnTo>
                    <a:pt x="2057" y="2921000"/>
                  </a:lnTo>
                  <a:lnTo>
                    <a:pt x="3251" y="2921000"/>
                  </a:lnTo>
                  <a:lnTo>
                    <a:pt x="4559" y="2933700"/>
                  </a:lnTo>
                  <a:lnTo>
                    <a:pt x="8115" y="2933700"/>
                  </a:lnTo>
                  <a:lnTo>
                    <a:pt x="10464" y="2946400"/>
                  </a:lnTo>
                  <a:lnTo>
                    <a:pt x="15151" y="2946400"/>
                  </a:lnTo>
                  <a:lnTo>
                    <a:pt x="17919" y="2959100"/>
                  </a:lnTo>
                  <a:lnTo>
                    <a:pt x="24028" y="2959100"/>
                  </a:lnTo>
                  <a:lnTo>
                    <a:pt x="27368" y="2971800"/>
                  </a:lnTo>
                  <a:lnTo>
                    <a:pt x="34569" y="2971800"/>
                  </a:lnTo>
                  <a:lnTo>
                    <a:pt x="38430" y="2984500"/>
                  </a:lnTo>
                  <a:lnTo>
                    <a:pt x="55816" y="2984500"/>
                  </a:lnTo>
                  <a:lnTo>
                    <a:pt x="59982" y="2997200"/>
                  </a:lnTo>
                  <a:lnTo>
                    <a:pt x="1317117" y="2997200"/>
                  </a:lnTo>
                  <a:lnTo>
                    <a:pt x="1321269" y="2984500"/>
                  </a:lnTo>
                  <a:lnTo>
                    <a:pt x="1338300" y="2984500"/>
                  </a:lnTo>
                  <a:lnTo>
                    <a:pt x="1342174" y="2971800"/>
                  </a:lnTo>
                  <a:lnTo>
                    <a:pt x="1349413" y="2971800"/>
                  </a:lnTo>
                  <a:lnTo>
                    <a:pt x="1353070" y="2959100"/>
                  </a:lnTo>
                  <a:lnTo>
                    <a:pt x="1358912" y="2959100"/>
                  </a:lnTo>
                  <a:lnTo>
                    <a:pt x="1361694" y="2946400"/>
                  </a:lnTo>
                  <a:lnTo>
                    <a:pt x="1366634" y="2946400"/>
                  </a:lnTo>
                  <a:lnTo>
                    <a:pt x="1368780" y="2933700"/>
                  </a:lnTo>
                  <a:lnTo>
                    <a:pt x="1372387" y="2933700"/>
                  </a:lnTo>
                  <a:lnTo>
                    <a:pt x="1373835" y="2921000"/>
                  </a:lnTo>
                  <a:lnTo>
                    <a:pt x="1375143" y="2921000"/>
                  </a:lnTo>
                  <a:lnTo>
                    <a:pt x="1376070" y="2908300"/>
                  </a:lnTo>
                  <a:lnTo>
                    <a:pt x="1377111" y="2908300"/>
                  </a:lnTo>
                  <a:lnTo>
                    <a:pt x="1377251" y="2895600"/>
                  </a:lnTo>
                  <a:lnTo>
                    <a:pt x="1377251" y="101600"/>
                  </a:lnTo>
                  <a:close/>
                </a:path>
              </a:pathLst>
            </a:custGeom>
            <a:solidFill>
              <a:srgbClr val="EF43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2" name="object 82"/>
          <p:cNvSpPr txBox="1"/>
          <p:nvPr/>
        </p:nvSpPr>
        <p:spPr>
          <a:xfrm>
            <a:off x="1722647" y="839676"/>
            <a:ext cx="1067435" cy="222885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00" spc="-25" b="1">
                <a:solidFill>
                  <a:srgbClr val="FFFFFF"/>
                </a:solidFill>
                <a:latin typeface="Arial"/>
                <a:cs typeface="Arial"/>
              </a:rPr>
              <a:t>VALIDATED</a:t>
            </a:r>
            <a:r>
              <a:rPr dirty="0" sz="10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10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REPORTED</a:t>
            </a:r>
            <a:r>
              <a:rPr dirty="0" sz="10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FINDINGS</a:t>
            </a:r>
            <a:endParaRPr sz="1000">
              <a:latin typeface="Arial"/>
              <a:cs typeface="Arial"/>
            </a:endParaRPr>
          </a:p>
          <a:p>
            <a:pPr marL="158750" indent="-97790">
              <a:lnSpc>
                <a:spcPct val="100000"/>
              </a:lnSpc>
              <a:spcBef>
                <a:spcPts val="845"/>
              </a:spcBef>
              <a:buChar char="•"/>
              <a:tabLst>
                <a:tab pos="158750" algn="l"/>
              </a:tabLst>
            </a:pPr>
            <a:r>
              <a:rPr dirty="0" sz="850" b="1">
                <a:solidFill>
                  <a:srgbClr val="173A69"/>
                </a:solidFill>
                <a:latin typeface="Arial"/>
                <a:cs typeface="Arial"/>
              </a:rPr>
              <a:t>Insecure</a:t>
            </a:r>
            <a:r>
              <a:rPr dirty="0" sz="850" spc="20" b="1">
                <a:solidFill>
                  <a:srgbClr val="173A69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173A69"/>
                </a:solidFill>
                <a:latin typeface="Arial"/>
                <a:cs typeface="Arial"/>
              </a:rPr>
              <a:t>token</a:t>
            </a:r>
            <a:r>
              <a:rPr dirty="0" sz="850" spc="25" b="1">
                <a:solidFill>
                  <a:srgbClr val="173A69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173A69"/>
                </a:solidFill>
                <a:latin typeface="Arial"/>
                <a:cs typeface="Arial"/>
              </a:rPr>
              <a:t>storage</a:t>
            </a:r>
            <a:endParaRPr sz="850">
              <a:latin typeface="Arial"/>
              <a:cs typeface="Arial"/>
            </a:endParaRPr>
          </a:p>
          <a:p>
            <a:pPr marL="158750" indent="-97790">
              <a:lnSpc>
                <a:spcPct val="100000"/>
              </a:lnSpc>
              <a:spcBef>
                <a:spcPts val="25"/>
              </a:spcBef>
              <a:buChar char="•"/>
              <a:tabLst>
                <a:tab pos="158750" algn="l"/>
              </a:tabLst>
            </a:pPr>
            <a:r>
              <a:rPr dirty="0" sz="850" b="1">
                <a:solidFill>
                  <a:srgbClr val="173A69"/>
                </a:solidFill>
                <a:latin typeface="Arial"/>
                <a:cs typeface="Arial"/>
              </a:rPr>
              <a:t>IDOR</a:t>
            </a:r>
            <a:r>
              <a:rPr dirty="0" sz="850" spc="20" b="1">
                <a:solidFill>
                  <a:srgbClr val="173A69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173A69"/>
                </a:solidFill>
                <a:latin typeface="Arial"/>
                <a:cs typeface="Arial"/>
              </a:rPr>
              <a:t>/</a:t>
            </a:r>
            <a:r>
              <a:rPr dirty="0" sz="850" spc="25" b="1">
                <a:solidFill>
                  <a:srgbClr val="173A69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173A69"/>
                </a:solidFill>
                <a:latin typeface="Arial"/>
                <a:cs typeface="Arial"/>
              </a:rPr>
              <a:t>broken</a:t>
            </a:r>
            <a:r>
              <a:rPr dirty="0" sz="850" spc="25" b="1">
                <a:solidFill>
                  <a:srgbClr val="173A69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173A69"/>
                </a:solidFill>
                <a:latin typeface="Arial"/>
                <a:cs typeface="Arial"/>
              </a:rPr>
              <a:t>object-level</a:t>
            </a:r>
            <a:r>
              <a:rPr dirty="0" sz="850" spc="25" b="1">
                <a:solidFill>
                  <a:srgbClr val="173A69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173A69"/>
                </a:solidFill>
                <a:latin typeface="Arial"/>
                <a:cs typeface="Arial"/>
              </a:rPr>
              <a:t>access</a:t>
            </a:r>
            <a:endParaRPr sz="850">
              <a:latin typeface="Arial"/>
              <a:cs typeface="Arial"/>
            </a:endParaRPr>
          </a:p>
          <a:p>
            <a:pPr marL="158750" indent="-97790">
              <a:lnSpc>
                <a:spcPct val="100000"/>
              </a:lnSpc>
              <a:spcBef>
                <a:spcPts val="25"/>
              </a:spcBef>
              <a:buChar char="•"/>
              <a:tabLst>
                <a:tab pos="158750" algn="l"/>
              </a:tabLst>
            </a:pPr>
            <a:r>
              <a:rPr dirty="0" sz="850" spc="-25" b="1">
                <a:solidFill>
                  <a:srgbClr val="173A69"/>
                </a:solidFill>
                <a:latin typeface="Arial"/>
                <a:cs typeface="Arial"/>
              </a:rPr>
              <a:t>XSS</a:t>
            </a:r>
            <a:endParaRPr sz="850">
              <a:latin typeface="Arial"/>
              <a:cs typeface="Arial"/>
            </a:endParaRPr>
          </a:p>
          <a:p>
            <a:pPr marL="158750" indent="-97790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158750" algn="l"/>
              </a:tabLst>
            </a:pPr>
            <a:r>
              <a:rPr dirty="0" sz="850" b="1">
                <a:solidFill>
                  <a:srgbClr val="173A69"/>
                </a:solidFill>
                <a:latin typeface="Arial"/>
                <a:cs typeface="Arial"/>
              </a:rPr>
              <a:t>SQL/NoSQL</a:t>
            </a:r>
            <a:r>
              <a:rPr dirty="0" sz="850" spc="55" b="1">
                <a:solidFill>
                  <a:srgbClr val="173A69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173A69"/>
                </a:solidFill>
                <a:latin typeface="Arial"/>
                <a:cs typeface="Arial"/>
              </a:rPr>
              <a:t>injection</a:t>
            </a:r>
            <a:endParaRPr sz="850">
              <a:latin typeface="Arial"/>
              <a:cs typeface="Arial"/>
            </a:endParaRPr>
          </a:p>
          <a:p>
            <a:pPr marL="158750" indent="-97790">
              <a:lnSpc>
                <a:spcPct val="100000"/>
              </a:lnSpc>
              <a:spcBef>
                <a:spcPts val="25"/>
              </a:spcBef>
              <a:buChar char="•"/>
              <a:tabLst>
                <a:tab pos="158750" algn="l"/>
              </a:tabLst>
            </a:pPr>
            <a:r>
              <a:rPr dirty="0" sz="850" spc="-20" b="1">
                <a:solidFill>
                  <a:srgbClr val="173A69"/>
                </a:solidFill>
                <a:latin typeface="Arial"/>
                <a:cs typeface="Arial"/>
              </a:rPr>
              <a:t>SSRF</a:t>
            </a:r>
            <a:endParaRPr sz="850">
              <a:latin typeface="Arial"/>
              <a:cs typeface="Arial"/>
            </a:endParaRPr>
          </a:p>
          <a:p>
            <a:pPr marL="158750" indent="-97790">
              <a:lnSpc>
                <a:spcPct val="100000"/>
              </a:lnSpc>
              <a:spcBef>
                <a:spcPts val="25"/>
              </a:spcBef>
              <a:buChar char="•"/>
              <a:tabLst>
                <a:tab pos="158750" algn="l"/>
              </a:tabLst>
            </a:pPr>
            <a:r>
              <a:rPr dirty="0" sz="850" b="1">
                <a:solidFill>
                  <a:srgbClr val="173A69"/>
                </a:solidFill>
                <a:latin typeface="Arial"/>
                <a:cs typeface="Arial"/>
              </a:rPr>
              <a:t>API</a:t>
            </a:r>
            <a:r>
              <a:rPr dirty="0" sz="850" spc="30" b="1">
                <a:solidFill>
                  <a:srgbClr val="173A69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173A69"/>
                </a:solidFill>
                <a:latin typeface="Arial"/>
                <a:cs typeface="Arial"/>
              </a:rPr>
              <a:t>resource-abuse</a:t>
            </a:r>
            <a:r>
              <a:rPr dirty="0" sz="850" spc="35" b="1">
                <a:solidFill>
                  <a:srgbClr val="173A69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173A69"/>
                </a:solidFill>
                <a:latin typeface="Arial"/>
                <a:cs typeface="Arial"/>
              </a:rPr>
              <a:t>/</a:t>
            </a:r>
            <a:r>
              <a:rPr dirty="0" sz="850" spc="35" b="1">
                <a:solidFill>
                  <a:srgbClr val="173A69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173A69"/>
                </a:solidFill>
                <a:latin typeface="Arial"/>
                <a:cs typeface="Arial"/>
              </a:rPr>
              <a:t>rate-limit</a:t>
            </a:r>
            <a:r>
              <a:rPr dirty="0" sz="850" spc="30" b="1">
                <a:solidFill>
                  <a:srgbClr val="173A69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173A69"/>
                </a:solidFill>
                <a:latin typeface="Arial"/>
                <a:cs typeface="Arial"/>
              </a:rPr>
              <a:t>concern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1550024" y="3868737"/>
            <a:ext cx="1377315" cy="2845435"/>
            <a:chOff x="1550024" y="3868737"/>
            <a:chExt cx="1377315" cy="2845435"/>
          </a:xfrm>
        </p:grpSpPr>
        <p:sp>
          <p:nvSpPr>
            <p:cNvPr id="84" name="object 84"/>
            <p:cNvSpPr/>
            <p:nvPr/>
          </p:nvSpPr>
          <p:spPr>
            <a:xfrm>
              <a:off x="1559496" y="3868737"/>
              <a:ext cx="1357630" cy="2835275"/>
            </a:xfrm>
            <a:custGeom>
              <a:avLst/>
              <a:gdLst/>
              <a:ahLst/>
              <a:cxnLst/>
              <a:rect l="l" t="t" r="r" b="b"/>
              <a:pathLst>
                <a:path w="1357630" h="2835275">
                  <a:moveTo>
                    <a:pt x="1260792" y="0"/>
                  </a:moveTo>
                  <a:lnTo>
                    <a:pt x="96520" y="0"/>
                  </a:lnTo>
                  <a:lnTo>
                    <a:pt x="59187" y="7483"/>
                  </a:lnTo>
                  <a:lnTo>
                    <a:pt x="28586" y="28134"/>
                  </a:lnTo>
                  <a:lnTo>
                    <a:pt x="7822" y="58847"/>
                  </a:lnTo>
                  <a:lnTo>
                    <a:pt x="0" y="96520"/>
                  </a:lnTo>
                  <a:lnTo>
                    <a:pt x="0" y="2738754"/>
                  </a:lnTo>
                  <a:lnTo>
                    <a:pt x="7822" y="2776183"/>
                  </a:lnTo>
                  <a:lnTo>
                    <a:pt x="28586" y="2806816"/>
                  </a:lnTo>
                  <a:lnTo>
                    <a:pt x="59187" y="2827548"/>
                  </a:lnTo>
                  <a:lnTo>
                    <a:pt x="96520" y="2835275"/>
                  </a:lnTo>
                  <a:lnTo>
                    <a:pt x="1260792" y="2835275"/>
                  </a:lnTo>
                  <a:lnTo>
                    <a:pt x="1298600" y="2827548"/>
                  </a:lnTo>
                  <a:lnTo>
                    <a:pt x="1329359" y="2806816"/>
                  </a:lnTo>
                  <a:lnTo>
                    <a:pt x="1349964" y="2776183"/>
                  </a:lnTo>
                  <a:lnTo>
                    <a:pt x="1357312" y="2738754"/>
                  </a:lnTo>
                  <a:lnTo>
                    <a:pt x="1357312" y="96520"/>
                  </a:lnTo>
                  <a:lnTo>
                    <a:pt x="1349964" y="58847"/>
                  </a:lnTo>
                  <a:lnTo>
                    <a:pt x="1329359" y="28134"/>
                  </a:lnTo>
                  <a:lnTo>
                    <a:pt x="1298600" y="7483"/>
                  </a:lnTo>
                  <a:lnTo>
                    <a:pt x="1260792" y="0"/>
                  </a:lnTo>
                  <a:close/>
                </a:path>
              </a:pathLst>
            </a:custGeom>
            <a:solidFill>
              <a:srgbClr val="EEF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1550022" y="3868737"/>
              <a:ext cx="1377315" cy="2845435"/>
            </a:xfrm>
            <a:custGeom>
              <a:avLst/>
              <a:gdLst/>
              <a:ahLst/>
              <a:cxnLst/>
              <a:rect l="l" t="t" r="r" b="b"/>
              <a:pathLst>
                <a:path w="1377314" h="2845434">
                  <a:moveTo>
                    <a:pt x="1377251" y="101727"/>
                  </a:moveTo>
                  <a:lnTo>
                    <a:pt x="1377111" y="101727"/>
                  </a:lnTo>
                  <a:lnTo>
                    <a:pt x="1376680" y="89027"/>
                  </a:lnTo>
                  <a:lnTo>
                    <a:pt x="1376070" y="89027"/>
                  </a:lnTo>
                  <a:lnTo>
                    <a:pt x="1375143" y="76327"/>
                  </a:lnTo>
                  <a:lnTo>
                    <a:pt x="1372539" y="76327"/>
                  </a:lnTo>
                  <a:lnTo>
                    <a:pt x="1370876" y="63627"/>
                  </a:lnTo>
                  <a:lnTo>
                    <a:pt x="1368971" y="63627"/>
                  </a:lnTo>
                  <a:lnTo>
                    <a:pt x="1366634" y="50927"/>
                  </a:lnTo>
                  <a:lnTo>
                    <a:pt x="1361948" y="50927"/>
                  </a:lnTo>
                  <a:lnTo>
                    <a:pt x="1359192" y="38227"/>
                  </a:lnTo>
                  <a:lnTo>
                    <a:pt x="1353070" y="38227"/>
                  </a:lnTo>
                  <a:lnTo>
                    <a:pt x="1349730" y="25527"/>
                  </a:lnTo>
                  <a:lnTo>
                    <a:pt x="1338300" y="25527"/>
                  </a:lnTo>
                  <a:lnTo>
                    <a:pt x="1334262" y="12827"/>
                  </a:lnTo>
                  <a:lnTo>
                    <a:pt x="1322755" y="12827"/>
                  </a:lnTo>
                  <a:lnTo>
                    <a:pt x="1322755" y="2817660"/>
                  </a:lnTo>
                  <a:lnTo>
                    <a:pt x="1322222" y="2819527"/>
                  </a:lnTo>
                  <a:lnTo>
                    <a:pt x="1319961" y="2819527"/>
                  </a:lnTo>
                  <a:lnTo>
                    <a:pt x="1322755" y="2817660"/>
                  </a:lnTo>
                  <a:lnTo>
                    <a:pt x="1322755" y="12827"/>
                  </a:lnTo>
                  <a:lnTo>
                    <a:pt x="1317117" y="12827"/>
                  </a:lnTo>
                  <a:lnTo>
                    <a:pt x="1312392" y="127"/>
                  </a:lnTo>
                  <a:lnTo>
                    <a:pt x="1301318" y="127"/>
                  </a:lnTo>
                  <a:lnTo>
                    <a:pt x="1301318" y="2828937"/>
                  </a:lnTo>
                  <a:lnTo>
                    <a:pt x="1300187" y="2832227"/>
                  </a:lnTo>
                  <a:lnTo>
                    <a:pt x="1285176" y="2832227"/>
                  </a:lnTo>
                  <a:lnTo>
                    <a:pt x="1301318" y="2828937"/>
                  </a:lnTo>
                  <a:lnTo>
                    <a:pt x="1301318" y="127"/>
                  </a:lnTo>
                  <a:lnTo>
                    <a:pt x="1270901" y="127"/>
                  </a:lnTo>
                  <a:lnTo>
                    <a:pt x="1270266" y="0"/>
                  </a:lnTo>
                  <a:lnTo>
                    <a:pt x="1113421" y="0"/>
                  </a:lnTo>
                  <a:lnTo>
                    <a:pt x="1112786" y="127"/>
                  </a:lnTo>
                  <a:lnTo>
                    <a:pt x="1098677" y="127"/>
                  </a:lnTo>
                  <a:lnTo>
                    <a:pt x="1098677" y="2832227"/>
                  </a:lnTo>
                  <a:lnTo>
                    <a:pt x="76911" y="2832227"/>
                  </a:lnTo>
                  <a:lnTo>
                    <a:pt x="72529" y="2819527"/>
                  </a:lnTo>
                  <a:lnTo>
                    <a:pt x="54876" y="2819527"/>
                  </a:lnTo>
                  <a:lnTo>
                    <a:pt x="51231" y="2806827"/>
                  </a:lnTo>
                  <a:lnTo>
                    <a:pt x="42570" y="2806827"/>
                  </a:lnTo>
                  <a:lnTo>
                    <a:pt x="39535" y="2794127"/>
                  </a:lnTo>
                  <a:lnTo>
                    <a:pt x="32588" y="2794127"/>
                  </a:lnTo>
                  <a:lnTo>
                    <a:pt x="30264" y="2781427"/>
                  </a:lnTo>
                  <a:lnTo>
                    <a:pt x="26835" y="2781427"/>
                  </a:lnTo>
                  <a:lnTo>
                    <a:pt x="25107" y="2768727"/>
                  </a:lnTo>
                  <a:lnTo>
                    <a:pt x="22733" y="2768727"/>
                  </a:lnTo>
                  <a:lnTo>
                    <a:pt x="21653" y="2756027"/>
                  </a:lnTo>
                  <a:lnTo>
                    <a:pt x="21755" y="2768727"/>
                  </a:lnTo>
                  <a:lnTo>
                    <a:pt x="20904" y="2756027"/>
                  </a:lnTo>
                  <a:lnTo>
                    <a:pt x="20370" y="2756027"/>
                  </a:lnTo>
                  <a:lnTo>
                    <a:pt x="20040" y="2743327"/>
                  </a:lnTo>
                  <a:lnTo>
                    <a:pt x="19939" y="101727"/>
                  </a:lnTo>
                  <a:lnTo>
                    <a:pt x="20421" y="89027"/>
                  </a:lnTo>
                  <a:lnTo>
                    <a:pt x="21755" y="89027"/>
                  </a:lnTo>
                  <a:lnTo>
                    <a:pt x="22733" y="76327"/>
                  </a:lnTo>
                  <a:lnTo>
                    <a:pt x="25107" y="76327"/>
                  </a:lnTo>
                  <a:lnTo>
                    <a:pt x="26835" y="63627"/>
                  </a:lnTo>
                  <a:lnTo>
                    <a:pt x="32334" y="63627"/>
                  </a:lnTo>
                  <a:lnTo>
                    <a:pt x="34848" y="50927"/>
                  </a:lnTo>
                  <a:lnTo>
                    <a:pt x="39535" y="50927"/>
                  </a:lnTo>
                  <a:lnTo>
                    <a:pt x="42570" y="38227"/>
                  </a:lnTo>
                  <a:lnTo>
                    <a:pt x="42240" y="50927"/>
                  </a:lnTo>
                  <a:lnTo>
                    <a:pt x="45440" y="38227"/>
                  </a:lnTo>
                  <a:lnTo>
                    <a:pt x="54495" y="38227"/>
                  </a:lnTo>
                  <a:lnTo>
                    <a:pt x="58267" y="25527"/>
                  </a:lnTo>
                  <a:lnTo>
                    <a:pt x="80454" y="25527"/>
                  </a:lnTo>
                  <a:lnTo>
                    <a:pt x="85039" y="12827"/>
                  </a:lnTo>
                  <a:lnTo>
                    <a:pt x="1068171" y="12827"/>
                  </a:lnTo>
                  <a:lnTo>
                    <a:pt x="1045476" y="28143"/>
                  </a:lnTo>
                  <a:lnTo>
                    <a:pt x="1024712" y="58851"/>
                  </a:lnTo>
                  <a:lnTo>
                    <a:pt x="1016901" y="96520"/>
                  </a:lnTo>
                  <a:lnTo>
                    <a:pt x="1016901" y="2738755"/>
                  </a:lnTo>
                  <a:lnTo>
                    <a:pt x="1024712" y="2776194"/>
                  </a:lnTo>
                  <a:lnTo>
                    <a:pt x="1076083" y="2827553"/>
                  </a:lnTo>
                  <a:lnTo>
                    <a:pt x="1098677" y="2832227"/>
                  </a:lnTo>
                  <a:lnTo>
                    <a:pt x="1098677" y="127"/>
                  </a:lnTo>
                  <a:lnTo>
                    <a:pt x="64693" y="127"/>
                  </a:lnTo>
                  <a:lnTo>
                    <a:pt x="59982" y="12827"/>
                  </a:lnTo>
                  <a:lnTo>
                    <a:pt x="42837" y="12827"/>
                  </a:lnTo>
                  <a:lnTo>
                    <a:pt x="38430" y="25527"/>
                  </a:lnTo>
                  <a:lnTo>
                    <a:pt x="27686" y="25527"/>
                  </a:lnTo>
                  <a:lnTo>
                    <a:pt x="24028" y="38227"/>
                  </a:lnTo>
                  <a:lnTo>
                    <a:pt x="18186" y="38227"/>
                  </a:lnTo>
                  <a:lnTo>
                    <a:pt x="15405" y="50927"/>
                  </a:lnTo>
                  <a:lnTo>
                    <a:pt x="10464" y="50927"/>
                  </a:lnTo>
                  <a:lnTo>
                    <a:pt x="8318" y="63627"/>
                  </a:lnTo>
                  <a:lnTo>
                    <a:pt x="6388" y="63627"/>
                  </a:lnTo>
                  <a:lnTo>
                    <a:pt x="4711" y="76327"/>
                  </a:lnTo>
                  <a:lnTo>
                    <a:pt x="1955" y="76327"/>
                  </a:lnTo>
                  <a:lnTo>
                    <a:pt x="1104" y="89027"/>
                  </a:lnTo>
                  <a:lnTo>
                    <a:pt x="368" y="89027"/>
                  </a:lnTo>
                  <a:lnTo>
                    <a:pt x="0" y="101727"/>
                  </a:lnTo>
                  <a:lnTo>
                    <a:pt x="0" y="2756027"/>
                  </a:lnTo>
                  <a:lnTo>
                    <a:pt x="1104" y="2756027"/>
                  </a:lnTo>
                  <a:lnTo>
                    <a:pt x="2057" y="2768727"/>
                  </a:lnTo>
                  <a:lnTo>
                    <a:pt x="3251" y="2768727"/>
                  </a:lnTo>
                  <a:lnTo>
                    <a:pt x="4559" y="2781427"/>
                  </a:lnTo>
                  <a:lnTo>
                    <a:pt x="8318" y="2781427"/>
                  </a:lnTo>
                  <a:lnTo>
                    <a:pt x="10248" y="2794127"/>
                  </a:lnTo>
                  <a:lnTo>
                    <a:pt x="15151" y="2794127"/>
                  </a:lnTo>
                  <a:lnTo>
                    <a:pt x="17919" y="2806827"/>
                  </a:lnTo>
                  <a:lnTo>
                    <a:pt x="24028" y="2806827"/>
                  </a:lnTo>
                  <a:lnTo>
                    <a:pt x="27686" y="2819527"/>
                  </a:lnTo>
                  <a:lnTo>
                    <a:pt x="34569" y="2819527"/>
                  </a:lnTo>
                  <a:lnTo>
                    <a:pt x="38811" y="2832227"/>
                  </a:lnTo>
                  <a:lnTo>
                    <a:pt x="55397" y="2832227"/>
                  </a:lnTo>
                  <a:lnTo>
                    <a:pt x="59982" y="2844927"/>
                  </a:lnTo>
                  <a:lnTo>
                    <a:pt x="1317117" y="2844927"/>
                  </a:lnTo>
                  <a:lnTo>
                    <a:pt x="1321714" y="2832227"/>
                  </a:lnTo>
                  <a:lnTo>
                    <a:pt x="1338300" y="2832227"/>
                  </a:lnTo>
                  <a:lnTo>
                    <a:pt x="1342174" y="2819527"/>
                  </a:lnTo>
                  <a:lnTo>
                    <a:pt x="1349413" y="2819527"/>
                  </a:lnTo>
                  <a:lnTo>
                    <a:pt x="1352765" y="2806827"/>
                  </a:lnTo>
                  <a:lnTo>
                    <a:pt x="1358912" y="2806827"/>
                  </a:lnTo>
                  <a:lnTo>
                    <a:pt x="1361694" y="2794127"/>
                  </a:lnTo>
                  <a:lnTo>
                    <a:pt x="1366634" y="2794127"/>
                  </a:lnTo>
                  <a:lnTo>
                    <a:pt x="1368780" y="2781427"/>
                  </a:lnTo>
                  <a:lnTo>
                    <a:pt x="1372539" y="2781427"/>
                  </a:lnTo>
                  <a:lnTo>
                    <a:pt x="1373835" y="2768727"/>
                  </a:lnTo>
                  <a:lnTo>
                    <a:pt x="1375041" y="2768727"/>
                  </a:lnTo>
                  <a:lnTo>
                    <a:pt x="1376070" y="2756027"/>
                  </a:lnTo>
                  <a:lnTo>
                    <a:pt x="1377111" y="2756027"/>
                  </a:lnTo>
                  <a:lnTo>
                    <a:pt x="1377251" y="2743327"/>
                  </a:lnTo>
                  <a:lnTo>
                    <a:pt x="1377251" y="101727"/>
                  </a:lnTo>
                  <a:close/>
                </a:path>
              </a:pathLst>
            </a:custGeom>
            <a:solidFill>
              <a:srgbClr val="2587D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6" name="object 86"/>
          <p:cNvSpPr txBox="1"/>
          <p:nvPr/>
        </p:nvSpPr>
        <p:spPr>
          <a:xfrm>
            <a:off x="1613348" y="3976506"/>
            <a:ext cx="1177290" cy="212788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210820" indent="-198120">
              <a:lnSpc>
                <a:spcPct val="100000"/>
              </a:lnSpc>
              <a:buFont typeface="BIZ UDPGothic"/>
              <a:buChar char="✓"/>
              <a:tabLst>
                <a:tab pos="210820" algn="l"/>
              </a:tabLst>
            </a:pP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SECURITY</a:t>
            </a:r>
            <a:r>
              <a:rPr dirty="0" sz="10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GAPS</a:t>
            </a:r>
            <a:r>
              <a:rPr dirty="0" sz="10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10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HARDENING</a:t>
            </a:r>
            <a:endParaRPr sz="1000">
              <a:latin typeface="Arial"/>
              <a:cs typeface="Arial"/>
            </a:endParaRPr>
          </a:p>
          <a:p>
            <a:pPr marL="158115" indent="-97790">
              <a:lnSpc>
                <a:spcPct val="100000"/>
              </a:lnSpc>
              <a:spcBef>
                <a:spcPts val="830"/>
              </a:spcBef>
              <a:buChar char="•"/>
              <a:tabLst>
                <a:tab pos="158115" algn="l"/>
              </a:tabLst>
            </a:pPr>
            <a:r>
              <a:rPr dirty="0" sz="850" spc="-25" b="1">
                <a:solidFill>
                  <a:srgbClr val="173A69"/>
                </a:solidFill>
                <a:latin typeface="Arial"/>
                <a:cs typeface="Arial"/>
              </a:rPr>
              <a:t>MFA</a:t>
            </a:r>
            <a:endParaRPr sz="850">
              <a:latin typeface="Arial"/>
              <a:cs typeface="Arial"/>
            </a:endParaRPr>
          </a:p>
          <a:p>
            <a:pPr marL="158115" indent="-97790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158115" algn="l"/>
              </a:tabLst>
            </a:pPr>
            <a:r>
              <a:rPr dirty="0" sz="850" spc="-25" b="1">
                <a:solidFill>
                  <a:srgbClr val="173A69"/>
                </a:solidFill>
                <a:latin typeface="Arial"/>
                <a:cs typeface="Arial"/>
              </a:rPr>
              <a:t>CSP</a:t>
            </a:r>
            <a:endParaRPr sz="850">
              <a:latin typeface="Arial"/>
              <a:cs typeface="Arial"/>
            </a:endParaRPr>
          </a:p>
          <a:p>
            <a:pPr marL="158115" indent="-97790">
              <a:lnSpc>
                <a:spcPct val="100000"/>
              </a:lnSpc>
              <a:spcBef>
                <a:spcPts val="25"/>
              </a:spcBef>
              <a:buChar char="•"/>
              <a:tabLst>
                <a:tab pos="158115" algn="l"/>
              </a:tabLst>
            </a:pPr>
            <a:r>
              <a:rPr dirty="0" sz="850" spc="-20" b="1">
                <a:solidFill>
                  <a:srgbClr val="173A69"/>
                </a:solidFill>
                <a:latin typeface="Arial"/>
                <a:cs typeface="Arial"/>
              </a:rPr>
              <a:t>HSTS</a:t>
            </a:r>
            <a:endParaRPr sz="850">
              <a:latin typeface="Arial"/>
              <a:cs typeface="Arial"/>
            </a:endParaRPr>
          </a:p>
          <a:p>
            <a:pPr marL="158115" indent="-97790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158115" algn="l"/>
              </a:tabLst>
            </a:pPr>
            <a:r>
              <a:rPr dirty="0" sz="850" b="1">
                <a:solidFill>
                  <a:srgbClr val="173A69"/>
                </a:solidFill>
                <a:latin typeface="Arial"/>
                <a:cs typeface="Arial"/>
              </a:rPr>
              <a:t>Cookie</a:t>
            </a:r>
            <a:r>
              <a:rPr dirty="0" sz="850" spc="-20" b="1">
                <a:solidFill>
                  <a:srgbClr val="173A69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173A69"/>
                </a:solidFill>
                <a:latin typeface="Arial"/>
                <a:cs typeface="Arial"/>
              </a:rPr>
              <a:t>hardening</a:t>
            </a:r>
            <a:endParaRPr sz="850">
              <a:latin typeface="Arial"/>
              <a:cs typeface="Arial"/>
            </a:endParaRPr>
          </a:p>
          <a:p>
            <a:pPr marL="158115" indent="-97790">
              <a:lnSpc>
                <a:spcPct val="100000"/>
              </a:lnSpc>
              <a:spcBef>
                <a:spcPts val="15"/>
              </a:spcBef>
              <a:buChar char="•"/>
              <a:tabLst>
                <a:tab pos="158115" algn="l"/>
              </a:tabLst>
            </a:pPr>
            <a:r>
              <a:rPr dirty="0" sz="850" b="1">
                <a:solidFill>
                  <a:srgbClr val="173A69"/>
                </a:solidFill>
                <a:latin typeface="Arial"/>
                <a:cs typeface="Arial"/>
              </a:rPr>
              <a:t>TLS</a:t>
            </a:r>
            <a:r>
              <a:rPr dirty="0" sz="850" spc="-5" b="1">
                <a:solidFill>
                  <a:srgbClr val="173A69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173A69"/>
                </a:solidFill>
                <a:latin typeface="Arial"/>
                <a:cs typeface="Arial"/>
              </a:rPr>
              <a:t>configuration</a:t>
            </a:r>
            <a:endParaRPr sz="850">
              <a:latin typeface="Arial"/>
              <a:cs typeface="Arial"/>
            </a:endParaRPr>
          </a:p>
          <a:p>
            <a:pPr marL="158115" indent="-97790">
              <a:lnSpc>
                <a:spcPts val="950"/>
              </a:lnSpc>
              <a:spcBef>
                <a:spcPts val="35"/>
              </a:spcBef>
              <a:buChar char="•"/>
              <a:tabLst>
                <a:tab pos="158115" algn="l"/>
              </a:tabLst>
            </a:pPr>
            <a:r>
              <a:rPr dirty="0" sz="850" b="1">
                <a:solidFill>
                  <a:srgbClr val="173A69"/>
                </a:solidFill>
                <a:latin typeface="Arial"/>
                <a:cs typeface="Arial"/>
              </a:rPr>
              <a:t>Encryption</a:t>
            </a:r>
            <a:r>
              <a:rPr dirty="0" sz="850" spc="-20" b="1">
                <a:solidFill>
                  <a:srgbClr val="173A69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173A69"/>
                </a:solidFill>
                <a:latin typeface="Arial"/>
                <a:cs typeface="Arial"/>
              </a:rPr>
              <a:t>at</a:t>
            </a:r>
            <a:r>
              <a:rPr dirty="0" sz="850" spc="-20" b="1">
                <a:solidFill>
                  <a:srgbClr val="173A69"/>
                </a:solidFill>
                <a:latin typeface="Arial"/>
                <a:cs typeface="Arial"/>
              </a:rPr>
              <a:t> rest</a:t>
            </a:r>
            <a:endParaRPr sz="850">
              <a:latin typeface="Arial"/>
              <a:cs typeface="Arial"/>
            </a:endParaRPr>
          </a:p>
          <a:p>
            <a:pPr marL="158115" indent="-97790">
              <a:lnSpc>
                <a:spcPts val="950"/>
              </a:lnSpc>
              <a:buChar char="•"/>
              <a:tabLst>
                <a:tab pos="158115" algn="l"/>
              </a:tabLst>
            </a:pPr>
            <a:r>
              <a:rPr dirty="0" sz="850" b="1">
                <a:solidFill>
                  <a:srgbClr val="173A69"/>
                </a:solidFill>
                <a:latin typeface="Arial"/>
                <a:cs typeface="Arial"/>
              </a:rPr>
              <a:t>Logging</a:t>
            </a:r>
            <a:r>
              <a:rPr dirty="0" sz="850" spc="-20" b="1">
                <a:solidFill>
                  <a:srgbClr val="173A69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173A69"/>
                </a:solidFill>
                <a:latin typeface="Arial"/>
                <a:cs typeface="Arial"/>
              </a:rPr>
              <a:t>/</a:t>
            </a:r>
            <a:r>
              <a:rPr dirty="0" sz="850" spc="-15" b="1">
                <a:solidFill>
                  <a:srgbClr val="173A69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173A69"/>
                </a:solidFill>
                <a:latin typeface="Arial"/>
                <a:cs typeface="Arial"/>
              </a:rPr>
              <a:t>privacy</a:t>
            </a:r>
            <a:r>
              <a:rPr dirty="0" sz="850" spc="-20" b="1">
                <a:solidFill>
                  <a:srgbClr val="173A69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173A69"/>
                </a:solidFill>
                <a:latin typeface="Arial"/>
                <a:cs typeface="Arial"/>
              </a:rPr>
              <a:t>controls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1550026" y="6854825"/>
            <a:ext cx="1377315" cy="3176905"/>
            <a:chOff x="1550026" y="6854825"/>
            <a:chExt cx="1377315" cy="3176905"/>
          </a:xfrm>
        </p:grpSpPr>
        <p:sp>
          <p:nvSpPr>
            <p:cNvPr id="88" name="object 88"/>
            <p:cNvSpPr/>
            <p:nvPr/>
          </p:nvSpPr>
          <p:spPr>
            <a:xfrm>
              <a:off x="1559496" y="6854825"/>
              <a:ext cx="1357630" cy="3167380"/>
            </a:xfrm>
            <a:custGeom>
              <a:avLst/>
              <a:gdLst/>
              <a:ahLst/>
              <a:cxnLst/>
              <a:rect l="l" t="t" r="r" b="b"/>
              <a:pathLst>
                <a:path w="1357630" h="3167379">
                  <a:moveTo>
                    <a:pt x="1260792" y="0"/>
                  </a:moveTo>
                  <a:lnTo>
                    <a:pt x="96520" y="0"/>
                  </a:lnTo>
                  <a:lnTo>
                    <a:pt x="59187" y="7437"/>
                  </a:lnTo>
                  <a:lnTo>
                    <a:pt x="28586" y="28073"/>
                  </a:lnTo>
                  <a:lnTo>
                    <a:pt x="7822" y="58802"/>
                  </a:lnTo>
                  <a:lnTo>
                    <a:pt x="0" y="96520"/>
                  </a:lnTo>
                  <a:lnTo>
                    <a:pt x="0" y="3070542"/>
                  </a:lnTo>
                  <a:lnTo>
                    <a:pt x="7822" y="3107920"/>
                  </a:lnTo>
                  <a:lnTo>
                    <a:pt x="28586" y="3138536"/>
                  </a:lnTo>
                  <a:lnTo>
                    <a:pt x="59187" y="3159285"/>
                  </a:lnTo>
                  <a:lnTo>
                    <a:pt x="96520" y="3167062"/>
                  </a:lnTo>
                  <a:lnTo>
                    <a:pt x="1260792" y="3167062"/>
                  </a:lnTo>
                  <a:lnTo>
                    <a:pt x="1298600" y="3159285"/>
                  </a:lnTo>
                  <a:lnTo>
                    <a:pt x="1329359" y="3138536"/>
                  </a:lnTo>
                  <a:lnTo>
                    <a:pt x="1349964" y="3107920"/>
                  </a:lnTo>
                  <a:lnTo>
                    <a:pt x="1357312" y="3070542"/>
                  </a:lnTo>
                  <a:lnTo>
                    <a:pt x="1357312" y="96520"/>
                  </a:lnTo>
                  <a:lnTo>
                    <a:pt x="1349964" y="58802"/>
                  </a:lnTo>
                  <a:lnTo>
                    <a:pt x="1329359" y="28073"/>
                  </a:lnTo>
                  <a:lnTo>
                    <a:pt x="1298600" y="7437"/>
                  </a:lnTo>
                  <a:lnTo>
                    <a:pt x="1260792" y="0"/>
                  </a:lnTo>
                  <a:close/>
                </a:path>
              </a:pathLst>
            </a:custGeom>
            <a:solidFill>
              <a:srgbClr val="EFFB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1550022" y="6854824"/>
              <a:ext cx="1377315" cy="3176905"/>
            </a:xfrm>
            <a:custGeom>
              <a:avLst/>
              <a:gdLst/>
              <a:ahLst/>
              <a:cxnLst/>
              <a:rect l="l" t="t" r="r" b="b"/>
              <a:pathLst>
                <a:path w="1377314" h="3176904">
                  <a:moveTo>
                    <a:pt x="1377251" y="103225"/>
                  </a:moveTo>
                  <a:lnTo>
                    <a:pt x="1377111" y="103225"/>
                  </a:lnTo>
                  <a:lnTo>
                    <a:pt x="1376680" y="90525"/>
                  </a:lnTo>
                  <a:lnTo>
                    <a:pt x="1376070" y="90525"/>
                  </a:lnTo>
                  <a:lnTo>
                    <a:pt x="1375041" y="77825"/>
                  </a:lnTo>
                  <a:lnTo>
                    <a:pt x="1373835" y="77825"/>
                  </a:lnTo>
                  <a:lnTo>
                    <a:pt x="1372539" y="65125"/>
                  </a:lnTo>
                  <a:lnTo>
                    <a:pt x="1368971" y="65125"/>
                  </a:lnTo>
                  <a:lnTo>
                    <a:pt x="1366850" y="52425"/>
                  </a:lnTo>
                  <a:lnTo>
                    <a:pt x="1361948" y="52425"/>
                  </a:lnTo>
                  <a:lnTo>
                    <a:pt x="1359192" y="39725"/>
                  </a:lnTo>
                  <a:lnTo>
                    <a:pt x="1352765" y="39725"/>
                  </a:lnTo>
                  <a:lnTo>
                    <a:pt x="1349413" y="27025"/>
                  </a:lnTo>
                  <a:lnTo>
                    <a:pt x="1342174" y="27025"/>
                  </a:lnTo>
                  <a:lnTo>
                    <a:pt x="1338300" y="14325"/>
                  </a:lnTo>
                  <a:lnTo>
                    <a:pt x="1322743" y="14325"/>
                  </a:lnTo>
                  <a:lnTo>
                    <a:pt x="1322743" y="3149384"/>
                  </a:lnTo>
                  <a:lnTo>
                    <a:pt x="1322222" y="3151225"/>
                  </a:lnTo>
                  <a:lnTo>
                    <a:pt x="1320012" y="3151225"/>
                  </a:lnTo>
                  <a:lnTo>
                    <a:pt x="1322743" y="3149384"/>
                  </a:lnTo>
                  <a:lnTo>
                    <a:pt x="1322743" y="14325"/>
                  </a:lnTo>
                  <a:lnTo>
                    <a:pt x="1321714" y="14325"/>
                  </a:lnTo>
                  <a:lnTo>
                    <a:pt x="1317117" y="1625"/>
                  </a:lnTo>
                  <a:lnTo>
                    <a:pt x="1301305" y="1625"/>
                  </a:lnTo>
                  <a:lnTo>
                    <a:pt x="1301305" y="3160687"/>
                  </a:lnTo>
                  <a:lnTo>
                    <a:pt x="1300187" y="3163925"/>
                  </a:lnTo>
                  <a:lnTo>
                    <a:pt x="1285519" y="3163925"/>
                  </a:lnTo>
                  <a:lnTo>
                    <a:pt x="1301305" y="3160687"/>
                  </a:lnTo>
                  <a:lnTo>
                    <a:pt x="1301305" y="1625"/>
                  </a:lnTo>
                  <a:lnTo>
                    <a:pt x="1278521" y="1625"/>
                  </a:lnTo>
                  <a:lnTo>
                    <a:pt x="1270266" y="0"/>
                  </a:lnTo>
                  <a:lnTo>
                    <a:pt x="1113421" y="0"/>
                  </a:lnTo>
                  <a:lnTo>
                    <a:pt x="1105255" y="1625"/>
                  </a:lnTo>
                  <a:lnTo>
                    <a:pt x="1098346" y="1625"/>
                  </a:lnTo>
                  <a:lnTo>
                    <a:pt x="1098346" y="3163925"/>
                  </a:lnTo>
                  <a:lnTo>
                    <a:pt x="76911" y="3163925"/>
                  </a:lnTo>
                  <a:lnTo>
                    <a:pt x="72529" y="3151225"/>
                  </a:lnTo>
                  <a:lnTo>
                    <a:pt x="54876" y="3151225"/>
                  </a:lnTo>
                  <a:lnTo>
                    <a:pt x="51231" y="3138525"/>
                  </a:lnTo>
                  <a:lnTo>
                    <a:pt x="42570" y="3138525"/>
                  </a:lnTo>
                  <a:lnTo>
                    <a:pt x="39535" y="3125825"/>
                  </a:lnTo>
                  <a:lnTo>
                    <a:pt x="32588" y="3125825"/>
                  </a:lnTo>
                  <a:lnTo>
                    <a:pt x="30264" y="3113125"/>
                  </a:lnTo>
                  <a:lnTo>
                    <a:pt x="26835" y="3113125"/>
                  </a:lnTo>
                  <a:lnTo>
                    <a:pt x="25107" y="3100425"/>
                  </a:lnTo>
                  <a:lnTo>
                    <a:pt x="22733" y="3100425"/>
                  </a:lnTo>
                  <a:lnTo>
                    <a:pt x="21653" y="3087725"/>
                  </a:lnTo>
                  <a:lnTo>
                    <a:pt x="21755" y="3100425"/>
                  </a:lnTo>
                  <a:lnTo>
                    <a:pt x="20904" y="3087725"/>
                  </a:lnTo>
                  <a:lnTo>
                    <a:pt x="20370" y="3087725"/>
                  </a:lnTo>
                  <a:lnTo>
                    <a:pt x="20040" y="3075025"/>
                  </a:lnTo>
                  <a:lnTo>
                    <a:pt x="19939" y="103225"/>
                  </a:lnTo>
                  <a:lnTo>
                    <a:pt x="20421" y="90525"/>
                  </a:lnTo>
                  <a:lnTo>
                    <a:pt x="21755" y="90525"/>
                  </a:lnTo>
                  <a:lnTo>
                    <a:pt x="22733" y="77825"/>
                  </a:lnTo>
                  <a:lnTo>
                    <a:pt x="25107" y="77825"/>
                  </a:lnTo>
                  <a:lnTo>
                    <a:pt x="26835" y="65125"/>
                  </a:lnTo>
                  <a:lnTo>
                    <a:pt x="30264" y="65125"/>
                  </a:lnTo>
                  <a:lnTo>
                    <a:pt x="32588" y="52425"/>
                  </a:lnTo>
                  <a:lnTo>
                    <a:pt x="39535" y="52425"/>
                  </a:lnTo>
                  <a:lnTo>
                    <a:pt x="42570" y="39725"/>
                  </a:lnTo>
                  <a:lnTo>
                    <a:pt x="51231" y="39725"/>
                  </a:lnTo>
                  <a:lnTo>
                    <a:pt x="54876" y="27025"/>
                  </a:lnTo>
                  <a:lnTo>
                    <a:pt x="54495" y="39725"/>
                  </a:lnTo>
                  <a:lnTo>
                    <a:pt x="58267" y="27025"/>
                  </a:lnTo>
                  <a:lnTo>
                    <a:pt x="76454" y="27025"/>
                  </a:lnTo>
                  <a:lnTo>
                    <a:pt x="80937" y="14325"/>
                  </a:lnTo>
                  <a:lnTo>
                    <a:pt x="1065872" y="14325"/>
                  </a:lnTo>
                  <a:lnTo>
                    <a:pt x="1045476" y="28079"/>
                  </a:lnTo>
                  <a:lnTo>
                    <a:pt x="1024712" y="58813"/>
                  </a:lnTo>
                  <a:lnTo>
                    <a:pt x="1016901" y="96520"/>
                  </a:lnTo>
                  <a:lnTo>
                    <a:pt x="1016901" y="3070542"/>
                  </a:lnTo>
                  <a:lnTo>
                    <a:pt x="1024712" y="3107931"/>
                  </a:lnTo>
                  <a:lnTo>
                    <a:pt x="1076083" y="3159290"/>
                  </a:lnTo>
                  <a:lnTo>
                    <a:pt x="1098346" y="3163925"/>
                  </a:lnTo>
                  <a:lnTo>
                    <a:pt x="1098346" y="1625"/>
                  </a:lnTo>
                  <a:lnTo>
                    <a:pt x="59982" y="1625"/>
                  </a:lnTo>
                  <a:lnTo>
                    <a:pt x="55816" y="14325"/>
                  </a:lnTo>
                  <a:lnTo>
                    <a:pt x="38811" y="14325"/>
                  </a:lnTo>
                  <a:lnTo>
                    <a:pt x="34569" y="27025"/>
                  </a:lnTo>
                  <a:lnTo>
                    <a:pt x="27686" y="27025"/>
                  </a:lnTo>
                  <a:lnTo>
                    <a:pt x="24028" y="39725"/>
                  </a:lnTo>
                  <a:lnTo>
                    <a:pt x="18186" y="39725"/>
                  </a:lnTo>
                  <a:lnTo>
                    <a:pt x="15405" y="52425"/>
                  </a:lnTo>
                  <a:lnTo>
                    <a:pt x="10464" y="52425"/>
                  </a:lnTo>
                  <a:lnTo>
                    <a:pt x="8318" y="65125"/>
                  </a:lnTo>
                  <a:lnTo>
                    <a:pt x="4559" y="65125"/>
                  </a:lnTo>
                  <a:lnTo>
                    <a:pt x="3251" y="77825"/>
                  </a:lnTo>
                  <a:lnTo>
                    <a:pt x="1955" y="77825"/>
                  </a:lnTo>
                  <a:lnTo>
                    <a:pt x="1104" y="90525"/>
                  </a:lnTo>
                  <a:lnTo>
                    <a:pt x="368" y="90525"/>
                  </a:lnTo>
                  <a:lnTo>
                    <a:pt x="0" y="103225"/>
                  </a:lnTo>
                  <a:lnTo>
                    <a:pt x="0" y="3087725"/>
                  </a:lnTo>
                  <a:lnTo>
                    <a:pt x="1104" y="3087725"/>
                  </a:lnTo>
                  <a:lnTo>
                    <a:pt x="2057" y="3100425"/>
                  </a:lnTo>
                  <a:lnTo>
                    <a:pt x="3251" y="3100425"/>
                  </a:lnTo>
                  <a:lnTo>
                    <a:pt x="4559" y="3113125"/>
                  </a:lnTo>
                  <a:lnTo>
                    <a:pt x="8115" y="3113125"/>
                  </a:lnTo>
                  <a:lnTo>
                    <a:pt x="10248" y="3125825"/>
                  </a:lnTo>
                  <a:lnTo>
                    <a:pt x="15151" y="3125825"/>
                  </a:lnTo>
                  <a:lnTo>
                    <a:pt x="17919" y="3138525"/>
                  </a:lnTo>
                  <a:lnTo>
                    <a:pt x="24028" y="3138525"/>
                  </a:lnTo>
                  <a:lnTo>
                    <a:pt x="27368" y="3151225"/>
                  </a:lnTo>
                  <a:lnTo>
                    <a:pt x="34569" y="3151225"/>
                  </a:lnTo>
                  <a:lnTo>
                    <a:pt x="38811" y="3163925"/>
                  </a:lnTo>
                  <a:lnTo>
                    <a:pt x="55397" y="3163925"/>
                  </a:lnTo>
                  <a:lnTo>
                    <a:pt x="59982" y="3176625"/>
                  </a:lnTo>
                  <a:lnTo>
                    <a:pt x="1317117" y="3176625"/>
                  </a:lnTo>
                  <a:lnTo>
                    <a:pt x="1321714" y="3163925"/>
                  </a:lnTo>
                  <a:lnTo>
                    <a:pt x="1338300" y="3163925"/>
                  </a:lnTo>
                  <a:lnTo>
                    <a:pt x="1342174" y="3151225"/>
                  </a:lnTo>
                  <a:lnTo>
                    <a:pt x="1349413" y="3151225"/>
                  </a:lnTo>
                  <a:lnTo>
                    <a:pt x="1352765" y="3138525"/>
                  </a:lnTo>
                  <a:lnTo>
                    <a:pt x="1359192" y="3138525"/>
                  </a:lnTo>
                  <a:lnTo>
                    <a:pt x="1361694" y="3125825"/>
                  </a:lnTo>
                  <a:lnTo>
                    <a:pt x="1366634" y="3125825"/>
                  </a:lnTo>
                  <a:lnTo>
                    <a:pt x="1368780" y="3113125"/>
                  </a:lnTo>
                  <a:lnTo>
                    <a:pt x="1372387" y="3113125"/>
                  </a:lnTo>
                  <a:lnTo>
                    <a:pt x="1373835" y="3100425"/>
                  </a:lnTo>
                  <a:lnTo>
                    <a:pt x="1375143" y="3100425"/>
                  </a:lnTo>
                  <a:lnTo>
                    <a:pt x="1376070" y="3087725"/>
                  </a:lnTo>
                  <a:lnTo>
                    <a:pt x="1377111" y="3087725"/>
                  </a:lnTo>
                  <a:lnTo>
                    <a:pt x="1377251" y="3075025"/>
                  </a:lnTo>
                  <a:lnTo>
                    <a:pt x="1377251" y="103225"/>
                  </a:lnTo>
                  <a:close/>
                </a:path>
              </a:pathLst>
            </a:custGeom>
            <a:solidFill>
              <a:srgbClr val="10A37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0" name="object 90"/>
          <p:cNvSpPr txBox="1"/>
          <p:nvPr/>
        </p:nvSpPr>
        <p:spPr>
          <a:xfrm>
            <a:off x="2629262" y="6962513"/>
            <a:ext cx="137160" cy="3028315"/>
          </a:xfrm>
          <a:prstGeom prst="rect">
            <a:avLst/>
          </a:prstGeom>
        </p:spPr>
        <p:txBody>
          <a:bodyPr wrap="square" lIns="0" tIns="7620" rIns="0" bIns="0" rtlCol="0" vert="vert">
            <a:spAutoFit/>
          </a:bodyPr>
          <a:lstStyle/>
          <a:p>
            <a:pPr marL="162560" indent="-149860">
              <a:lnSpc>
                <a:spcPct val="100000"/>
              </a:lnSpc>
              <a:spcBef>
                <a:spcPts val="60"/>
              </a:spcBef>
              <a:buFont typeface="BIZ UDPGothic"/>
              <a:buChar char="✓"/>
              <a:tabLst>
                <a:tab pos="162560" algn="l"/>
              </a:tabLst>
            </a:pPr>
            <a:r>
              <a:rPr dirty="0" sz="750" b="1">
                <a:solidFill>
                  <a:srgbClr val="FFFFFF"/>
                </a:solidFill>
                <a:latin typeface="Arial"/>
                <a:cs typeface="Arial"/>
              </a:rPr>
              <a:t>CONTROL</a:t>
            </a:r>
            <a:r>
              <a:rPr dirty="0" sz="750" spc="1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750" b="1">
                <a:solidFill>
                  <a:srgbClr val="FFFFFF"/>
                </a:solidFill>
                <a:latin typeface="Arial"/>
                <a:cs typeface="Arial"/>
              </a:rPr>
              <a:t>VERIFIED</a:t>
            </a:r>
            <a:r>
              <a:rPr dirty="0" sz="750" spc="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750" b="1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750" spc="1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750" b="1">
                <a:solidFill>
                  <a:srgbClr val="FFFFFF"/>
                </a:solidFill>
                <a:latin typeface="Arial"/>
                <a:cs typeface="Arial"/>
              </a:rPr>
              <a:t>NOT</a:t>
            </a:r>
            <a:r>
              <a:rPr dirty="0" sz="750" spc="1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75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750" spc="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750" b="1">
                <a:solidFill>
                  <a:srgbClr val="FFFFFF"/>
                </a:solidFill>
                <a:latin typeface="Arial"/>
                <a:cs typeface="Arial"/>
              </a:rPr>
              <a:t>CONFIRMED</a:t>
            </a:r>
            <a:r>
              <a:rPr dirty="0" sz="750" spc="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750" spc="-10" b="1">
                <a:solidFill>
                  <a:srgbClr val="FFFFFF"/>
                </a:solidFill>
                <a:latin typeface="Arial"/>
                <a:cs typeface="Arial"/>
              </a:rPr>
              <a:t>VULNERABILITY</a:t>
            </a:r>
            <a:endParaRPr sz="750">
              <a:latin typeface="Arial"/>
              <a:cs typeface="Arial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1722647" y="7010773"/>
            <a:ext cx="813435" cy="1707514"/>
          </a:xfrm>
          <a:prstGeom prst="rect">
            <a:avLst/>
          </a:prstGeom>
        </p:spPr>
        <p:txBody>
          <a:bodyPr wrap="square" lIns="0" tIns="5080" rIns="0" bIns="0" rtlCol="0" vert="vert">
            <a:spAutoFit/>
          </a:bodyPr>
          <a:lstStyle/>
          <a:p>
            <a:pPr marL="110489" indent="-97790">
              <a:lnSpc>
                <a:spcPct val="100000"/>
              </a:lnSpc>
              <a:spcBef>
                <a:spcPts val="40"/>
              </a:spcBef>
              <a:buFont typeface="Arial"/>
              <a:buChar char="•"/>
              <a:tabLst>
                <a:tab pos="110489" algn="l"/>
              </a:tabLst>
            </a:pPr>
            <a:r>
              <a:rPr dirty="0" sz="850" b="1">
                <a:solidFill>
                  <a:srgbClr val="173A69"/>
                </a:solidFill>
                <a:latin typeface="Arial"/>
                <a:cs typeface="Arial"/>
              </a:rPr>
              <a:t>Server-side</a:t>
            </a:r>
            <a:r>
              <a:rPr dirty="0" sz="850" spc="35" b="1">
                <a:solidFill>
                  <a:srgbClr val="173A69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173A69"/>
                </a:solidFill>
                <a:latin typeface="Arial"/>
                <a:cs typeface="Arial"/>
              </a:rPr>
              <a:t>role</a:t>
            </a:r>
            <a:r>
              <a:rPr dirty="0" sz="850" spc="35" b="1">
                <a:solidFill>
                  <a:srgbClr val="173A69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173A69"/>
                </a:solidFill>
                <a:latin typeface="Arial"/>
                <a:cs typeface="Arial"/>
              </a:rPr>
              <a:t>checking</a:t>
            </a:r>
            <a:r>
              <a:rPr dirty="0" sz="850" spc="35" b="1">
                <a:solidFill>
                  <a:srgbClr val="173A69"/>
                </a:solidFill>
                <a:latin typeface="Arial"/>
                <a:cs typeface="Arial"/>
              </a:rPr>
              <a:t> </a:t>
            </a:r>
            <a:r>
              <a:rPr dirty="0" sz="850" spc="-25" b="1">
                <a:solidFill>
                  <a:srgbClr val="173A69"/>
                </a:solidFill>
                <a:latin typeface="Arial"/>
                <a:cs typeface="Arial"/>
              </a:rPr>
              <a:t>was</a:t>
            </a:r>
            <a:endParaRPr sz="850">
              <a:latin typeface="Arial"/>
              <a:cs typeface="Arial"/>
            </a:endParaRPr>
          </a:p>
          <a:p>
            <a:pPr marL="110489" indent="-97790">
              <a:lnSpc>
                <a:spcPct val="100000"/>
              </a:lnSpc>
              <a:spcBef>
                <a:spcPts val="25"/>
              </a:spcBef>
              <a:buChar char="•"/>
              <a:tabLst>
                <a:tab pos="110489" algn="l"/>
              </a:tabLst>
            </a:pPr>
            <a:r>
              <a:rPr dirty="0" sz="850" b="1">
                <a:solidFill>
                  <a:srgbClr val="173A69"/>
                </a:solidFill>
                <a:latin typeface="Arial"/>
                <a:cs typeface="Arial"/>
              </a:rPr>
              <a:t>reported</a:t>
            </a:r>
            <a:r>
              <a:rPr dirty="0" sz="850" spc="25" b="1">
                <a:solidFill>
                  <a:srgbClr val="173A69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173A69"/>
                </a:solidFill>
                <a:latin typeface="Arial"/>
                <a:cs typeface="Arial"/>
              </a:rPr>
              <a:t>as</a:t>
            </a:r>
            <a:r>
              <a:rPr dirty="0" sz="850" spc="25" b="1">
                <a:solidFill>
                  <a:srgbClr val="173A69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173A69"/>
                </a:solidFill>
                <a:latin typeface="Arial"/>
                <a:cs typeface="Arial"/>
              </a:rPr>
              <a:t>present.</a:t>
            </a:r>
            <a:endParaRPr sz="850">
              <a:latin typeface="Arial"/>
              <a:cs typeface="Arial"/>
            </a:endParaRPr>
          </a:p>
          <a:p>
            <a:pPr marL="110489" indent="-97790">
              <a:lnSpc>
                <a:spcPct val="100000"/>
              </a:lnSpc>
              <a:spcBef>
                <a:spcPts val="25"/>
              </a:spcBef>
              <a:buChar char="•"/>
              <a:tabLst>
                <a:tab pos="110489" algn="l"/>
              </a:tabLst>
            </a:pPr>
            <a:r>
              <a:rPr dirty="0" sz="850" b="1">
                <a:solidFill>
                  <a:srgbClr val="173A69"/>
                </a:solidFill>
                <a:latin typeface="Arial"/>
                <a:cs typeface="Arial"/>
              </a:rPr>
              <a:t>CORS</a:t>
            </a:r>
            <a:r>
              <a:rPr dirty="0" sz="850" spc="30" b="1">
                <a:solidFill>
                  <a:srgbClr val="173A69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173A69"/>
                </a:solidFill>
                <a:latin typeface="Arial"/>
                <a:cs typeface="Arial"/>
              </a:rPr>
              <a:t>was</a:t>
            </a:r>
            <a:r>
              <a:rPr dirty="0" sz="850" spc="30" b="1">
                <a:solidFill>
                  <a:srgbClr val="173A69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173A69"/>
                </a:solidFill>
                <a:latin typeface="Arial"/>
                <a:cs typeface="Arial"/>
              </a:rPr>
              <a:t>reported</a:t>
            </a:r>
            <a:r>
              <a:rPr dirty="0" sz="850" spc="35" b="1">
                <a:solidFill>
                  <a:srgbClr val="173A69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173A69"/>
                </a:solidFill>
                <a:latin typeface="Arial"/>
                <a:cs typeface="Arial"/>
              </a:rPr>
              <a:t>as</a:t>
            </a:r>
            <a:r>
              <a:rPr dirty="0" sz="850" spc="30" b="1">
                <a:solidFill>
                  <a:srgbClr val="173A69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173A69"/>
                </a:solidFill>
                <a:latin typeface="Arial"/>
                <a:cs typeface="Arial"/>
              </a:rPr>
              <a:t>locked</a:t>
            </a:r>
            <a:endParaRPr sz="850">
              <a:latin typeface="Arial"/>
              <a:cs typeface="Arial"/>
            </a:endParaRPr>
          </a:p>
          <a:p>
            <a:pPr marL="110489" indent="-97790">
              <a:lnSpc>
                <a:spcPct val="100000"/>
              </a:lnSpc>
              <a:spcBef>
                <a:spcPts val="25"/>
              </a:spcBef>
              <a:buChar char="•"/>
              <a:tabLst>
                <a:tab pos="110489" algn="l"/>
              </a:tabLst>
            </a:pPr>
            <a:r>
              <a:rPr dirty="0" sz="850" b="1">
                <a:solidFill>
                  <a:srgbClr val="173A69"/>
                </a:solidFill>
                <a:latin typeface="Arial"/>
                <a:cs typeface="Arial"/>
              </a:rPr>
              <a:t>down</a:t>
            </a:r>
            <a:r>
              <a:rPr dirty="0" sz="850" spc="10" b="1">
                <a:solidFill>
                  <a:srgbClr val="173A69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173A69"/>
                </a:solidFill>
                <a:latin typeface="Arial"/>
                <a:cs typeface="Arial"/>
              </a:rPr>
              <a:t>during</a:t>
            </a:r>
            <a:r>
              <a:rPr dirty="0" sz="850" spc="15" b="1">
                <a:solidFill>
                  <a:srgbClr val="173A69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173A69"/>
                </a:solidFill>
                <a:latin typeface="Arial"/>
                <a:cs typeface="Arial"/>
              </a:rPr>
              <a:t>the</a:t>
            </a:r>
            <a:r>
              <a:rPr dirty="0" sz="850" spc="15" b="1">
                <a:solidFill>
                  <a:srgbClr val="173A69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173A69"/>
                </a:solidFill>
                <a:latin typeface="Arial"/>
                <a:cs typeface="Arial"/>
              </a:rPr>
              <a:t>test.</a:t>
            </a:r>
            <a:endParaRPr sz="850">
              <a:latin typeface="Arial"/>
              <a:cs typeface="Arial"/>
            </a:endParaRPr>
          </a:p>
          <a:p>
            <a:pPr marL="110489" indent="-97790">
              <a:lnSpc>
                <a:spcPct val="100000"/>
              </a:lnSpc>
              <a:spcBef>
                <a:spcPts val="25"/>
              </a:spcBef>
              <a:buChar char="•"/>
              <a:tabLst>
                <a:tab pos="110489" algn="l"/>
              </a:tabLst>
            </a:pPr>
            <a:r>
              <a:rPr dirty="0" sz="850" b="1">
                <a:solidFill>
                  <a:srgbClr val="173A69"/>
                </a:solidFill>
                <a:latin typeface="Arial"/>
                <a:cs typeface="Arial"/>
              </a:rPr>
              <a:t>No</a:t>
            </a:r>
            <a:r>
              <a:rPr dirty="0" sz="850" spc="25" b="1">
                <a:solidFill>
                  <a:srgbClr val="173A69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173A69"/>
                </a:solidFill>
                <a:latin typeface="Arial"/>
                <a:cs typeface="Arial"/>
              </a:rPr>
              <a:t>live</a:t>
            </a:r>
            <a:r>
              <a:rPr dirty="0" sz="850" spc="30" b="1">
                <a:solidFill>
                  <a:srgbClr val="173A69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173A69"/>
                </a:solidFill>
                <a:latin typeface="Arial"/>
                <a:cs typeface="Arial"/>
              </a:rPr>
              <a:t>privilege-</a:t>
            </a:r>
            <a:r>
              <a:rPr dirty="0" sz="850" spc="-10" b="1">
                <a:solidFill>
                  <a:srgbClr val="173A69"/>
                </a:solidFill>
                <a:latin typeface="Arial"/>
                <a:cs typeface="Arial"/>
              </a:rPr>
              <a:t>escalation</a:t>
            </a:r>
            <a:endParaRPr sz="850">
              <a:latin typeface="Arial"/>
              <a:cs typeface="Arial"/>
            </a:endParaRPr>
          </a:p>
          <a:p>
            <a:pPr marL="110489" indent="-97790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110489" algn="l"/>
              </a:tabLst>
            </a:pPr>
            <a:r>
              <a:rPr dirty="0" sz="850" b="1">
                <a:solidFill>
                  <a:srgbClr val="173A69"/>
                </a:solidFill>
                <a:latin typeface="Arial"/>
                <a:cs typeface="Arial"/>
              </a:rPr>
              <a:t>exploit</a:t>
            </a:r>
            <a:r>
              <a:rPr dirty="0" sz="850" spc="15" b="1">
                <a:solidFill>
                  <a:srgbClr val="173A69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173A69"/>
                </a:solidFill>
                <a:latin typeface="Arial"/>
                <a:cs typeface="Arial"/>
              </a:rPr>
              <a:t>was</a:t>
            </a:r>
            <a:r>
              <a:rPr dirty="0" sz="850" spc="15" b="1">
                <a:solidFill>
                  <a:srgbClr val="173A69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173A69"/>
                </a:solidFill>
                <a:latin typeface="Arial"/>
                <a:cs typeface="Arial"/>
              </a:rPr>
              <a:t>performed.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Sumanth emmanuel</dc:creator>
  <dc:title>Sentinel-X20260929023150</dc:title>
  <dcterms:created xsi:type="dcterms:W3CDTF">2026-10-02T09:41:18Z</dcterms:created>
  <dcterms:modified xsi:type="dcterms:W3CDTF">2026-10-02T09:41:18Z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2026-10-02T00:00:00Z</vt:filetime>
  </property>
  <property fmtid="{D5CDD505-2E9C-101B-9397-08002B2CF9AE}" pid="3" name="Creator">
    <vt:lpwstr>Preview</vt:lpwstr>
  </property>
  <property fmtid="{D5CDD505-2E9C-101B-9397-08002B2CF9AE}" pid="4" name="LastSaved">
    <vt:filetime>2026-10-02T00:00:00Z</vt:filetime>
  </property>
  <property fmtid="{D5CDD505-2E9C-101B-9397-08002B2CF9AE}" pid="5" name="Producer">
    <vt:lpwstr>macOS Version 27.0.1 (Build 26A434) Quartz PDFContext</vt:lpwstr>
  </property>
</Properties>
</file>